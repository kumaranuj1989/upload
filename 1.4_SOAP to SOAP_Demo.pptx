
<file path=[Content_Types].xml><?xml version="1.0" encoding="utf-8"?>
<Types xmlns="http://schemas.openxmlformats.org/package/2006/content-types">
  <Default Extension="bin" ContentType="application/vnd.openxmlformats-officedocument.oleObject"/>
  <Default Extension="png" ContentType="image/png"/>
  <Default Extension="emf" ContentType="image/x-emf"/>
  <Default Extension="jpeg" ContentType="image/jpeg"/>
  <Default Extension="wmf" ContentType="image/x-w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tags/tag2.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heme/themeOverride1.xml" ContentType="application/vnd.openxmlformats-officedocument.themeOverr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23"/>
  </p:notesMasterIdLst>
  <p:handoutMasterIdLst>
    <p:handoutMasterId r:id="rId24"/>
  </p:handoutMasterIdLst>
  <p:sldIdLst>
    <p:sldId id="341" r:id="rId5"/>
    <p:sldId id="261" r:id="rId6"/>
    <p:sldId id="378" r:id="rId7"/>
    <p:sldId id="387" r:id="rId8"/>
    <p:sldId id="388" r:id="rId9"/>
    <p:sldId id="389" r:id="rId10"/>
    <p:sldId id="390" r:id="rId11"/>
    <p:sldId id="391" r:id="rId12"/>
    <p:sldId id="392" r:id="rId13"/>
    <p:sldId id="393" r:id="rId14"/>
    <p:sldId id="394" r:id="rId15"/>
    <p:sldId id="395" r:id="rId16"/>
    <p:sldId id="396" r:id="rId17"/>
    <p:sldId id="397" r:id="rId18"/>
    <p:sldId id="398" r:id="rId19"/>
    <p:sldId id="399" r:id="rId20"/>
    <p:sldId id="400" r:id="rId21"/>
    <p:sldId id="362" r:id="rId22"/>
  </p:sldIdLst>
  <p:sldSz cx="9144000" cy="6858000" type="screen4x3"/>
  <p:notesSz cx="7315200" cy="9601200"/>
  <p:custDataLst>
    <p:tags r:id="rId25"/>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0">
          <p15:clr>
            <a:srgbClr val="A4A3A4"/>
          </p15:clr>
        </p15:guide>
        <p15:guide id="11" orient="horz" pos="2160">
          <p15:clr>
            <a:srgbClr val="A4A3A4"/>
          </p15:clr>
        </p15:guide>
      </p15:sldGuideLst>
    </p:ext>
    <p:ext uri="{2D200454-40CA-4A62-9FC3-DE9A4176ACB9}">
      <p15:notesGuideLst xmlns:p15="http://schemas.microsoft.com/office/powerpoint/2012/main">
        <p15:guide id="1" orient="horz" pos="3024">
          <p15:clr>
            <a:srgbClr val="A4A3A4"/>
          </p15:clr>
        </p15:guide>
        <p15:guide id="2" pos="2304">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FFCD00"/>
    <a:srgbClr val="ED8B00"/>
    <a:srgbClr val="DB291C"/>
    <a:srgbClr val="FF9900"/>
    <a:srgbClr val="C00000"/>
    <a:srgbClr val="3C8A2E"/>
    <a:srgbClr val="DCDCDC"/>
    <a:srgbClr val="B4B4B4"/>
    <a:srgbClr val="57575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0293" autoAdjust="0"/>
    <p:restoredTop sz="94984" autoAdjust="0"/>
  </p:normalViewPr>
  <p:slideViewPr>
    <p:cSldViewPr snapToGrid="0" showGuides="1">
      <p:cViewPr varScale="1">
        <p:scale>
          <a:sx n="68" d="100"/>
          <a:sy n="68" d="100"/>
        </p:scale>
        <p:origin x="1444" y="48"/>
      </p:cViewPr>
      <p:guideLst>
        <p:guide/>
        <p:guide orient="horz" pos="2160"/>
      </p:guideLst>
    </p:cSldViewPr>
  </p:slideViewPr>
  <p:outlineViewPr>
    <p:cViewPr>
      <p:scale>
        <a:sx n="33" d="100"/>
        <a:sy n="33" d="100"/>
      </p:scale>
      <p:origin x="0" y="-59190"/>
    </p:cViewPr>
  </p:outlineViewPr>
  <p:notesTextViewPr>
    <p:cViewPr>
      <p:scale>
        <a:sx n="100" d="100"/>
        <a:sy n="100" d="100"/>
      </p:scale>
      <p:origin x="0" y="0"/>
    </p:cViewPr>
  </p:notesTextViewPr>
  <p:sorterViewPr>
    <p:cViewPr varScale="1">
      <p:scale>
        <a:sx n="1" d="1"/>
        <a:sy n="1" d="1"/>
      </p:scale>
      <p:origin x="0" y="-4185"/>
    </p:cViewPr>
  </p:sorterViewPr>
  <p:notesViewPr>
    <p:cSldViewPr snapToGrid="0" showGuides="1">
      <p:cViewPr varScale="1">
        <p:scale>
          <a:sx n="57" d="100"/>
          <a:sy n="57" d="100"/>
        </p:scale>
        <p:origin x="1992" y="90"/>
      </p:cViewPr>
      <p:guideLst>
        <p:guide orient="horz" pos="3024"/>
        <p:guide pos="2304"/>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gs" Target="tags/tag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28"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viewProps" Target="view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5.wmf"/><Relationship Id="rId1" Type="http://schemas.openxmlformats.org/officeDocument/2006/relationships/image" Target="../media/image4.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4" y="1"/>
            <a:ext cx="3170138" cy="479539"/>
          </a:xfrm>
          <a:prstGeom prst="rect">
            <a:avLst/>
          </a:prstGeom>
        </p:spPr>
        <p:txBody>
          <a:bodyPr vert="horz" lIns="90913" tIns="45457" rIns="90913" bIns="45457" rtlCol="0"/>
          <a:lstStyle>
            <a:lvl1pPr algn="l">
              <a:defRPr sz="1100"/>
            </a:lvl1pPr>
          </a:lstStyle>
          <a:p>
            <a:endParaRPr lang="en-US" dirty="0">
              <a:latin typeface="Arial" panose="020B0604020202020204" pitchFamily="34" charset="0"/>
            </a:endParaRPr>
          </a:p>
        </p:txBody>
      </p:sp>
      <p:sp>
        <p:nvSpPr>
          <p:cNvPr id="3" name="Date Placeholder 2"/>
          <p:cNvSpPr>
            <a:spLocks noGrp="1"/>
          </p:cNvSpPr>
          <p:nvPr>
            <p:ph type="dt" sz="quarter" idx="1"/>
          </p:nvPr>
        </p:nvSpPr>
        <p:spPr>
          <a:xfrm>
            <a:off x="4143427" y="1"/>
            <a:ext cx="3170138" cy="479539"/>
          </a:xfrm>
          <a:prstGeom prst="rect">
            <a:avLst/>
          </a:prstGeom>
        </p:spPr>
        <p:txBody>
          <a:bodyPr vert="horz" lIns="90913" tIns="45457" rIns="90913" bIns="45457" rtlCol="0"/>
          <a:lstStyle>
            <a:lvl1pPr algn="r">
              <a:defRPr sz="1100"/>
            </a:lvl1pPr>
          </a:lstStyle>
          <a:p>
            <a:fld id="{B4AD245C-091B-44E2-BFB0-BD94217887F7}" type="datetimeFigureOut">
              <a:rPr lang="en-US" smtClean="0">
                <a:latin typeface="Arial" panose="020B0604020202020204" pitchFamily="34" charset="0"/>
              </a:rPr>
              <a:t>9/17/2019</a:t>
            </a:fld>
            <a:endParaRPr lang="en-US" dirty="0">
              <a:latin typeface="Arial" panose="020B0604020202020204" pitchFamily="34" charset="0"/>
            </a:endParaRPr>
          </a:p>
        </p:txBody>
      </p:sp>
      <p:sp>
        <p:nvSpPr>
          <p:cNvPr id="4" name="Footer Placeholder 3"/>
          <p:cNvSpPr>
            <a:spLocks noGrp="1"/>
          </p:cNvSpPr>
          <p:nvPr>
            <p:ph type="ftr" sz="quarter" idx="2"/>
          </p:nvPr>
        </p:nvSpPr>
        <p:spPr>
          <a:xfrm>
            <a:off x="4" y="9120173"/>
            <a:ext cx="3170138" cy="479539"/>
          </a:xfrm>
          <a:prstGeom prst="rect">
            <a:avLst/>
          </a:prstGeom>
        </p:spPr>
        <p:txBody>
          <a:bodyPr vert="horz" lIns="90913" tIns="45457" rIns="90913" bIns="45457" rtlCol="0" anchor="b"/>
          <a:lstStyle>
            <a:lvl1pPr algn="l">
              <a:defRPr sz="1100"/>
            </a:lvl1pPr>
          </a:lstStyle>
          <a:p>
            <a:endParaRPr lang="en-US" dirty="0">
              <a:latin typeface="Arial" panose="020B0604020202020204" pitchFamily="34" charset="0"/>
            </a:endParaRPr>
          </a:p>
        </p:txBody>
      </p:sp>
      <p:sp>
        <p:nvSpPr>
          <p:cNvPr id="5" name="Slide Number Placeholder 4"/>
          <p:cNvSpPr>
            <a:spLocks noGrp="1"/>
          </p:cNvSpPr>
          <p:nvPr>
            <p:ph type="sldNum" sz="quarter" idx="3"/>
          </p:nvPr>
        </p:nvSpPr>
        <p:spPr>
          <a:xfrm>
            <a:off x="4143427" y="9120173"/>
            <a:ext cx="3170138" cy="479539"/>
          </a:xfrm>
          <a:prstGeom prst="rect">
            <a:avLst/>
          </a:prstGeom>
        </p:spPr>
        <p:txBody>
          <a:bodyPr vert="horz" lIns="90913" tIns="45457" rIns="90913" bIns="45457" rtlCol="0" anchor="b"/>
          <a:lstStyle>
            <a:lvl1pPr algn="r">
              <a:defRPr sz="1100"/>
            </a:lvl1pPr>
          </a:lstStyle>
          <a:p>
            <a:fld id="{9A913F39-CFF6-40F1-84D1-700840B41EAB}" type="slidenum">
              <a:rPr lang="en-US" smtClean="0">
                <a:latin typeface="Arial" panose="020B0604020202020204" pitchFamily="34" charset="0"/>
              </a:rPr>
              <a:t>‹#›</a:t>
            </a:fld>
            <a:endParaRPr lang="en-US" dirty="0">
              <a:latin typeface="Arial" panose="020B0604020202020204" pitchFamily="34" charset="0"/>
            </a:endParaRPr>
          </a:p>
        </p:txBody>
      </p:sp>
    </p:spTree>
    <p:extLst>
      <p:ext uri="{BB962C8B-B14F-4D97-AF65-F5344CB8AC3E}">
        <p14:creationId xmlns:p14="http://schemas.microsoft.com/office/powerpoint/2010/main" val="1954813182"/>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3169920" cy="480060"/>
          </a:xfrm>
          <a:prstGeom prst="rect">
            <a:avLst/>
          </a:prstGeom>
        </p:spPr>
        <p:txBody>
          <a:bodyPr vert="horz" lIns="98478" tIns="49238" rIns="98478" bIns="49238" rtlCol="0"/>
          <a:lstStyle>
            <a:lvl1pPr algn="l">
              <a:defRPr sz="1200">
                <a:latin typeface="Arial" panose="020B0604020202020204" pitchFamily="34" charset="0"/>
              </a:defRPr>
            </a:lvl1pPr>
          </a:lstStyle>
          <a:p>
            <a:endParaRPr lang="en-US" dirty="0"/>
          </a:p>
        </p:txBody>
      </p:sp>
      <p:sp>
        <p:nvSpPr>
          <p:cNvPr id="3" name="Date Placeholder 2"/>
          <p:cNvSpPr>
            <a:spLocks noGrp="1"/>
          </p:cNvSpPr>
          <p:nvPr>
            <p:ph type="dt" idx="1"/>
          </p:nvPr>
        </p:nvSpPr>
        <p:spPr>
          <a:xfrm>
            <a:off x="4143589" y="1"/>
            <a:ext cx="3169920" cy="480060"/>
          </a:xfrm>
          <a:prstGeom prst="rect">
            <a:avLst/>
          </a:prstGeom>
        </p:spPr>
        <p:txBody>
          <a:bodyPr vert="horz" lIns="98478" tIns="49238" rIns="98478" bIns="49238" rtlCol="0"/>
          <a:lstStyle>
            <a:lvl1pPr algn="r">
              <a:defRPr sz="1200">
                <a:latin typeface="Arial" panose="020B0604020202020204" pitchFamily="34" charset="0"/>
              </a:defRPr>
            </a:lvl1pPr>
          </a:lstStyle>
          <a:p>
            <a:fld id="{0BA5BBE4-AEA3-489A-A28E-0C2FAF2506E3}" type="datetimeFigureOut">
              <a:rPr lang="en-US" smtClean="0"/>
              <a:pPr/>
              <a:t>9/17/2019</a:t>
            </a:fld>
            <a:endParaRPr lang="en-US" dirty="0"/>
          </a:p>
        </p:txBody>
      </p:sp>
      <p:sp>
        <p:nvSpPr>
          <p:cNvPr id="4" name="Slide Image Placeholder 3"/>
          <p:cNvSpPr>
            <a:spLocks noGrp="1" noRot="1" noChangeAspect="1"/>
          </p:cNvSpPr>
          <p:nvPr>
            <p:ph type="sldImg" idx="2"/>
          </p:nvPr>
        </p:nvSpPr>
        <p:spPr>
          <a:xfrm>
            <a:off x="1258888" y="720725"/>
            <a:ext cx="4797425" cy="3598863"/>
          </a:xfrm>
          <a:prstGeom prst="rect">
            <a:avLst/>
          </a:prstGeom>
          <a:noFill/>
          <a:ln w="12700">
            <a:solidFill>
              <a:prstClr val="black"/>
            </a:solidFill>
          </a:ln>
        </p:spPr>
        <p:txBody>
          <a:bodyPr vert="horz" lIns="98478" tIns="49238" rIns="98478" bIns="49238" rtlCol="0" anchor="ctr"/>
          <a:lstStyle/>
          <a:p>
            <a:endParaRPr lang="en-GB" dirty="0"/>
          </a:p>
        </p:txBody>
      </p:sp>
      <p:sp>
        <p:nvSpPr>
          <p:cNvPr id="5" name="Notes Placeholder 4"/>
          <p:cNvSpPr>
            <a:spLocks noGrp="1"/>
          </p:cNvSpPr>
          <p:nvPr>
            <p:ph type="body" sz="quarter" idx="3"/>
          </p:nvPr>
        </p:nvSpPr>
        <p:spPr>
          <a:xfrm>
            <a:off x="731520" y="4560571"/>
            <a:ext cx="5852160" cy="4320540"/>
          </a:xfrm>
          <a:prstGeom prst="rect">
            <a:avLst/>
          </a:prstGeom>
        </p:spPr>
        <p:txBody>
          <a:bodyPr vert="horz" lIns="98478" tIns="49238" rIns="98478" bIns="49238"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9119475"/>
            <a:ext cx="3169920" cy="480060"/>
          </a:xfrm>
          <a:prstGeom prst="rect">
            <a:avLst/>
          </a:prstGeom>
        </p:spPr>
        <p:txBody>
          <a:bodyPr vert="horz" lIns="98478" tIns="49238" rIns="98478" bIns="49238" rtlCol="0" anchor="b"/>
          <a:lstStyle>
            <a:lvl1pPr algn="l">
              <a:defRPr sz="1200">
                <a:latin typeface="Arial" panose="020B0604020202020204" pitchFamily="34" charset="0"/>
              </a:defRPr>
            </a:lvl1pPr>
          </a:lstStyle>
          <a:p>
            <a:endParaRPr lang="en-US" dirty="0"/>
          </a:p>
        </p:txBody>
      </p:sp>
      <p:sp>
        <p:nvSpPr>
          <p:cNvPr id="7" name="Slide Number Placeholder 6"/>
          <p:cNvSpPr>
            <a:spLocks noGrp="1"/>
          </p:cNvSpPr>
          <p:nvPr>
            <p:ph type="sldNum" sz="quarter" idx="5"/>
          </p:nvPr>
        </p:nvSpPr>
        <p:spPr>
          <a:xfrm>
            <a:off x="4143589" y="9119475"/>
            <a:ext cx="3169920" cy="480060"/>
          </a:xfrm>
          <a:prstGeom prst="rect">
            <a:avLst/>
          </a:prstGeom>
        </p:spPr>
        <p:txBody>
          <a:bodyPr vert="horz" lIns="98478" tIns="49238" rIns="98478" bIns="49238" rtlCol="0" anchor="b"/>
          <a:lstStyle>
            <a:lvl1pPr algn="r">
              <a:defRPr sz="1200">
                <a:latin typeface="Arial" panose="020B0604020202020204" pitchFamily="34" charset="0"/>
              </a:defRPr>
            </a:lvl1pPr>
          </a:lstStyle>
          <a:p>
            <a:fld id="{C0F4A2C8-6C88-4E71-83EE-698B9D4FE22F}" type="slidenum">
              <a:rPr lang="en-US" smtClean="0"/>
              <a:pPr/>
              <a:t>‹#›</a:t>
            </a:fld>
            <a:endParaRPr lang="en-US" dirty="0"/>
          </a:p>
        </p:txBody>
      </p:sp>
    </p:spTree>
    <p:extLst>
      <p:ext uri="{BB962C8B-B14F-4D97-AF65-F5344CB8AC3E}">
        <p14:creationId xmlns:p14="http://schemas.microsoft.com/office/powerpoint/2010/main" val="1904730299"/>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Arial" panose="020B0604020202020204" pitchFamily="34" charset="0"/>
        <a:ea typeface="+mn-ea"/>
        <a:cs typeface="+mn-cs"/>
      </a:defRPr>
    </a:lvl1pPr>
    <a:lvl2pPr marL="457200" algn="l" defTabSz="914400" rtl="0" eaLnBrk="1" latinLnBrk="0" hangingPunct="1">
      <a:defRPr sz="1200" kern="1200">
        <a:solidFill>
          <a:schemeClr val="tx1"/>
        </a:solidFill>
        <a:latin typeface="Arial" panose="020B0604020202020204" pitchFamily="34" charset="0"/>
        <a:ea typeface="+mn-ea"/>
        <a:cs typeface="+mn-cs"/>
      </a:defRPr>
    </a:lvl2pPr>
    <a:lvl3pPr marL="914400" algn="l" defTabSz="914400" rtl="0" eaLnBrk="1" latinLnBrk="0" hangingPunct="1">
      <a:defRPr sz="1200" kern="1200">
        <a:solidFill>
          <a:schemeClr val="tx1"/>
        </a:solidFill>
        <a:latin typeface="Arial" panose="020B0604020202020204" pitchFamily="34" charset="0"/>
        <a:ea typeface="+mn-ea"/>
        <a:cs typeface="+mn-cs"/>
      </a:defRPr>
    </a:lvl3pPr>
    <a:lvl4pPr marL="1371600" algn="l" defTabSz="914400" rtl="0" eaLnBrk="1" latinLnBrk="0" hangingPunct="1">
      <a:defRPr sz="1200" kern="1200">
        <a:solidFill>
          <a:schemeClr val="tx1"/>
        </a:solidFill>
        <a:latin typeface="Arial" panose="020B0604020202020204" pitchFamily="34" charset="0"/>
        <a:ea typeface="+mn-ea"/>
        <a:cs typeface="+mn-cs"/>
      </a:defRPr>
    </a:lvl4pPr>
    <a:lvl5pPr marL="1828800" algn="l" defTabSz="914400" rtl="0" eaLnBrk="1" latinLnBrk="0" hangingPunct="1">
      <a:defRPr sz="120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C0F4A2C8-6C88-4E71-83EE-698B9D4FE22F}" type="slidenum">
              <a:rPr lang="en-US" smtClean="0"/>
              <a:pPr/>
              <a:t>1</a:t>
            </a:fld>
            <a:endParaRPr lang="en-US" dirty="0"/>
          </a:p>
        </p:txBody>
      </p:sp>
    </p:spTree>
    <p:extLst>
      <p:ext uri="{BB962C8B-B14F-4D97-AF65-F5344CB8AC3E}">
        <p14:creationId xmlns:p14="http://schemas.microsoft.com/office/powerpoint/2010/main" val="39470943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0F4A2C8-6C88-4E71-83EE-698B9D4FE22F}" type="slidenum">
              <a:rPr lang="en-US" smtClean="0"/>
              <a:pPr/>
              <a:t>2</a:t>
            </a:fld>
            <a:endParaRPr lang="en-US" dirty="0"/>
          </a:p>
        </p:txBody>
      </p:sp>
    </p:spTree>
    <p:extLst>
      <p:ext uri="{BB962C8B-B14F-4D97-AF65-F5344CB8AC3E}">
        <p14:creationId xmlns:p14="http://schemas.microsoft.com/office/powerpoint/2010/main" val="19189756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0F4A2C8-6C88-4E71-83EE-698B9D4FE22F}" type="slidenum">
              <a:rPr lang="en-US" smtClean="0"/>
              <a:pPr/>
              <a:t>3</a:t>
            </a:fld>
            <a:endParaRPr lang="en-US" dirty="0"/>
          </a:p>
        </p:txBody>
      </p:sp>
    </p:spTree>
    <p:extLst>
      <p:ext uri="{BB962C8B-B14F-4D97-AF65-F5344CB8AC3E}">
        <p14:creationId xmlns:p14="http://schemas.microsoft.com/office/powerpoint/2010/main" val="61524096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0F4A2C8-6C88-4E71-83EE-698B9D4FE22F}" type="slidenum">
              <a:rPr lang="en-US" smtClean="0"/>
              <a:pPr/>
              <a:t>4</a:t>
            </a:fld>
            <a:endParaRPr lang="en-US" dirty="0"/>
          </a:p>
        </p:txBody>
      </p:sp>
    </p:spTree>
    <p:extLst>
      <p:ext uri="{BB962C8B-B14F-4D97-AF65-F5344CB8AC3E}">
        <p14:creationId xmlns:p14="http://schemas.microsoft.com/office/powerpoint/2010/main" val="73397642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0F4A2C8-6C88-4E71-83EE-698B9D4FE22F}" type="slidenum">
              <a:rPr lang="en-US" smtClean="0"/>
              <a:pPr/>
              <a:t>5</a:t>
            </a:fld>
            <a:endParaRPr lang="en-US" dirty="0"/>
          </a:p>
        </p:txBody>
      </p:sp>
    </p:spTree>
    <p:extLst>
      <p:ext uri="{BB962C8B-B14F-4D97-AF65-F5344CB8AC3E}">
        <p14:creationId xmlns:p14="http://schemas.microsoft.com/office/powerpoint/2010/main" val="208851917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0F4A2C8-6C88-4E71-83EE-698B9D4FE22F}" type="slidenum">
              <a:rPr lang="en-US" smtClean="0"/>
              <a:pPr/>
              <a:t>6</a:t>
            </a:fld>
            <a:endParaRPr lang="en-US" dirty="0"/>
          </a:p>
        </p:txBody>
      </p:sp>
    </p:spTree>
    <p:extLst>
      <p:ext uri="{BB962C8B-B14F-4D97-AF65-F5344CB8AC3E}">
        <p14:creationId xmlns:p14="http://schemas.microsoft.com/office/powerpoint/2010/main" val="316355575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0F4A2C8-6C88-4E71-83EE-698B9D4FE22F}" type="slidenum">
              <a:rPr lang="en-US" smtClean="0"/>
              <a:pPr/>
              <a:t>7</a:t>
            </a:fld>
            <a:endParaRPr lang="en-US" dirty="0"/>
          </a:p>
        </p:txBody>
      </p:sp>
    </p:spTree>
    <p:extLst>
      <p:ext uri="{BB962C8B-B14F-4D97-AF65-F5344CB8AC3E}">
        <p14:creationId xmlns:p14="http://schemas.microsoft.com/office/powerpoint/2010/main" val="382797419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0F4A2C8-6C88-4E71-83EE-698B9D4FE22F}" type="slidenum">
              <a:rPr lang="en-US" smtClean="0"/>
              <a:pPr/>
              <a:t>8</a:t>
            </a:fld>
            <a:endParaRPr lang="en-US" dirty="0"/>
          </a:p>
        </p:txBody>
      </p:sp>
    </p:spTree>
    <p:extLst>
      <p:ext uri="{BB962C8B-B14F-4D97-AF65-F5344CB8AC3E}">
        <p14:creationId xmlns:p14="http://schemas.microsoft.com/office/powerpoint/2010/main" val="363834093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0F4A2C8-6C88-4E71-83EE-698B9D4FE22F}" type="slidenum">
              <a:rPr lang="en-US" smtClean="0"/>
              <a:pPr/>
              <a:t>9</a:t>
            </a:fld>
            <a:endParaRPr lang="en-US" dirty="0"/>
          </a:p>
        </p:txBody>
      </p:sp>
    </p:spTree>
    <p:extLst>
      <p:ext uri="{BB962C8B-B14F-4D97-AF65-F5344CB8AC3E}">
        <p14:creationId xmlns:p14="http://schemas.microsoft.com/office/powerpoint/2010/main" val="220311766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0F4A2C8-6C88-4E71-83EE-698B9D4FE22F}" type="slidenum">
              <a:rPr lang="en-US" smtClean="0"/>
              <a:pPr/>
              <a:t>10</a:t>
            </a:fld>
            <a:endParaRPr lang="en-US" dirty="0"/>
          </a:p>
        </p:txBody>
      </p:sp>
    </p:spTree>
    <p:extLst>
      <p:ext uri="{BB962C8B-B14F-4D97-AF65-F5344CB8AC3E}">
        <p14:creationId xmlns:p14="http://schemas.microsoft.com/office/powerpoint/2010/main" val="421271482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0F4A2C8-6C88-4E71-83EE-698B9D4FE22F}" type="slidenum">
              <a:rPr lang="en-US" smtClean="0"/>
              <a:pPr/>
              <a:t>11</a:t>
            </a:fld>
            <a:endParaRPr lang="en-US" dirty="0"/>
          </a:p>
        </p:txBody>
      </p:sp>
    </p:spTree>
    <p:extLst>
      <p:ext uri="{BB962C8B-B14F-4D97-AF65-F5344CB8AC3E}">
        <p14:creationId xmlns:p14="http://schemas.microsoft.com/office/powerpoint/2010/main" val="288434877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0F4A2C8-6C88-4E71-83EE-698B9D4FE22F}" type="slidenum">
              <a:rPr lang="en-US" smtClean="0"/>
              <a:pPr/>
              <a:t>12</a:t>
            </a:fld>
            <a:endParaRPr lang="en-US" dirty="0"/>
          </a:p>
        </p:txBody>
      </p:sp>
    </p:spTree>
    <p:extLst>
      <p:ext uri="{BB962C8B-B14F-4D97-AF65-F5344CB8AC3E}">
        <p14:creationId xmlns:p14="http://schemas.microsoft.com/office/powerpoint/2010/main" val="245615838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0F4A2C8-6C88-4E71-83EE-698B9D4FE22F}" type="slidenum">
              <a:rPr lang="en-US" smtClean="0"/>
              <a:pPr/>
              <a:t>13</a:t>
            </a:fld>
            <a:endParaRPr lang="en-US" dirty="0"/>
          </a:p>
        </p:txBody>
      </p:sp>
    </p:spTree>
    <p:extLst>
      <p:ext uri="{BB962C8B-B14F-4D97-AF65-F5344CB8AC3E}">
        <p14:creationId xmlns:p14="http://schemas.microsoft.com/office/powerpoint/2010/main" val="212419918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0F4A2C8-6C88-4E71-83EE-698B9D4FE22F}" type="slidenum">
              <a:rPr lang="en-US" smtClean="0"/>
              <a:pPr/>
              <a:t>14</a:t>
            </a:fld>
            <a:endParaRPr lang="en-US" dirty="0"/>
          </a:p>
        </p:txBody>
      </p:sp>
    </p:spTree>
    <p:extLst>
      <p:ext uri="{BB962C8B-B14F-4D97-AF65-F5344CB8AC3E}">
        <p14:creationId xmlns:p14="http://schemas.microsoft.com/office/powerpoint/2010/main" val="349679103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0F4A2C8-6C88-4E71-83EE-698B9D4FE22F}" type="slidenum">
              <a:rPr lang="en-US" smtClean="0"/>
              <a:pPr/>
              <a:t>15</a:t>
            </a:fld>
            <a:endParaRPr lang="en-US" dirty="0"/>
          </a:p>
        </p:txBody>
      </p:sp>
    </p:spTree>
    <p:extLst>
      <p:ext uri="{BB962C8B-B14F-4D97-AF65-F5344CB8AC3E}">
        <p14:creationId xmlns:p14="http://schemas.microsoft.com/office/powerpoint/2010/main" val="201761265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0F4A2C8-6C88-4E71-83EE-698B9D4FE22F}" type="slidenum">
              <a:rPr lang="en-US" smtClean="0"/>
              <a:pPr/>
              <a:t>16</a:t>
            </a:fld>
            <a:endParaRPr lang="en-US" dirty="0"/>
          </a:p>
        </p:txBody>
      </p:sp>
    </p:spTree>
    <p:extLst>
      <p:ext uri="{BB962C8B-B14F-4D97-AF65-F5344CB8AC3E}">
        <p14:creationId xmlns:p14="http://schemas.microsoft.com/office/powerpoint/2010/main" val="60632001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0F4A2C8-6C88-4E71-83EE-698B9D4FE22F}" type="slidenum">
              <a:rPr lang="en-US" smtClean="0"/>
              <a:pPr/>
              <a:t>17</a:t>
            </a:fld>
            <a:endParaRPr lang="en-US" dirty="0"/>
          </a:p>
        </p:txBody>
      </p:sp>
    </p:spTree>
    <p:extLst>
      <p:ext uri="{BB962C8B-B14F-4D97-AF65-F5344CB8AC3E}">
        <p14:creationId xmlns:p14="http://schemas.microsoft.com/office/powerpoint/2010/main" val="229817885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0F4A2C8-6C88-4E71-83EE-698B9D4FE22F}" type="slidenum">
              <a:rPr lang="en-US" smtClean="0"/>
              <a:pPr/>
              <a:t>18</a:t>
            </a:fld>
            <a:endParaRPr lang="en-US" dirty="0"/>
          </a:p>
        </p:txBody>
      </p:sp>
    </p:spTree>
    <p:extLst>
      <p:ext uri="{BB962C8B-B14F-4D97-AF65-F5344CB8AC3E}">
        <p14:creationId xmlns:p14="http://schemas.microsoft.com/office/powerpoint/2010/main" val="188769635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 Black">
    <p:bg bwMode="gray">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9" name="Picture Placeholder 8"/>
          <p:cNvSpPr>
            <a:spLocks noGrp="1" noChangeAspect="1"/>
          </p:cNvSpPr>
          <p:nvPr>
            <p:ph type="pic" sz="quarter" idx="11"/>
          </p:nvPr>
        </p:nvSpPr>
        <p:spPr>
          <a:xfrm>
            <a:off x="1879392" y="727200"/>
            <a:ext cx="5400000" cy="5400000"/>
          </a:xfrm>
          <a:prstGeom prst="rect">
            <a:avLst/>
          </a:prstGeom>
        </p:spPr>
        <p:txBody>
          <a:bodyPr/>
          <a:lstStyle>
            <a:lvl1pPr>
              <a:defRPr>
                <a:solidFill>
                  <a:schemeClr val="bg1"/>
                </a:solidFill>
              </a:defRPr>
            </a:lvl1pPr>
          </a:lstStyle>
          <a:p>
            <a:r>
              <a:rPr lang="en-US" noProof="0" dirty="0"/>
              <a:t>Click icon to add picture</a:t>
            </a:r>
          </a:p>
        </p:txBody>
      </p:sp>
      <p:sp>
        <p:nvSpPr>
          <p:cNvPr id="3" name="Subtitle 2"/>
          <p:cNvSpPr>
            <a:spLocks noGrp="1"/>
          </p:cNvSpPr>
          <p:nvPr>
            <p:ph type="subTitle" idx="1" hasCustomPrompt="1"/>
          </p:nvPr>
        </p:nvSpPr>
        <p:spPr bwMode="gray">
          <a:xfrm>
            <a:off x="377992" y="5864229"/>
            <a:ext cx="4194008" cy="505645"/>
          </a:xfrm>
          <a:prstGeom prst="rect">
            <a:avLst/>
          </a:prstGeom>
        </p:spPr>
        <p:txBody>
          <a:bodyPr lIns="0" tIns="0" rIns="0" bIns="0" anchor="b" anchorCtr="0">
            <a:noAutofit/>
          </a:bodyPr>
          <a:lstStyle>
            <a:lvl1pPr marL="0" indent="0" algn="l">
              <a:lnSpc>
                <a:spcPct val="100000"/>
              </a:lnSpc>
              <a:spcAft>
                <a:spcPts val="0"/>
              </a:spcAft>
              <a:buNone/>
              <a:defRPr sz="1800" b="1">
                <a:solidFill>
                  <a:schemeClr val="bg1"/>
                </a:solidFill>
              </a:defRPr>
            </a:lvl1pPr>
            <a:lvl2pPr marL="0" marR="0" indent="0" algn="l" defTabSz="914400" rtl="0" eaLnBrk="1" fontAlgn="auto" latinLnBrk="0" hangingPunct="1">
              <a:lnSpc>
                <a:spcPct val="100000"/>
              </a:lnSpc>
              <a:spcBef>
                <a:spcPts val="0"/>
              </a:spcBef>
              <a:spcAft>
                <a:spcPts val="0"/>
              </a:spcAft>
              <a:buClrTx/>
              <a:buSzPct val="100000"/>
              <a:buFont typeface="Arial"/>
              <a:buNone/>
              <a:tabLst/>
              <a:defRPr sz="1600" b="0">
                <a:solidFill>
                  <a:schemeClr val="bg1"/>
                </a:solidFill>
              </a:defRPr>
            </a:lvl2pPr>
            <a:lvl3pPr marL="0" indent="0" algn="l">
              <a:spcAft>
                <a:spcPts val="0"/>
              </a:spcAft>
              <a:buNone/>
              <a:defRPr sz="1600">
                <a:solidFill>
                  <a:schemeClr val="bg1"/>
                </a:solidFill>
              </a:defRPr>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dirty="0"/>
              <a:t>Click to edit Master title style</a:t>
            </a:r>
          </a:p>
          <a:p>
            <a:pPr marL="0" marR="0" lvl="1" indent="0" algn="l" defTabSz="914400" rtl="0" eaLnBrk="1" fontAlgn="auto" latinLnBrk="0" hangingPunct="1">
              <a:lnSpc>
                <a:spcPct val="100000"/>
              </a:lnSpc>
              <a:spcBef>
                <a:spcPts val="0"/>
              </a:spcBef>
              <a:spcAft>
                <a:spcPts val="0"/>
              </a:spcAft>
              <a:buClrTx/>
              <a:buSzPct val="100000"/>
              <a:buFont typeface="Arial"/>
              <a:buNone/>
              <a:tabLst/>
              <a:defRPr/>
            </a:pPr>
            <a:r>
              <a:rPr lang="en-US" noProof="0" dirty="0"/>
              <a:t>Click to edit Master subtitle style</a:t>
            </a:r>
          </a:p>
        </p:txBody>
      </p:sp>
      <p:sp>
        <p:nvSpPr>
          <p:cNvPr id="5" name="Text Placeholder 4"/>
          <p:cNvSpPr>
            <a:spLocks noGrp="1"/>
          </p:cNvSpPr>
          <p:nvPr>
            <p:ph type="body" sz="quarter" idx="10"/>
          </p:nvPr>
        </p:nvSpPr>
        <p:spPr>
          <a:xfrm>
            <a:off x="376238" y="6381750"/>
            <a:ext cx="4195762" cy="298450"/>
          </a:xfrm>
          <a:prstGeom prst="rect">
            <a:avLst/>
          </a:prstGeom>
        </p:spPr>
        <p:txBody>
          <a:bodyPr/>
          <a:lstStyle>
            <a:lvl1pPr>
              <a:spcAft>
                <a:spcPts val="0"/>
              </a:spcAft>
              <a:defRPr sz="100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21" name="Group 20"/>
          <p:cNvGrpSpPr/>
          <p:nvPr userDrawn="1"/>
        </p:nvGrpSpPr>
        <p:grpSpPr>
          <a:xfrm>
            <a:off x="377991" y="378000"/>
            <a:ext cx="1620000" cy="307976"/>
            <a:chOff x="398463" y="404813"/>
            <a:chExt cx="1627187" cy="307976"/>
          </a:xfrm>
          <a:solidFill>
            <a:schemeClr val="bg1"/>
          </a:solidFill>
        </p:grpSpPr>
        <p:sp>
          <p:nvSpPr>
            <p:cNvPr id="11"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12"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13"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14"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15"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16"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17"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18"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19"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20"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grpSp>
    </p:spTree>
    <p:extLst>
      <p:ext uri="{BB962C8B-B14F-4D97-AF65-F5344CB8AC3E}">
        <p14:creationId xmlns:p14="http://schemas.microsoft.com/office/powerpoint/2010/main" val="2104557831"/>
      </p:ext>
    </p:extLst>
  </p:cSld>
  <p:clrMapOvr>
    <a:overrideClrMapping bg1="lt1" tx1="dk1" bg2="lt2" tx2="dk2" accent1="accent1" accent2="accent2" accent3="accent3" accent4="accent4" accent5="accent5" accent6="accent6" hlink="hlink" folHlink="folHlink"/>
  </p:clrMapOvr>
  <p:transition>
    <p:fade/>
  </p:transition>
  <p:extLst mod="1">
    <p:ext uri="{DCECCB84-F9BA-43D5-87BE-67443E8EF086}">
      <p15:sldGuideLst xmlns:p15="http://schemas.microsoft.com/office/powerpoint/2012/main">
        <p15:guide id="1" orient="horz" pos="4088">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 White">
    <p:bg bwMode="gray">
      <p:bgPr>
        <a:solidFill>
          <a:schemeClr val="bg1"/>
        </a:solidFill>
        <a:effectLst/>
      </p:bgPr>
    </p:bg>
    <p:spTree>
      <p:nvGrpSpPr>
        <p:cNvPr id="1" name=""/>
        <p:cNvGrpSpPr/>
        <p:nvPr/>
      </p:nvGrpSpPr>
      <p:grpSpPr>
        <a:xfrm>
          <a:off x="0" y="0"/>
          <a:ext cx="0" cy="0"/>
          <a:chOff x="0" y="0"/>
          <a:chExt cx="0" cy="0"/>
        </a:xfrm>
      </p:grpSpPr>
      <p:sp>
        <p:nvSpPr>
          <p:cNvPr id="9" name="Picture Placeholder 8"/>
          <p:cNvSpPr>
            <a:spLocks noGrp="1" noChangeAspect="1"/>
          </p:cNvSpPr>
          <p:nvPr>
            <p:ph type="pic" sz="quarter" idx="11"/>
          </p:nvPr>
        </p:nvSpPr>
        <p:spPr>
          <a:xfrm>
            <a:off x="1867360" y="727200"/>
            <a:ext cx="5400000" cy="5400000"/>
          </a:xfrm>
          <a:prstGeom prst="rect">
            <a:avLst/>
          </a:prstGeom>
        </p:spPr>
        <p:txBody>
          <a:bodyPr/>
          <a:lstStyle/>
          <a:p>
            <a:r>
              <a:rPr lang="en-US" noProof="0" dirty="0"/>
              <a:t>Click icon to add picture</a:t>
            </a:r>
          </a:p>
        </p:txBody>
      </p:sp>
      <p:sp>
        <p:nvSpPr>
          <p:cNvPr id="3" name="Subtitle 2"/>
          <p:cNvSpPr>
            <a:spLocks noGrp="1"/>
          </p:cNvSpPr>
          <p:nvPr>
            <p:ph type="subTitle" idx="1" hasCustomPrompt="1"/>
          </p:nvPr>
        </p:nvSpPr>
        <p:spPr bwMode="gray">
          <a:xfrm>
            <a:off x="376238" y="5864229"/>
            <a:ext cx="4195761" cy="505645"/>
          </a:xfrm>
          <a:prstGeom prst="rect">
            <a:avLst/>
          </a:prstGeom>
        </p:spPr>
        <p:txBody>
          <a:bodyPr lIns="0" tIns="0" rIns="0" bIns="0" anchor="b" anchorCtr="0">
            <a:noAutofit/>
          </a:bodyPr>
          <a:lstStyle>
            <a:lvl1pPr marL="0" indent="0" algn="l">
              <a:lnSpc>
                <a:spcPct val="100000"/>
              </a:lnSpc>
              <a:spcAft>
                <a:spcPts val="0"/>
              </a:spcAft>
              <a:buNone/>
              <a:defRPr sz="1800" b="1">
                <a:solidFill>
                  <a:schemeClr val="tx1"/>
                </a:solidFill>
              </a:defRPr>
            </a:lvl1pPr>
            <a:lvl2pPr marL="0" indent="0" algn="l">
              <a:buNone/>
              <a:defRPr sz="1600" b="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dirty="0"/>
              <a:t>Click to edit Master title style</a:t>
            </a:r>
          </a:p>
          <a:p>
            <a:pPr lvl="1"/>
            <a:r>
              <a:rPr lang="en-US" noProof="0" dirty="0"/>
              <a:t>Click to edit Master subtitle style</a:t>
            </a:r>
          </a:p>
        </p:txBody>
      </p:sp>
      <p:sp>
        <p:nvSpPr>
          <p:cNvPr id="5" name="Text Placeholder 4"/>
          <p:cNvSpPr>
            <a:spLocks noGrp="1"/>
          </p:cNvSpPr>
          <p:nvPr>
            <p:ph type="body" sz="quarter" idx="10"/>
          </p:nvPr>
        </p:nvSpPr>
        <p:spPr>
          <a:xfrm>
            <a:off x="376238" y="6381750"/>
            <a:ext cx="4195762" cy="298450"/>
          </a:xfrm>
          <a:prstGeom prst="rect">
            <a:avLst/>
          </a:prstGeom>
        </p:spPr>
        <p:txBody>
          <a:bodyPr/>
          <a:lstStyle>
            <a:lvl1pPr>
              <a:spcAft>
                <a:spcPts val="0"/>
              </a:spcAft>
              <a:defRPr sz="100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7" name="Group 6"/>
          <p:cNvGrpSpPr/>
          <p:nvPr userDrawn="1"/>
        </p:nvGrpSpPr>
        <p:grpSpPr>
          <a:xfrm>
            <a:off x="377991" y="378000"/>
            <a:ext cx="1620000" cy="307976"/>
            <a:chOff x="398463" y="404813"/>
            <a:chExt cx="1627187" cy="307976"/>
          </a:xfrm>
          <a:solidFill>
            <a:schemeClr val="tx1"/>
          </a:solidFill>
        </p:grpSpPr>
        <p:sp>
          <p:nvSpPr>
            <p:cNvPr id="8"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10"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11"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12"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13"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14"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15"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16"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17"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18"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grpSp>
    </p:spTree>
    <p:extLst>
      <p:ext uri="{BB962C8B-B14F-4D97-AF65-F5344CB8AC3E}">
        <p14:creationId xmlns:p14="http://schemas.microsoft.com/office/powerpoint/2010/main" val="2783079461"/>
      </p:ext>
    </p:extLst>
  </p:cSld>
  <p:clrMapOvr>
    <a:masterClrMapping/>
  </p:clrMapOvr>
  <p:transition>
    <p:fade/>
  </p:transition>
  <p:extLst mod="1">
    <p:ext uri="{DCECCB84-F9BA-43D5-87BE-67443E8EF086}">
      <p15:sldGuideLst xmlns:p15="http://schemas.microsoft.com/office/powerpoint/2012/main">
        <p15:guide id="1" orient="horz" pos="4088">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Slide - Circle Black">
    <p:bg bwMode="gray">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2502000" y="1368000"/>
            <a:ext cx="4140000" cy="4140000"/>
          </a:xfrm>
          <a:prstGeom prst="ellipse">
            <a:avLst/>
          </a:prstGeom>
          <a:ln w="25400">
            <a:solidFill>
              <a:schemeClr val="accent1"/>
            </a:solidFill>
          </a:ln>
        </p:spPr>
        <p:txBody>
          <a:bodyPr lIns="108000" tIns="108000" rIns="108000" bIns="108000" anchor="ctr" anchorCtr="0">
            <a:normAutofit/>
          </a:bodyPr>
          <a:lstStyle>
            <a:lvl1pPr algn="ctr">
              <a:lnSpc>
                <a:spcPts val="4200"/>
              </a:lnSpc>
              <a:defRPr sz="3600" b="0">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Subtitle 2"/>
          <p:cNvSpPr>
            <a:spLocks noGrp="1"/>
          </p:cNvSpPr>
          <p:nvPr>
            <p:ph type="subTitle" idx="1"/>
          </p:nvPr>
        </p:nvSpPr>
        <p:spPr bwMode="gray">
          <a:xfrm>
            <a:off x="377992" y="5864229"/>
            <a:ext cx="4194008" cy="505645"/>
          </a:xfrm>
          <a:prstGeom prst="rect">
            <a:avLst/>
          </a:prstGeom>
        </p:spPr>
        <p:txBody>
          <a:bodyPr lIns="0" tIns="0" rIns="0" bIns="0" anchor="b" anchorCtr="0">
            <a:noAutofit/>
          </a:bodyPr>
          <a:lstStyle>
            <a:lvl1pPr marL="0" indent="0" algn="l">
              <a:lnSpc>
                <a:spcPct val="100000"/>
              </a:lnSpc>
              <a:spcAft>
                <a:spcPts val="0"/>
              </a:spcAft>
              <a:buNone/>
              <a:defRPr sz="16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endParaRPr lang="en-US" noProof="0" dirty="0"/>
          </a:p>
        </p:txBody>
      </p:sp>
      <p:sp>
        <p:nvSpPr>
          <p:cNvPr id="5" name="Text Placeholder 4"/>
          <p:cNvSpPr>
            <a:spLocks noGrp="1"/>
          </p:cNvSpPr>
          <p:nvPr>
            <p:ph type="body" sz="quarter" idx="10"/>
          </p:nvPr>
        </p:nvSpPr>
        <p:spPr>
          <a:xfrm>
            <a:off x="376238" y="6381750"/>
            <a:ext cx="4195762" cy="298450"/>
          </a:xfrm>
          <a:prstGeom prst="rect">
            <a:avLst/>
          </a:prstGeom>
        </p:spPr>
        <p:txBody>
          <a:bodyPr/>
          <a:lstStyle>
            <a:lvl1pPr>
              <a:spcAft>
                <a:spcPts val="0"/>
              </a:spcAft>
              <a:defRPr sz="100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21" name="Group 20"/>
          <p:cNvGrpSpPr/>
          <p:nvPr userDrawn="1"/>
        </p:nvGrpSpPr>
        <p:grpSpPr>
          <a:xfrm>
            <a:off x="377991" y="378000"/>
            <a:ext cx="1620000" cy="307976"/>
            <a:chOff x="398463" y="404813"/>
            <a:chExt cx="1627187" cy="307976"/>
          </a:xfrm>
          <a:solidFill>
            <a:schemeClr val="bg1"/>
          </a:solidFill>
        </p:grpSpPr>
        <p:sp>
          <p:nvSpPr>
            <p:cNvPr id="11"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12"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13"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14"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15"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16"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17"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18"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19"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20"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grpSp>
    </p:spTree>
    <p:extLst>
      <p:ext uri="{BB962C8B-B14F-4D97-AF65-F5344CB8AC3E}">
        <p14:creationId xmlns:p14="http://schemas.microsoft.com/office/powerpoint/2010/main" val="1665008738"/>
      </p:ext>
    </p:extLst>
  </p:cSld>
  <p:clrMapOvr>
    <a:overrideClrMapping bg1="lt1" tx1="dk1" bg2="lt2" tx2="dk2" accent1="accent1" accent2="accent2" accent3="accent3" accent4="accent4" accent5="accent5" accent6="accent6" hlink="hlink" folHlink="folHlink"/>
  </p:clrMapOvr>
  <p:transition>
    <p:fade/>
  </p:transition>
  <p:extLst mod="1">
    <p:ext uri="{DCECCB84-F9BA-43D5-87BE-67443E8EF086}">
      <p15:sldGuideLst xmlns:p15="http://schemas.microsoft.com/office/powerpoint/2012/main">
        <p15:guide id="1" orient="horz" pos="4088">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Slide - Circle White">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2502000" y="1368000"/>
            <a:ext cx="4140000" cy="4140000"/>
          </a:xfrm>
          <a:prstGeom prst="ellipse">
            <a:avLst/>
          </a:prstGeom>
          <a:ln w="25400">
            <a:solidFill>
              <a:schemeClr val="accent1"/>
            </a:solidFill>
          </a:ln>
        </p:spPr>
        <p:txBody>
          <a:bodyPr lIns="108000" tIns="108000" rIns="108000" bIns="108000" anchor="ctr" anchorCtr="0">
            <a:normAutofit/>
          </a:bodyPr>
          <a:lstStyle>
            <a:lvl1pPr algn="ctr">
              <a:lnSpc>
                <a:spcPts val="4200"/>
              </a:lnSpc>
              <a:defRPr sz="3600" b="0">
                <a:solidFill>
                  <a:schemeClr val="tx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Subtitle 2"/>
          <p:cNvSpPr>
            <a:spLocks noGrp="1"/>
          </p:cNvSpPr>
          <p:nvPr>
            <p:ph type="subTitle" idx="1"/>
          </p:nvPr>
        </p:nvSpPr>
        <p:spPr bwMode="gray">
          <a:xfrm>
            <a:off x="376238" y="5864229"/>
            <a:ext cx="4195761" cy="505645"/>
          </a:xfrm>
          <a:prstGeom prst="rect">
            <a:avLst/>
          </a:prstGeom>
        </p:spPr>
        <p:txBody>
          <a:bodyPr lIns="0" tIns="0" rIns="0" bIns="0" anchor="b" anchorCtr="0">
            <a:noAutofit/>
          </a:bodyPr>
          <a:lstStyle>
            <a:lvl1pPr marL="0" indent="0" algn="l">
              <a:lnSpc>
                <a:spcPct val="100000"/>
              </a:lnSpc>
              <a:spcAft>
                <a:spcPts val="0"/>
              </a:spcAft>
              <a:buNone/>
              <a:defRPr sz="16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endParaRPr lang="en-US" noProof="0" dirty="0"/>
          </a:p>
        </p:txBody>
      </p:sp>
      <p:sp>
        <p:nvSpPr>
          <p:cNvPr id="5" name="Text Placeholder 4"/>
          <p:cNvSpPr>
            <a:spLocks noGrp="1"/>
          </p:cNvSpPr>
          <p:nvPr>
            <p:ph type="body" sz="quarter" idx="10"/>
          </p:nvPr>
        </p:nvSpPr>
        <p:spPr>
          <a:xfrm>
            <a:off x="376238" y="6381750"/>
            <a:ext cx="4195762" cy="298450"/>
          </a:xfrm>
          <a:prstGeom prst="rect">
            <a:avLst/>
          </a:prstGeom>
        </p:spPr>
        <p:txBody>
          <a:bodyPr/>
          <a:lstStyle>
            <a:lvl1pPr>
              <a:spcAft>
                <a:spcPts val="0"/>
              </a:spcAft>
              <a:defRPr sz="100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7" name="Group 6"/>
          <p:cNvGrpSpPr/>
          <p:nvPr userDrawn="1"/>
        </p:nvGrpSpPr>
        <p:grpSpPr>
          <a:xfrm>
            <a:off x="377991" y="378000"/>
            <a:ext cx="1620000" cy="307976"/>
            <a:chOff x="398463" y="404813"/>
            <a:chExt cx="1627187" cy="307976"/>
          </a:xfrm>
          <a:solidFill>
            <a:schemeClr val="tx1"/>
          </a:solidFill>
        </p:grpSpPr>
        <p:sp>
          <p:nvSpPr>
            <p:cNvPr id="8"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10"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11"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12"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13"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14"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15"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16"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17"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18"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grpSp>
    </p:spTree>
    <p:extLst>
      <p:ext uri="{BB962C8B-B14F-4D97-AF65-F5344CB8AC3E}">
        <p14:creationId xmlns:p14="http://schemas.microsoft.com/office/powerpoint/2010/main" val="3258162802"/>
      </p:ext>
    </p:extLst>
  </p:cSld>
  <p:clrMapOvr>
    <a:masterClrMapping/>
  </p:clrMapOvr>
  <p:transition>
    <p:fade/>
  </p:transition>
  <p:extLst mod="1">
    <p:ext uri="{DCECCB84-F9BA-43D5-87BE-67443E8EF086}">
      <p15:sldGuideLst xmlns:p15="http://schemas.microsoft.com/office/powerpoint/2012/main">
        <p15:guide id="1" orient="horz" pos="4088">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Divider - Deloitte green">
    <p:bg bwMode="gray">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376237" y="1705669"/>
            <a:ext cx="8391525" cy="1592403"/>
          </a:xfrm>
        </p:spPr>
        <p:txBody>
          <a:bodyPr anchor="b"/>
          <a:lstStyle>
            <a:lvl1pPr>
              <a:lnSpc>
                <a:spcPct val="95000"/>
              </a:lnSpc>
              <a:defRPr sz="3850" b="1">
                <a:solidFill>
                  <a:schemeClr val="bg1"/>
                </a:solidFill>
                <a:latin typeface="+mj-lt"/>
                <a:ea typeface="Open Sans" panose="020B0606030504020204" pitchFamily="34" charset="0"/>
                <a:cs typeface="Open Sans" panose="020B0606030504020204" pitchFamily="34" charset="0"/>
              </a:defRPr>
            </a:lvl1pPr>
          </a:lstStyle>
          <a:p>
            <a:r>
              <a:rPr lang="en-US" noProof="0" dirty="0"/>
              <a:t>Click to edit Master title style</a:t>
            </a:r>
          </a:p>
        </p:txBody>
      </p:sp>
      <p:sp>
        <p:nvSpPr>
          <p:cNvPr id="3" name="Text Placeholder 2"/>
          <p:cNvSpPr>
            <a:spLocks noGrp="1"/>
          </p:cNvSpPr>
          <p:nvPr>
            <p:ph type="body" idx="1"/>
          </p:nvPr>
        </p:nvSpPr>
        <p:spPr bwMode="gray">
          <a:xfrm>
            <a:off x="376237" y="3429000"/>
            <a:ext cx="8391525" cy="1566532"/>
          </a:xfrm>
        </p:spPr>
        <p:txBody>
          <a:bodyPr lIns="0" tIns="0" rIns="0" bIns="0">
            <a:noAutofit/>
          </a:bodyPr>
          <a:lstStyle>
            <a:lvl1pPr marL="0" indent="0">
              <a:lnSpc>
                <a:spcPct val="95000"/>
              </a:lnSpc>
              <a:spcAft>
                <a:spcPts val="0"/>
              </a:spcAft>
              <a:buNone/>
              <a:defRPr sz="385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noProof="0"/>
              <a:t>Edit Master text styles</a:t>
            </a:r>
          </a:p>
        </p:txBody>
      </p:sp>
      <p:sp>
        <p:nvSpPr>
          <p:cNvPr id="9" name="TextBox 8">
            <a:extLst>
              <a:ext uri="{FF2B5EF4-FFF2-40B4-BE49-F238E27FC236}">
                <a16:creationId xmlns:a16="http://schemas.microsoft.com/office/drawing/2014/main" id="{25A3CEE0-C2D7-4969-9BFD-1FC0D75A7C68}"/>
              </a:ext>
            </a:extLst>
          </p:cNvPr>
          <p:cNvSpPr txBox="1"/>
          <p:nvPr userDrawn="1"/>
        </p:nvSpPr>
        <p:spPr>
          <a:xfrm>
            <a:off x="4751388" y="6476999"/>
            <a:ext cx="3672420" cy="200055"/>
          </a:xfrm>
          <a:prstGeom prst="rect">
            <a:avLst/>
          </a:prstGeom>
          <a:noFill/>
        </p:spPr>
        <p:txBody>
          <a:bodyPr wrap="square" lIns="0" tIns="0" rIns="0" bIns="0" rtlCol="0">
            <a:noAutofit/>
          </a:bodyPr>
          <a:lstStyle/>
          <a:p>
            <a:pPr marL="0" indent="0" algn="r">
              <a:spcBef>
                <a:spcPts val="0"/>
              </a:spcBef>
              <a:buSzPct val="100000"/>
              <a:buFont typeface="Arial"/>
              <a:buNone/>
            </a:pPr>
            <a:r>
              <a:rPr lang="en-US" sz="650" noProof="0" dirty="0">
                <a:solidFill>
                  <a:schemeClr val="bg1"/>
                </a:solidFill>
              </a:rPr>
              <a:t>SAP Cloud Platform Integration Training | Day-1</a:t>
            </a:r>
          </a:p>
        </p:txBody>
      </p:sp>
      <p:sp>
        <p:nvSpPr>
          <p:cNvPr id="10" name="TextBox 9">
            <a:extLst>
              <a:ext uri="{FF2B5EF4-FFF2-40B4-BE49-F238E27FC236}">
                <a16:creationId xmlns:a16="http://schemas.microsoft.com/office/drawing/2014/main" id="{16EAA39F-8C00-44D8-BDA5-E93800B4C6AC}"/>
              </a:ext>
            </a:extLst>
          </p:cNvPr>
          <p:cNvSpPr txBox="1"/>
          <p:nvPr userDrawn="1"/>
        </p:nvSpPr>
        <p:spPr>
          <a:xfrm>
            <a:off x="376237" y="6477000"/>
            <a:ext cx="4016376" cy="201260"/>
          </a:xfrm>
          <a:prstGeom prst="rect">
            <a:avLst/>
          </a:prstGeom>
          <a:noFill/>
        </p:spPr>
        <p:txBody>
          <a:bodyPr wrap="square" lIns="0" tIns="0" rIns="0" bIns="0" rtlCol="0">
            <a:noAutofit/>
          </a:bodyPr>
          <a:lstStyle/>
          <a:p>
            <a:pPr marL="0" indent="0">
              <a:spcBef>
                <a:spcPts val="600"/>
              </a:spcBef>
              <a:buSzPct val="100000"/>
              <a:buFont typeface="Arial"/>
              <a:buNone/>
            </a:pPr>
            <a:r>
              <a:rPr lang="en-US" sz="650" noProof="0" dirty="0">
                <a:solidFill>
                  <a:schemeClr val="bg1"/>
                </a:solidFill>
              </a:rPr>
              <a:t>Copyright © 2019 Deloitte Development LLC. All rights reserved.</a:t>
            </a:r>
          </a:p>
        </p:txBody>
      </p:sp>
      <p:sp>
        <p:nvSpPr>
          <p:cNvPr id="11" name="TextBox 10">
            <a:extLst>
              <a:ext uri="{FF2B5EF4-FFF2-40B4-BE49-F238E27FC236}">
                <a16:creationId xmlns:a16="http://schemas.microsoft.com/office/drawing/2014/main" id="{3224D760-C23E-4F88-9473-284547820062}"/>
              </a:ext>
            </a:extLst>
          </p:cNvPr>
          <p:cNvSpPr txBox="1"/>
          <p:nvPr userDrawn="1"/>
        </p:nvSpPr>
        <p:spPr>
          <a:xfrm>
            <a:off x="8536782" y="6477000"/>
            <a:ext cx="230981" cy="100027"/>
          </a:xfrm>
          <a:prstGeom prst="rect">
            <a:avLst/>
          </a:prstGeom>
          <a:noFill/>
        </p:spPr>
        <p:txBody>
          <a:bodyPr wrap="square" lIns="0" tIns="0" rIns="0" bIns="0" rtlCol="0">
            <a:noAutofit/>
          </a:bodyPr>
          <a:lstStyle/>
          <a:p>
            <a:pPr marL="0" indent="0" algn="r">
              <a:spcBef>
                <a:spcPts val="600"/>
              </a:spcBef>
              <a:buSzPct val="100000"/>
              <a:buFont typeface="Arial"/>
              <a:buNone/>
            </a:pPr>
            <a:fld id="{C58DF478-B544-4ED8-9ED4-6A2648E2D233}" type="slidenum">
              <a:rPr lang="en-US" sz="650" noProof="0" smtClean="0">
                <a:solidFill>
                  <a:schemeClr val="bg1"/>
                </a:solidFill>
              </a:rPr>
              <a:pPr marL="0" indent="0" algn="r">
                <a:spcBef>
                  <a:spcPts val="600"/>
                </a:spcBef>
                <a:buSzPct val="100000"/>
                <a:buFont typeface="Arial"/>
                <a:buNone/>
              </a:pPr>
              <a:t>‹#›</a:t>
            </a:fld>
            <a:endParaRPr lang="en-US" sz="650" noProof="0" dirty="0">
              <a:solidFill>
                <a:schemeClr val="bg1"/>
              </a:solidFill>
            </a:endParaRPr>
          </a:p>
        </p:txBody>
      </p:sp>
    </p:spTree>
    <p:extLst>
      <p:ext uri="{BB962C8B-B14F-4D97-AF65-F5344CB8AC3E}">
        <p14:creationId xmlns:p14="http://schemas.microsoft.com/office/powerpoint/2010/main" val="2104574128"/>
      </p:ext>
    </p:extLst>
  </p:cSld>
  <p:clrMapOvr>
    <a:masterClrMapping/>
  </p:clrMapOvr>
  <p:transition>
    <p:fade/>
  </p:transition>
  <p:extLst mod="1">
    <p:ext uri="{DCECCB84-F9BA-43D5-87BE-67443E8EF086}">
      <p15:sldGuideLst xmlns:p15="http://schemas.microsoft.com/office/powerpoint/2012/main">
        <p15:guide id="1" orient="horz" pos="216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Divider - Deloitte dark green">
    <p:bg bwMode="gray">
      <p:bgPr>
        <a:solidFill>
          <a:srgbClr val="00A3E0"/>
        </a:solidFill>
        <a:effectLst/>
      </p:bgPr>
    </p:bg>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7AE2E543-9601-47DA-B929-B5836F70C496}"/>
              </a:ext>
            </a:extLst>
          </p:cNvPr>
          <p:cNvSpPr>
            <a:spLocks noGrp="1"/>
          </p:cNvSpPr>
          <p:nvPr>
            <p:ph type="title"/>
          </p:nvPr>
        </p:nvSpPr>
        <p:spPr bwMode="gray">
          <a:xfrm>
            <a:off x="376237" y="1705669"/>
            <a:ext cx="8391525" cy="1592403"/>
          </a:xfrm>
        </p:spPr>
        <p:txBody>
          <a:bodyPr anchor="b"/>
          <a:lstStyle>
            <a:lvl1pPr>
              <a:lnSpc>
                <a:spcPct val="95000"/>
              </a:lnSpc>
              <a:defRPr sz="3850" b="1">
                <a:solidFill>
                  <a:schemeClr val="bg1"/>
                </a:solidFill>
                <a:latin typeface="+mj-lt"/>
                <a:ea typeface="Open Sans" panose="020B0606030504020204" pitchFamily="34" charset="0"/>
                <a:cs typeface="Open Sans" panose="020B0606030504020204" pitchFamily="34" charset="0"/>
              </a:defRPr>
            </a:lvl1pPr>
          </a:lstStyle>
          <a:p>
            <a:r>
              <a:rPr lang="en-US" noProof="0" dirty="0"/>
              <a:t>Click to edit Master title style</a:t>
            </a:r>
          </a:p>
        </p:txBody>
      </p:sp>
      <p:sp>
        <p:nvSpPr>
          <p:cNvPr id="16" name="Text Placeholder 2">
            <a:extLst>
              <a:ext uri="{FF2B5EF4-FFF2-40B4-BE49-F238E27FC236}">
                <a16:creationId xmlns:a16="http://schemas.microsoft.com/office/drawing/2014/main" id="{621A4DB1-ACBA-48D8-8C44-9938F7584736}"/>
              </a:ext>
            </a:extLst>
          </p:cNvPr>
          <p:cNvSpPr>
            <a:spLocks noGrp="1"/>
          </p:cNvSpPr>
          <p:nvPr>
            <p:ph type="body" idx="1"/>
          </p:nvPr>
        </p:nvSpPr>
        <p:spPr bwMode="gray">
          <a:xfrm>
            <a:off x="376237" y="3429000"/>
            <a:ext cx="8391525" cy="1566532"/>
          </a:xfrm>
        </p:spPr>
        <p:txBody>
          <a:bodyPr lIns="0" tIns="0" rIns="0" bIns="0">
            <a:noAutofit/>
          </a:bodyPr>
          <a:lstStyle>
            <a:lvl1pPr marL="0" indent="0">
              <a:lnSpc>
                <a:spcPct val="95000"/>
              </a:lnSpc>
              <a:spcAft>
                <a:spcPts val="0"/>
              </a:spcAft>
              <a:buNone/>
              <a:defRPr sz="385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noProof="0"/>
              <a:t>Edit Master text styles</a:t>
            </a:r>
          </a:p>
        </p:txBody>
      </p:sp>
      <p:sp>
        <p:nvSpPr>
          <p:cNvPr id="17" name="TextBox 16">
            <a:extLst>
              <a:ext uri="{FF2B5EF4-FFF2-40B4-BE49-F238E27FC236}">
                <a16:creationId xmlns:a16="http://schemas.microsoft.com/office/drawing/2014/main" id="{627BA1D0-488D-444B-94BE-D86A9E3FCC59}"/>
              </a:ext>
            </a:extLst>
          </p:cNvPr>
          <p:cNvSpPr txBox="1"/>
          <p:nvPr userDrawn="1"/>
        </p:nvSpPr>
        <p:spPr>
          <a:xfrm>
            <a:off x="4751388" y="6476999"/>
            <a:ext cx="3672420" cy="200055"/>
          </a:xfrm>
          <a:prstGeom prst="rect">
            <a:avLst/>
          </a:prstGeom>
          <a:noFill/>
        </p:spPr>
        <p:txBody>
          <a:bodyPr wrap="square" lIns="0" tIns="0" rIns="0" bIns="0" rtlCol="0">
            <a:noAutofit/>
          </a:bodyPr>
          <a:lstStyle/>
          <a:p>
            <a:pPr marL="0" indent="0" algn="r">
              <a:spcBef>
                <a:spcPts val="0"/>
              </a:spcBef>
              <a:buSzPct val="100000"/>
              <a:buFont typeface="Arial"/>
              <a:buNone/>
            </a:pPr>
            <a:r>
              <a:rPr lang="en-US" sz="650" noProof="0" dirty="0">
                <a:solidFill>
                  <a:schemeClr val="bg1"/>
                </a:solidFill>
              </a:rPr>
              <a:t>SAP Cloud Platform Integration Training | Day-1</a:t>
            </a:r>
          </a:p>
        </p:txBody>
      </p:sp>
      <p:sp>
        <p:nvSpPr>
          <p:cNvPr id="18" name="TextBox 17">
            <a:extLst>
              <a:ext uri="{FF2B5EF4-FFF2-40B4-BE49-F238E27FC236}">
                <a16:creationId xmlns:a16="http://schemas.microsoft.com/office/drawing/2014/main" id="{8F83EC5E-86F3-49DB-AFF9-B160FF994207}"/>
              </a:ext>
            </a:extLst>
          </p:cNvPr>
          <p:cNvSpPr txBox="1"/>
          <p:nvPr userDrawn="1"/>
        </p:nvSpPr>
        <p:spPr>
          <a:xfrm>
            <a:off x="376237" y="6477000"/>
            <a:ext cx="4016376" cy="201260"/>
          </a:xfrm>
          <a:prstGeom prst="rect">
            <a:avLst/>
          </a:prstGeom>
          <a:noFill/>
        </p:spPr>
        <p:txBody>
          <a:bodyPr wrap="square" lIns="0" tIns="0" rIns="0" bIns="0" rtlCol="0">
            <a:noAutofit/>
          </a:bodyPr>
          <a:lstStyle/>
          <a:p>
            <a:pPr marL="0" indent="0">
              <a:spcBef>
                <a:spcPts val="600"/>
              </a:spcBef>
              <a:buSzPct val="100000"/>
              <a:buFont typeface="Arial"/>
              <a:buNone/>
            </a:pPr>
            <a:r>
              <a:rPr lang="en-US" sz="650" noProof="0" dirty="0">
                <a:solidFill>
                  <a:schemeClr val="bg1"/>
                </a:solidFill>
              </a:rPr>
              <a:t>Copyright © 2019 Deloitte Development LLC. All rights reserved.</a:t>
            </a:r>
          </a:p>
        </p:txBody>
      </p:sp>
      <p:sp>
        <p:nvSpPr>
          <p:cNvPr id="19" name="TextBox 18">
            <a:extLst>
              <a:ext uri="{FF2B5EF4-FFF2-40B4-BE49-F238E27FC236}">
                <a16:creationId xmlns:a16="http://schemas.microsoft.com/office/drawing/2014/main" id="{D29F0A25-0F1B-4132-A1CA-AA9A89FB5DD4}"/>
              </a:ext>
            </a:extLst>
          </p:cNvPr>
          <p:cNvSpPr txBox="1"/>
          <p:nvPr userDrawn="1"/>
        </p:nvSpPr>
        <p:spPr>
          <a:xfrm>
            <a:off x="8536782" y="6477000"/>
            <a:ext cx="230981" cy="100027"/>
          </a:xfrm>
          <a:prstGeom prst="rect">
            <a:avLst/>
          </a:prstGeom>
          <a:noFill/>
        </p:spPr>
        <p:txBody>
          <a:bodyPr wrap="square" lIns="0" tIns="0" rIns="0" bIns="0" rtlCol="0">
            <a:noAutofit/>
          </a:bodyPr>
          <a:lstStyle/>
          <a:p>
            <a:pPr marL="0" indent="0" algn="r">
              <a:spcBef>
                <a:spcPts val="600"/>
              </a:spcBef>
              <a:buSzPct val="100000"/>
              <a:buFont typeface="Arial"/>
              <a:buNone/>
            </a:pPr>
            <a:fld id="{C58DF478-B544-4ED8-9ED4-6A2648E2D233}" type="slidenum">
              <a:rPr lang="en-US" sz="650" noProof="0" smtClean="0">
                <a:solidFill>
                  <a:schemeClr val="bg1"/>
                </a:solidFill>
              </a:rPr>
              <a:pPr marL="0" indent="0" algn="r">
                <a:spcBef>
                  <a:spcPts val="600"/>
                </a:spcBef>
                <a:buSzPct val="100000"/>
                <a:buFont typeface="Arial"/>
                <a:buNone/>
              </a:pPr>
              <a:t>‹#›</a:t>
            </a:fld>
            <a:endParaRPr lang="en-US" sz="650" noProof="0" dirty="0">
              <a:solidFill>
                <a:schemeClr val="bg1"/>
              </a:solidFill>
            </a:endParaRPr>
          </a:p>
        </p:txBody>
      </p:sp>
    </p:spTree>
    <p:extLst>
      <p:ext uri="{BB962C8B-B14F-4D97-AF65-F5344CB8AC3E}">
        <p14:creationId xmlns:p14="http://schemas.microsoft.com/office/powerpoint/2010/main" val="1976482637"/>
      </p:ext>
    </p:extLst>
  </p:cSld>
  <p:clrMapOvr>
    <a:masterClrMapping/>
  </p:clrMapOvr>
  <p:transition>
    <p:fade/>
  </p:transition>
  <p:extLst mod="1">
    <p:ext uri="{DCECCB84-F9BA-43D5-87BE-67443E8EF086}">
      <p15:sldGuideLst xmlns:p15="http://schemas.microsoft.com/office/powerpoint/2012/main">
        <p15:guide id="1" orient="horz" pos="216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Divider - Deloitte blue">
    <p:bg bwMode="gray">
      <p:bgPr>
        <a:solidFill>
          <a:srgbClr val="009A44"/>
        </a:solid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50C06A20-E6B4-46BE-B64C-B0D6E5163AE9}"/>
              </a:ext>
            </a:extLst>
          </p:cNvPr>
          <p:cNvSpPr>
            <a:spLocks noGrp="1"/>
          </p:cNvSpPr>
          <p:nvPr>
            <p:ph type="title"/>
          </p:nvPr>
        </p:nvSpPr>
        <p:spPr bwMode="gray">
          <a:xfrm>
            <a:off x="376237" y="1705669"/>
            <a:ext cx="8391525" cy="1592403"/>
          </a:xfrm>
        </p:spPr>
        <p:txBody>
          <a:bodyPr anchor="b"/>
          <a:lstStyle>
            <a:lvl1pPr>
              <a:lnSpc>
                <a:spcPct val="95000"/>
              </a:lnSpc>
              <a:defRPr sz="3850" b="1">
                <a:solidFill>
                  <a:schemeClr val="bg1"/>
                </a:solidFill>
                <a:latin typeface="+mj-lt"/>
                <a:ea typeface="Open Sans" panose="020B0606030504020204" pitchFamily="34" charset="0"/>
                <a:cs typeface="Open Sans" panose="020B0606030504020204" pitchFamily="34" charset="0"/>
              </a:defRPr>
            </a:lvl1pPr>
          </a:lstStyle>
          <a:p>
            <a:r>
              <a:rPr lang="en-US" noProof="0" dirty="0"/>
              <a:t>Click to edit Master title style</a:t>
            </a:r>
          </a:p>
        </p:txBody>
      </p:sp>
      <p:sp>
        <p:nvSpPr>
          <p:cNvPr id="8" name="Text Placeholder 2">
            <a:extLst>
              <a:ext uri="{FF2B5EF4-FFF2-40B4-BE49-F238E27FC236}">
                <a16:creationId xmlns:a16="http://schemas.microsoft.com/office/drawing/2014/main" id="{3CFA9353-1EF9-49C8-939C-9AD900A9246F}"/>
              </a:ext>
            </a:extLst>
          </p:cNvPr>
          <p:cNvSpPr>
            <a:spLocks noGrp="1"/>
          </p:cNvSpPr>
          <p:nvPr>
            <p:ph type="body" idx="1"/>
          </p:nvPr>
        </p:nvSpPr>
        <p:spPr bwMode="gray">
          <a:xfrm>
            <a:off x="376237" y="3429000"/>
            <a:ext cx="8391525" cy="1566532"/>
          </a:xfrm>
        </p:spPr>
        <p:txBody>
          <a:bodyPr lIns="0" tIns="0" rIns="0" bIns="0">
            <a:noAutofit/>
          </a:bodyPr>
          <a:lstStyle>
            <a:lvl1pPr marL="0" indent="0">
              <a:lnSpc>
                <a:spcPct val="95000"/>
              </a:lnSpc>
              <a:spcAft>
                <a:spcPts val="0"/>
              </a:spcAft>
              <a:buNone/>
              <a:defRPr sz="385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noProof="0"/>
              <a:t>Edit Master text styles</a:t>
            </a:r>
          </a:p>
        </p:txBody>
      </p:sp>
      <p:sp>
        <p:nvSpPr>
          <p:cNvPr id="9" name="TextBox 8">
            <a:extLst>
              <a:ext uri="{FF2B5EF4-FFF2-40B4-BE49-F238E27FC236}">
                <a16:creationId xmlns:a16="http://schemas.microsoft.com/office/drawing/2014/main" id="{C0A59623-9CF9-4832-AE28-535573970D26}"/>
              </a:ext>
            </a:extLst>
          </p:cNvPr>
          <p:cNvSpPr txBox="1"/>
          <p:nvPr userDrawn="1"/>
        </p:nvSpPr>
        <p:spPr>
          <a:xfrm>
            <a:off x="4751388" y="6476999"/>
            <a:ext cx="3672420" cy="200055"/>
          </a:xfrm>
          <a:prstGeom prst="rect">
            <a:avLst/>
          </a:prstGeom>
          <a:noFill/>
        </p:spPr>
        <p:txBody>
          <a:bodyPr wrap="square" lIns="0" tIns="0" rIns="0" bIns="0" rtlCol="0">
            <a:noAutofit/>
          </a:bodyPr>
          <a:lstStyle/>
          <a:p>
            <a:pPr marL="0" indent="0" algn="r">
              <a:spcBef>
                <a:spcPts val="0"/>
              </a:spcBef>
              <a:buSzPct val="100000"/>
              <a:buFont typeface="Arial"/>
              <a:buNone/>
            </a:pPr>
            <a:r>
              <a:rPr lang="en-US" sz="650" noProof="0" dirty="0">
                <a:solidFill>
                  <a:schemeClr val="bg1"/>
                </a:solidFill>
              </a:rPr>
              <a:t>SAP Cloud Platform Integration Training | Day-1</a:t>
            </a:r>
          </a:p>
        </p:txBody>
      </p:sp>
      <p:sp>
        <p:nvSpPr>
          <p:cNvPr id="13" name="TextBox 12">
            <a:extLst>
              <a:ext uri="{FF2B5EF4-FFF2-40B4-BE49-F238E27FC236}">
                <a16:creationId xmlns:a16="http://schemas.microsoft.com/office/drawing/2014/main" id="{55E8D441-B344-4128-8156-87CC6BA8AEFC}"/>
              </a:ext>
            </a:extLst>
          </p:cNvPr>
          <p:cNvSpPr txBox="1"/>
          <p:nvPr userDrawn="1"/>
        </p:nvSpPr>
        <p:spPr>
          <a:xfrm>
            <a:off x="376237" y="6477000"/>
            <a:ext cx="4016376" cy="201260"/>
          </a:xfrm>
          <a:prstGeom prst="rect">
            <a:avLst/>
          </a:prstGeom>
          <a:noFill/>
        </p:spPr>
        <p:txBody>
          <a:bodyPr wrap="square" lIns="0" tIns="0" rIns="0" bIns="0" rtlCol="0">
            <a:noAutofit/>
          </a:bodyPr>
          <a:lstStyle/>
          <a:p>
            <a:pPr marL="0" indent="0">
              <a:spcBef>
                <a:spcPts val="600"/>
              </a:spcBef>
              <a:buSzPct val="100000"/>
              <a:buFont typeface="Arial"/>
              <a:buNone/>
            </a:pPr>
            <a:r>
              <a:rPr lang="en-US" sz="650" noProof="0" dirty="0">
                <a:solidFill>
                  <a:schemeClr val="bg1"/>
                </a:solidFill>
              </a:rPr>
              <a:t>Copyright © 2019 Deloitte Development LLC. All rights reserved.</a:t>
            </a:r>
          </a:p>
        </p:txBody>
      </p:sp>
      <p:sp>
        <p:nvSpPr>
          <p:cNvPr id="14" name="TextBox 13">
            <a:extLst>
              <a:ext uri="{FF2B5EF4-FFF2-40B4-BE49-F238E27FC236}">
                <a16:creationId xmlns:a16="http://schemas.microsoft.com/office/drawing/2014/main" id="{7FAC272B-0417-40DC-B7F1-5C2360BE68F5}"/>
              </a:ext>
            </a:extLst>
          </p:cNvPr>
          <p:cNvSpPr txBox="1"/>
          <p:nvPr userDrawn="1"/>
        </p:nvSpPr>
        <p:spPr>
          <a:xfrm>
            <a:off x="8536782" y="6477000"/>
            <a:ext cx="230981" cy="100027"/>
          </a:xfrm>
          <a:prstGeom prst="rect">
            <a:avLst/>
          </a:prstGeom>
          <a:noFill/>
        </p:spPr>
        <p:txBody>
          <a:bodyPr wrap="square" lIns="0" tIns="0" rIns="0" bIns="0" rtlCol="0">
            <a:noAutofit/>
          </a:bodyPr>
          <a:lstStyle/>
          <a:p>
            <a:pPr marL="0" indent="0" algn="r">
              <a:spcBef>
                <a:spcPts val="600"/>
              </a:spcBef>
              <a:buSzPct val="100000"/>
              <a:buFont typeface="Arial"/>
              <a:buNone/>
            </a:pPr>
            <a:fld id="{C58DF478-B544-4ED8-9ED4-6A2648E2D233}" type="slidenum">
              <a:rPr lang="en-US" sz="650" noProof="0" smtClean="0">
                <a:solidFill>
                  <a:schemeClr val="bg1"/>
                </a:solidFill>
              </a:rPr>
              <a:pPr marL="0" indent="0" algn="r">
                <a:spcBef>
                  <a:spcPts val="600"/>
                </a:spcBef>
                <a:buSzPct val="100000"/>
                <a:buFont typeface="Arial"/>
                <a:buNone/>
              </a:pPr>
              <a:t>‹#›</a:t>
            </a:fld>
            <a:endParaRPr lang="en-US" sz="650" noProof="0" dirty="0">
              <a:solidFill>
                <a:schemeClr val="bg1"/>
              </a:solidFill>
            </a:endParaRPr>
          </a:p>
        </p:txBody>
      </p:sp>
    </p:spTree>
    <p:extLst>
      <p:ext uri="{BB962C8B-B14F-4D97-AF65-F5344CB8AC3E}">
        <p14:creationId xmlns:p14="http://schemas.microsoft.com/office/powerpoint/2010/main" val="1654021458"/>
      </p:ext>
    </p:extLst>
  </p:cSld>
  <p:clrMapOvr>
    <a:masterClrMapping/>
  </p:clrMapOvr>
  <p:transition>
    <p:fade/>
  </p:transition>
  <p:extLst mod="1">
    <p:ext uri="{DCECCB84-F9BA-43D5-87BE-67443E8EF086}">
      <p15:sldGuideLst xmlns:p15="http://schemas.microsoft.com/office/powerpoint/2012/main">
        <p15:guide id="1" orient="horz" pos="216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Divider - Deloitte dark blue">
    <p:bg bwMode="gray">
      <p:bgPr>
        <a:solidFill>
          <a:srgbClr val="012169"/>
        </a:solid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185B902D-A3CA-40D7-A3D8-DC4349F4AB0A}"/>
              </a:ext>
            </a:extLst>
          </p:cNvPr>
          <p:cNvSpPr>
            <a:spLocks noGrp="1"/>
          </p:cNvSpPr>
          <p:nvPr>
            <p:ph type="title"/>
          </p:nvPr>
        </p:nvSpPr>
        <p:spPr bwMode="gray">
          <a:xfrm>
            <a:off x="376237" y="1705669"/>
            <a:ext cx="8391525" cy="1592403"/>
          </a:xfrm>
        </p:spPr>
        <p:txBody>
          <a:bodyPr anchor="b"/>
          <a:lstStyle>
            <a:lvl1pPr>
              <a:lnSpc>
                <a:spcPct val="95000"/>
              </a:lnSpc>
              <a:defRPr sz="3850" b="1">
                <a:solidFill>
                  <a:schemeClr val="bg1"/>
                </a:solidFill>
                <a:latin typeface="+mj-lt"/>
                <a:ea typeface="Open Sans" panose="020B0606030504020204" pitchFamily="34" charset="0"/>
                <a:cs typeface="Open Sans" panose="020B0606030504020204" pitchFamily="34" charset="0"/>
              </a:defRPr>
            </a:lvl1pPr>
          </a:lstStyle>
          <a:p>
            <a:r>
              <a:rPr lang="en-US" noProof="0" dirty="0"/>
              <a:t>Click to edit Master title style</a:t>
            </a:r>
          </a:p>
        </p:txBody>
      </p:sp>
      <p:sp>
        <p:nvSpPr>
          <p:cNvPr id="8" name="Text Placeholder 2">
            <a:extLst>
              <a:ext uri="{FF2B5EF4-FFF2-40B4-BE49-F238E27FC236}">
                <a16:creationId xmlns:a16="http://schemas.microsoft.com/office/drawing/2014/main" id="{12DA8385-637B-4669-8FF6-0BD13032F626}"/>
              </a:ext>
            </a:extLst>
          </p:cNvPr>
          <p:cNvSpPr>
            <a:spLocks noGrp="1"/>
          </p:cNvSpPr>
          <p:nvPr>
            <p:ph type="body" idx="1"/>
          </p:nvPr>
        </p:nvSpPr>
        <p:spPr bwMode="gray">
          <a:xfrm>
            <a:off x="376237" y="3429000"/>
            <a:ext cx="8391525" cy="1566532"/>
          </a:xfrm>
        </p:spPr>
        <p:txBody>
          <a:bodyPr lIns="0" tIns="0" rIns="0" bIns="0">
            <a:noAutofit/>
          </a:bodyPr>
          <a:lstStyle>
            <a:lvl1pPr marL="0" indent="0">
              <a:lnSpc>
                <a:spcPct val="95000"/>
              </a:lnSpc>
              <a:spcAft>
                <a:spcPts val="0"/>
              </a:spcAft>
              <a:buNone/>
              <a:defRPr sz="385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noProof="0"/>
              <a:t>Edit Master text styles</a:t>
            </a:r>
          </a:p>
        </p:txBody>
      </p:sp>
      <p:sp>
        <p:nvSpPr>
          <p:cNvPr id="9" name="TextBox 8">
            <a:extLst>
              <a:ext uri="{FF2B5EF4-FFF2-40B4-BE49-F238E27FC236}">
                <a16:creationId xmlns:a16="http://schemas.microsoft.com/office/drawing/2014/main" id="{F5AD5DA5-FA01-4024-A7EA-56106D363567}"/>
              </a:ext>
            </a:extLst>
          </p:cNvPr>
          <p:cNvSpPr txBox="1"/>
          <p:nvPr userDrawn="1"/>
        </p:nvSpPr>
        <p:spPr>
          <a:xfrm>
            <a:off x="4751388" y="6476999"/>
            <a:ext cx="3672420" cy="200055"/>
          </a:xfrm>
          <a:prstGeom prst="rect">
            <a:avLst/>
          </a:prstGeom>
          <a:noFill/>
        </p:spPr>
        <p:txBody>
          <a:bodyPr wrap="square" lIns="0" tIns="0" rIns="0" bIns="0" rtlCol="0">
            <a:noAutofit/>
          </a:bodyPr>
          <a:lstStyle/>
          <a:p>
            <a:pPr marL="0" indent="0" algn="r">
              <a:spcBef>
                <a:spcPts val="0"/>
              </a:spcBef>
              <a:buSzPct val="100000"/>
              <a:buFont typeface="Arial"/>
              <a:buNone/>
            </a:pPr>
            <a:r>
              <a:rPr lang="en-US" sz="650" noProof="0" dirty="0">
                <a:solidFill>
                  <a:schemeClr val="bg1"/>
                </a:solidFill>
              </a:rPr>
              <a:t>SAP Cloud Platform Integration Training | Day-1</a:t>
            </a:r>
          </a:p>
        </p:txBody>
      </p:sp>
      <p:sp>
        <p:nvSpPr>
          <p:cNvPr id="13" name="TextBox 12">
            <a:extLst>
              <a:ext uri="{FF2B5EF4-FFF2-40B4-BE49-F238E27FC236}">
                <a16:creationId xmlns:a16="http://schemas.microsoft.com/office/drawing/2014/main" id="{77615C53-F19E-4072-B178-AC36F63B47AA}"/>
              </a:ext>
            </a:extLst>
          </p:cNvPr>
          <p:cNvSpPr txBox="1"/>
          <p:nvPr userDrawn="1"/>
        </p:nvSpPr>
        <p:spPr>
          <a:xfrm>
            <a:off x="376237" y="6477000"/>
            <a:ext cx="4016376" cy="201260"/>
          </a:xfrm>
          <a:prstGeom prst="rect">
            <a:avLst/>
          </a:prstGeom>
          <a:noFill/>
        </p:spPr>
        <p:txBody>
          <a:bodyPr wrap="square" lIns="0" tIns="0" rIns="0" bIns="0" rtlCol="0">
            <a:noAutofit/>
          </a:bodyPr>
          <a:lstStyle/>
          <a:p>
            <a:pPr marL="0" indent="0">
              <a:spcBef>
                <a:spcPts val="600"/>
              </a:spcBef>
              <a:buSzPct val="100000"/>
              <a:buFont typeface="Arial"/>
              <a:buNone/>
            </a:pPr>
            <a:r>
              <a:rPr lang="en-US" sz="650" noProof="0" dirty="0">
                <a:solidFill>
                  <a:schemeClr val="bg1"/>
                </a:solidFill>
              </a:rPr>
              <a:t>Copyright © 2019 Deloitte Development LLC. All rights reserved.</a:t>
            </a:r>
          </a:p>
        </p:txBody>
      </p:sp>
      <p:sp>
        <p:nvSpPr>
          <p:cNvPr id="14" name="TextBox 13">
            <a:extLst>
              <a:ext uri="{FF2B5EF4-FFF2-40B4-BE49-F238E27FC236}">
                <a16:creationId xmlns:a16="http://schemas.microsoft.com/office/drawing/2014/main" id="{48EB3E03-C5B4-4E37-9907-BEF0BF9396F4}"/>
              </a:ext>
            </a:extLst>
          </p:cNvPr>
          <p:cNvSpPr txBox="1"/>
          <p:nvPr userDrawn="1"/>
        </p:nvSpPr>
        <p:spPr>
          <a:xfrm>
            <a:off x="8536782" y="6477000"/>
            <a:ext cx="230981" cy="100027"/>
          </a:xfrm>
          <a:prstGeom prst="rect">
            <a:avLst/>
          </a:prstGeom>
          <a:noFill/>
        </p:spPr>
        <p:txBody>
          <a:bodyPr wrap="square" lIns="0" tIns="0" rIns="0" bIns="0" rtlCol="0">
            <a:noAutofit/>
          </a:bodyPr>
          <a:lstStyle/>
          <a:p>
            <a:pPr marL="0" indent="0" algn="r">
              <a:spcBef>
                <a:spcPts val="600"/>
              </a:spcBef>
              <a:buSzPct val="100000"/>
              <a:buFont typeface="Arial"/>
              <a:buNone/>
            </a:pPr>
            <a:fld id="{C58DF478-B544-4ED8-9ED4-6A2648E2D233}" type="slidenum">
              <a:rPr lang="en-US" sz="650" noProof="0" smtClean="0">
                <a:solidFill>
                  <a:schemeClr val="bg1"/>
                </a:solidFill>
              </a:rPr>
              <a:pPr marL="0" indent="0" algn="r">
                <a:spcBef>
                  <a:spcPts val="600"/>
                </a:spcBef>
                <a:buSzPct val="100000"/>
                <a:buFont typeface="Arial"/>
                <a:buNone/>
              </a:pPr>
              <a:t>‹#›</a:t>
            </a:fld>
            <a:endParaRPr lang="en-US" sz="650" noProof="0" dirty="0">
              <a:solidFill>
                <a:schemeClr val="bg1"/>
              </a:solidFill>
            </a:endParaRPr>
          </a:p>
        </p:txBody>
      </p:sp>
    </p:spTree>
    <p:extLst>
      <p:ext uri="{BB962C8B-B14F-4D97-AF65-F5344CB8AC3E}">
        <p14:creationId xmlns:p14="http://schemas.microsoft.com/office/powerpoint/2010/main" val="1272371442"/>
      </p:ext>
    </p:extLst>
  </p:cSld>
  <p:clrMapOvr>
    <a:masterClrMapping/>
  </p:clrMapOvr>
  <p:transition>
    <p:fade/>
  </p:transition>
  <p:extLst mod="1">
    <p:ext uri="{DCECCB84-F9BA-43D5-87BE-67443E8EF086}">
      <p15:sldGuideLst xmlns:p15="http://schemas.microsoft.com/office/powerpoint/2012/main">
        <p15:guide id="1" orient="horz" pos="216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1_Divider - Deloitte dark blue">
    <p:bg bwMode="gray">
      <p:bgPr>
        <a:solidFill>
          <a:schemeClr val="accent5"/>
        </a:solid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185B902D-A3CA-40D7-A3D8-DC4349F4AB0A}"/>
              </a:ext>
            </a:extLst>
          </p:cNvPr>
          <p:cNvSpPr>
            <a:spLocks noGrp="1"/>
          </p:cNvSpPr>
          <p:nvPr>
            <p:ph type="title"/>
          </p:nvPr>
        </p:nvSpPr>
        <p:spPr bwMode="gray">
          <a:xfrm>
            <a:off x="376237" y="1705669"/>
            <a:ext cx="8391525" cy="1592403"/>
          </a:xfrm>
        </p:spPr>
        <p:txBody>
          <a:bodyPr anchor="b"/>
          <a:lstStyle>
            <a:lvl1pPr>
              <a:lnSpc>
                <a:spcPct val="95000"/>
              </a:lnSpc>
              <a:defRPr sz="3850" b="1">
                <a:solidFill>
                  <a:schemeClr val="bg1"/>
                </a:solidFill>
                <a:latin typeface="+mj-lt"/>
                <a:ea typeface="Open Sans" panose="020B0606030504020204" pitchFamily="34" charset="0"/>
                <a:cs typeface="Open Sans" panose="020B0606030504020204" pitchFamily="34" charset="0"/>
              </a:defRPr>
            </a:lvl1pPr>
          </a:lstStyle>
          <a:p>
            <a:r>
              <a:rPr lang="en-US" noProof="0" dirty="0"/>
              <a:t>Click to edit Master title style</a:t>
            </a:r>
          </a:p>
        </p:txBody>
      </p:sp>
      <p:sp>
        <p:nvSpPr>
          <p:cNvPr id="8" name="Text Placeholder 2">
            <a:extLst>
              <a:ext uri="{FF2B5EF4-FFF2-40B4-BE49-F238E27FC236}">
                <a16:creationId xmlns:a16="http://schemas.microsoft.com/office/drawing/2014/main" id="{12DA8385-637B-4669-8FF6-0BD13032F626}"/>
              </a:ext>
            </a:extLst>
          </p:cNvPr>
          <p:cNvSpPr>
            <a:spLocks noGrp="1"/>
          </p:cNvSpPr>
          <p:nvPr>
            <p:ph type="body" idx="1"/>
          </p:nvPr>
        </p:nvSpPr>
        <p:spPr bwMode="gray">
          <a:xfrm>
            <a:off x="376237" y="3429000"/>
            <a:ext cx="8391525" cy="1566532"/>
          </a:xfrm>
        </p:spPr>
        <p:txBody>
          <a:bodyPr lIns="0" tIns="0" rIns="0" bIns="0">
            <a:noAutofit/>
          </a:bodyPr>
          <a:lstStyle>
            <a:lvl1pPr marL="0" indent="0">
              <a:lnSpc>
                <a:spcPct val="95000"/>
              </a:lnSpc>
              <a:spcAft>
                <a:spcPts val="0"/>
              </a:spcAft>
              <a:buNone/>
              <a:defRPr sz="385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noProof="0"/>
              <a:t>Edit Master text styles</a:t>
            </a:r>
          </a:p>
        </p:txBody>
      </p:sp>
      <p:sp>
        <p:nvSpPr>
          <p:cNvPr id="9" name="TextBox 8">
            <a:extLst>
              <a:ext uri="{FF2B5EF4-FFF2-40B4-BE49-F238E27FC236}">
                <a16:creationId xmlns:a16="http://schemas.microsoft.com/office/drawing/2014/main" id="{F5AD5DA5-FA01-4024-A7EA-56106D363567}"/>
              </a:ext>
            </a:extLst>
          </p:cNvPr>
          <p:cNvSpPr txBox="1"/>
          <p:nvPr userDrawn="1"/>
        </p:nvSpPr>
        <p:spPr>
          <a:xfrm>
            <a:off x="4751388" y="6476999"/>
            <a:ext cx="3672420" cy="200055"/>
          </a:xfrm>
          <a:prstGeom prst="rect">
            <a:avLst/>
          </a:prstGeom>
          <a:noFill/>
        </p:spPr>
        <p:txBody>
          <a:bodyPr wrap="square" lIns="0" tIns="0" rIns="0" bIns="0" rtlCol="0">
            <a:noAutofit/>
          </a:bodyPr>
          <a:lstStyle/>
          <a:p>
            <a:pPr marL="0" indent="0" algn="r">
              <a:spcBef>
                <a:spcPts val="0"/>
              </a:spcBef>
              <a:buSzPct val="100000"/>
              <a:buFont typeface="Arial"/>
              <a:buNone/>
            </a:pPr>
            <a:r>
              <a:rPr lang="en-US" sz="650" noProof="0" dirty="0">
                <a:solidFill>
                  <a:schemeClr val="bg1"/>
                </a:solidFill>
              </a:rPr>
              <a:t>SAP Cloud Platform Integration Training | Day-1</a:t>
            </a:r>
          </a:p>
        </p:txBody>
      </p:sp>
      <p:sp>
        <p:nvSpPr>
          <p:cNvPr id="13" name="TextBox 12">
            <a:extLst>
              <a:ext uri="{FF2B5EF4-FFF2-40B4-BE49-F238E27FC236}">
                <a16:creationId xmlns:a16="http://schemas.microsoft.com/office/drawing/2014/main" id="{77615C53-F19E-4072-B178-AC36F63B47AA}"/>
              </a:ext>
            </a:extLst>
          </p:cNvPr>
          <p:cNvSpPr txBox="1"/>
          <p:nvPr userDrawn="1"/>
        </p:nvSpPr>
        <p:spPr>
          <a:xfrm>
            <a:off x="376237" y="6477000"/>
            <a:ext cx="4016376" cy="201260"/>
          </a:xfrm>
          <a:prstGeom prst="rect">
            <a:avLst/>
          </a:prstGeom>
          <a:noFill/>
        </p:spPr>
        <p:txBody>
          <a:bodyPr wrap="square" lIns="0" tIns="0" rIns="0" bIns="0" rtlCol="0">
            <a:noAutofit/>
          </a:bodyPr>
          <a:lstStyle/>
          <a:p>
            <a:pPr marL="0" indent="0">
              <a:spcBef>
                <a:spcPts val="600"/>
              </a:spcBef>
              <a:buSzPct val="100000"/>
              <a:buFont typeface="Arial"/>
              <a:buNone/>
            </a:pPr>
            <a:r>
              <a:rPr lang="en-US" sz="650" noProof="0" dirty="0">
                <a:solidFill>
                  <a:schemeClr val="bg1"/>
                </a:solidFill>
              </a:rPr>
              <a:t>Copyright © 2019 Deloitte Development LLC. All rights reserved.</a:t>
            </a:r>
          </a:p>
        </p:txBody>
      </p:sp>
      <p:sp>
        <p:nvSpPr>
          <p:cNvPr id="14" name="TextBox 13">
            <a:extLst>
              <a:ext uri="{FF2B5EF4-FFF2-40B4-BE49-F238E27FC236}">
                <a16:creationId xmlns:a16="http://schemas.microsoft.com/office/drawing/2014/main" id="{48EB3E03-C5B4-4E37-9907-BEF0BF9396F4}"/>
              </a:ext>
            </a:extLst>
          </p:cNvPr>
          <p:cNvSpPr txBox="1"/>
          <p:nvPr userDrawn="1"/>
        </p:nvSpPr>
        <p:spPr>
          <a:xfrm>
            <a:off x="8536782" y="6477000"/>
            <a:ext cx="230981" cy="100027"/>
          </a:xfrm>
          <a:prstGeom prst="rect">
            <a:avLst/>
          </a:prstGeom>
          <a:noFill/>
        </p:spPr>
        <p:txBody>
          <a:bodyPr wrap="square" lIns="0" tIns="0" rIns="0" bIns="0" rtlCol="0">
            <a:noAutofit/>
          </a:bodyPr>
          <a:lstStyle/>
          <a:p>
            <a:pPr marL="0" indent="0" algn="r">
              <a:spcBef>
                <a:spcPts val="600"/>
              </a:spcBef>
              <a:buSzPct val="100000"/>
              <a:buFont typeface="Arial"/>
              <a:buNone/>
            </a:pPr>
            <a:fld id="{C58DF478-B544-4ED8-9ED4-6A2648E2D233}" type="slidenum">
              <a:rPr lang="en-US" sz="650" noProof="0" smtClean="0">
                <a:solidFill>
                  <a:schemeClr val="bg1"/>
                </a:solidFill>
              </a:rPr>
              <a:pPr marL="0" indent="0" algn="r">
                <a:spcBef>
                  <a:spcPts val="600"/>
                </a:spcBef>
                <a:buSzPct val="100000"/>
                <a:buFont typeface="Arial"/>
                <a:buNone/>
              </a:pPr>
              <a:t>‹#›</a:t>
            </a:fld>
            <a:endParaRPr lang="en-US" sz="650" noProof="0" dirty="0">
              <a:solidFill>
                <a:schemeClr val="bg1"/>
              </a:solidFill>
            </a:endParaRPr>
          </a:p>
        </p:txBody>
      </p:sp>
    </p:spTree>
    <p:extLst>
      <p:ext uri="{BB962C8B-B14F-4D97-AF65-F5344CB8AC3E}">
        <p14:creationId xmlns:p14="http://schemas.microsoft.com/office/powerpoint/2010/main" val="2239535713"/>
      </p:ext>
    </p:extLst>
  </p:cSld>
  <p:clrMapOvr>
    <a:masterClrMapping/>
  </p:clrMapOvr>
  <p:transition>
    <p:fade/>
  </p:transition>
  <p:extLst mod="1">
    <p:ext uri="{DCECCB84-F9BA-43D5-87BE-67443E8EF086}">
      <p15:sldGuideLst xmlns:p15="http://schemas.microsoft.com/office/powerpoint/2012/main">
        <p15:guide id="1" orient="horz" pos="216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2_Divider - Deloitte dark blue">
    <p:bg bwMode="gray">
      <p:bgPr>
        <a:solidFill>
          <a:srgbClr val="005587"/>
        </a:solid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185B902D-A3CA-40D7-A3D8-DC4349F4AB0A}"/>
              </a:ext>
            </a:extLst>
          </p:cNvPr>
          <p:cNvSpPr>
            <a:spLocks noGrp="1"/>
          </p:cNvSpPr>
          <p:nvPr>
            <p:ph type="title"/>
          </p:nvPr>
        </p:nvSpPr>
        <p:spPr bwMode="gray">
          <a:xfrm>
            <a:off x="376237" y="1705669"/>
            <a:ext cx="8391525" cy="1592403"/>
          </a:xfrm>
        </p:spPr>
        <p:txBody>
          <a:bodyPr anchor="b"/>
          <a:lstStyle>
            <a:lvl1pPr>
              <a:lnSpc>
                <a:spcPct val="95000"/>
              </a:lnSpc>
              <a:defRPr sz="3850" b="1">
                <a:solidFill>
                  <a:schemeClr val="bg1"/>
                </a:solidFill>
                <a:latin typeface="+mj-lt"/>
                <a:ea typeface="Open Sans" panose="020B0606030504020204" pitchFamily="34" charset="0"/>
                <a:cs typeface="Open Sans" panose="020B0606030504020204" pitchFamily="34" charset="0"/>
              </a:defRPr>
            </a:lvl1pPr>
          </a:lstStyle>
          <a:p>
            <a:r>
              <a:rPr lang="en-US" noProof="0" dirty="0"/>
              <a:t>Click to edit Master title style</a:t>
            </a:r>
          </a:p>
        </p:txBody>
      </p:sp>
      <p:sp>
        <p:nvSpPr>
          <p:cNvPr id="8" name="Text Placeholder 2">
            <a:extLst>
              <a:ext uri="{FF2B5EF4-FFF2-40B4-BE49-F238E27FC236}">
                <a16:creationId xmlns:a16="http://schemas.microsoft.com/office/drawing/2014/main" id="{12DA8385-637B-4669-8FF6-0BD13032F626}"/>
              </a:ext>
            </a:extLst>
          </p:cNvPr>
          <p:cNvSpPr>
            <a:spLocks noGrp="1"/>
          </p:cNvSpPr>
          <p:nvPr>
            <p:ph type="body" idx="1"/>
          </p:nvPr>
        </p:nvSpPr>
        <p:spPr bwMode="gray">
          <a:xfrm>
            <a:off x="376237" y="3429000"/>
            <a:ext cx="8391525" cy="1566532"/>
          </a:xfrm>
        </p:spPr>
        <p:txBody>
          <a:bodyPr lIns="0" tIns="0" rIns="0" bIns="0">
            <a:noAutofit/>
          </a:bodyPr>
          <a:lstStyle>
            <a:lvl1pPr marL="0" indent="0">
              <a:lnSpc>
                <a:spcPct val="95000"/>
              </a:lnSpc>
              <a:spcAft>
                <a:spcPts val="0"/>
              </a:spcAft>
              <a:buNone/>
              <a:defRPr sz="385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noProof="0"/>
              <a:t>Edit Master text styles</a:t>
            </a:r>
          </a:p>
        </p:txBody>
      </p:sp>
      <p:sp>
        <p:nvSpPr>
          <p:cNvPr id="9" name="TextBox 8">
            <a:extLst>
              <a:ext uri="{FF2B5EF4-FFF2-40B4-BE49-F238E27FC236}">
                <a16:creationId xmlns:a16="http://schemas.microsoft.com/office/drawing/2014/main" id="{F5AD5DA5-FA01-4024-A7EA-56106D363567}"/>
              </a:ext>
            </a:extLst>
          </p:cNvPr>
          <p:cNvSpPr txBox="1"/>
          <p:nvPr userDrawn="1"/>
        </p:nvSpPr>
        <p:spPr>
          <a:xfrm>
            <a:off x="4751388" y="6476999"/>
            <a:ext cx="3672420" cy="200055"/>
          </a:xfrm>
          <a:prstGeom prst="rect">
            <a:avLst/>
          </a:prstGeom>
          <a:noFill/>
        </p:spPr>
        <p:txBody>
          <a:bodyPr wrap="square" lIns="0" tIns="0" rIns="0" bIns="0" rtlCol="0">
            <a:noAutofit/>
          </a:bodyPr>
          <a:lstStyle/>
          <a:p>
            <a:pPr marL="0" indent="0" algn="r">
              <a:spcBef>
                <a:spcPts val="0"/>
              </a:spcBef>
              <a:buSzPct val="100000"/>
              <a:buFont typeface="Arial"/>
              <a:buNone/>
            </a:pPr>
            <a:r>
              <a:rPr lang="en-US" sz="650" noProof="0" dirty="0">
                <a:solidFill>
                  <a:schemeClr val="bg1"/>
                </a:solidFill>
              </a:rPr>
              <a:t>SAP Cloud Platform Integration Training | Day-1</a:t>
            </a:r>
          </a:p>
        </p:txBody>
      </p:sp>
      <p:sp>
        <p:nvSpPr>
          <p:cNvPr id="13" name="TextBox 12">
            <a:extLst>
              <a:ext uri="{FF2B5EF4-FFF2-40B4-BE49-F238E27FC236}">
                <a16:creationId xmlns:a16="http://schemas.microsoft.com/office/drawing/2014/main" id="{77615C53-F19E-4072-B178-AC36F63B47AA}"/>
              </a:ext>
            </a:extLst>
          </p:cNvPr>
          <p:cNvSpPr txBox="1"/>
          <p:nvPr userDrawn="1"/>
        </p:nvSpPr>
        <p:spPr>
          <a:xfrm>
            <a:off x="376237" y="6477000"/>
            <a:ext cx="4016376" cy="201260"/>
          </a:xfrm>
          <a:prstGeom prst="rect">
            <a:avLst/>
          </a:prstGeom>
          <a:noFill/>
        </p:spPr>
        <p:txBody>
          <a:bodyPr wrap="square" lIns="0" tIns="0" rIns="0" bIns="0" rtlCol="0">
            <a:noAutofit/>
          </a:bodyPr>
          <a:lstStyle/>
          <a:p>
            <a:pPr marL="0" indent="0">
              <a:spcBef>
                <a:spcPts val="600"/>
              </a:spcBef>
              <a:buSzPct val="100000"/>
              <a:buFont typeface="Arial"/>
              <a:buNone/>
            </a:pPr>
            <a:r>
              <a:rPr lang="en-US" sz="650" noProof="0" dirty="0">
                <a:solidFill>
                  <a:schemeClr val="bg1"/>
                </a:solidFill>
              </a:rPr>
              <a:t>Copyright © 2019 Deloitte Development LLC. All rights reserved.</a:t>
            </a:r>
          </a:p>
        </p:txBody>
      </p:sp>
      <p:sp>
        <p:nvSpPr>
          <p:cNvPr id="14" name="TextBox 13">
            <a:extLst>
              <a:ext uri="{FF2B5EF4-FFF2-40B4-BE49-F238E27FC236}">
                <a16:creationId xmlns:a16="http://schemas.microsoft.com/office/drawing/2014/main" id="{48EB3E03-C5B4-4E37-9907-BEF0BF9396F4}"/>
              </a:ext>
            </a:extLst>
          </p:cNvPr>
          <p:cNvSpPr txBox="1"/>
          <p:nvPr userDrawn="1"/>
        </p:nvSpPr>
        <p:spPr>
          <a:xfrm>
            <a:off x="8536782" y="6477000"/>
            <a:ext cx="230981" cy="100027"/>
          </a:xfrm>
          <a:prstGeom prst="rect">
            <a:avLst/>
          </a:prstGeom>
          <a:noFill/>
        </p:spPr>
        <p:txBody>
          <a:bodyPr wrap="square" lIns="0" tIns="0" rIns="0" bIns="0" rtlCol="0">
            <a:noAutofit/>
          </a:bodyPr>
          <a:lstStyle/>
          <a:p>
            <a:pPr marL="0" indent="0" algn="r">
              <a:spcBef>
                <a:spcPts val="600"/>
              </a:spcBef>
              <a:buSzPct val="100000"/>
              <a:buFont typeface="Arial"/>
              <a:buNone/>
            </a:pPr>
            <a:fld id="{C58DF478-B544-4ED8-9ED4-6A2648E2D233}" type="slidenum">
              <a:rPr lang="en-US" sz="650" noProof="0" smtClean="0">
                <a:solidFill>
                  <a:schemeClr val="bg1"/>
                </a:solidFill>
              </a:rPr>
              <a:pPr marL="0" indent="0" algn="r">
                <a:spcBef>
                  <a:spcPts val="600"/>
                </a:spcBef>
                <a:buSzPct val="100000"/>
                <a:buFont typeface="Arial"/>
                <a:buNone/>
              </a:pPr>
              <a:t>‹#›</a:t>
            </a:fld>
            <a:endParaRPr lang="en-US" sz="650" noProof="0" dirty="0">
              <a:solidFill>
                <a:schemeClr val="bg1"/>
              </a:solidFill>
            </a:endParaRPr>
          </a:p>
        </p:txBody>
      </p:sp>
    </p:spTree>
    <p:extLst>
      <p:ext uri="{BB962C8B-B14F-4D97-AF65-F5344CB8AC3E}">
        <p14:creationId xmlns:p14="http://schemas.microsoft.com/office/powerpoint/2010/main" val="2670161891"/>
      </p:ext>
    </p:extLst>
  </p:cSld>
  <p:clrMapOvr>
    <a:masterClrMapping/>
  </p:clrMapOvr>
  <p:transition>
    <p:fade/>
  </p:transition>
  <p:extLst mod="1">
    <p:ext uri="{DCECCB84-F9BA-43D5-87BE-67443E8EF086}">
      <p15:sldGuideLst xmlns:p15="http://schemas.microsoft.com/office/powerpoint/2012/main">
        <p15:guide id="1" orient="horz" pos="216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Divider - Deloitte black">
    <p:bg bwMode="gray">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376238" y="1705669"/>
            <a:ext cx="7905750" cy="1592403"/>
          </a:xfrm>
        </p:spPr>
        <p:txBody>
          <a:bodyPr anchor="b"/>
          <a:lstStyle>
            <a:lvl1pPr>
              <a:lnSpc>
                <a:spcPct val="95000"/>
              </a:lnSpc>
              <a:defRPr sz="385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Text Placeholder 2"/>
          <p:cNvSpPr>
            <a:spLocks noGrp="1"/>
          </p:cNvSpPr>
          <p:nvPr>
            <p:ph type="body" idx="1"/>
          </p:nvPr>
        </p:nvSpPr>
        <p:spPr bwMode="gray">
          <a:xfrm>
            <a:off x="376238" y="3429000"/>
            <a:ext cx="7905750" cy="1566532"/>
          </a:xfrm>
        </p:spPr>
        <p:txBody>
          <a:bodyPr lIns="0" tIns="0" rIns="0" bIns="0">
            <a:noAutofit/>
          </a:bodyPr>
          <a:lstStyle>
            <a:lvl1pPr marL="0" indent="0">
              <a:lnSpc>
                <a:spcPct val="95000"/>
              </a:lnSpc>
              <a:spcAft>
                <a:spcPts val="0"/>
              </a:spcAft>
              <a:buNone/>
              <a:defRPr sz="385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noProof="0"/>
              <a:t>Edit Master text styles</a:t>
            </a:r>
          </a:p>
        </p:txBody>
      </p:sp>
      <p:sp>
        <p:nvSpPr>
          <p:cNvPr id="10" name="TextBox 9"/>
          <p:cNvSpPr txBox="1"/>
          <p:nvPr userDrawn="1"/>
        </p:nvSpPr>
        <p:spPr>
          <a:xfrm>
            <a:off x="4751388" y="6477000"/>
            <a:ext cx="367242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dirty="0">
                <a:solidFill>
                  <a:schemeClr val="bg1"/>
                </a:solidFill>
              </a:rPr>
              <a:t>Presentation title</a:t>
            </a:r>
            <a:br>
              <a:rPr lang="en-US" sz="650" noProof="0" dirty="0">
                <a:solidFill>
                  <a:schemeClr val="bg1"/>
                </a:solidFill>
              </a:rPr>
            </a:br>
            <a:r>
              <a:rPr lang="en-US" sz="650" noProof="0" dirty="0">
                <a:solidFill>
                  <a:schemeClr val="bg1"/>
                </a:solidFill>
              </a:rPr>
              <a:t>[To edit, click View &gt; Slide Master &gt; Slide Master]</a:t>
            </a:r>
          </a:p>
        </p:txBody>
      </p:sp>
      <p:sp>
        <p:nvSpPr>
          <p:cNvPr id="11" name="TextBox 10"/>
          <p:cNvSpPr txBox="1"/>
          <p:nvPr userDrawn="1"/>
        </p:nvSpPr>
        <p:spPr>
          <a:xfrm>
            <a:off x="376238" y="6477000"/>
            <a:ext cx="4016375" cy="201260"/>
          </a:xfrm>
          <a:prstGeom prst="rect">
            <a:avLst/>
          </a:prstGeom>
          <a:noFill/>
        </p:spPr>
        <p:txBody>
          <a:bodyPr wrap="square" lIns="0" tIns="0" rIns="0" bIns="0" rtlCol="0">
            <a:spAutoFit/>
          </a:bodyPr>
          <a:lstStyle/>
          <a:p>
            <a:pPr marL="0" indent="0">
              <a:spcBef>
                <a:spcPts val="600"/>
              </a:spcBef>
              <a:buSzPct val="100000"/>
              <a:buFont typeface="Arial"/>
              <a:buNone/>
            </a:pPr>
            <a:r>
              <a:rPr lang="en-US" sz="650" noProof="0" dirty="0">
                <a:solidFill>
                  <a:schemeClr val="bg1"/>
                </a:solidFill>
              </a:rPr>
              <a:t>Member firms and DTTL: Insert appropriate copyright</a:t>
            </a:r>
            <a:br>
              <a:rPr lang="en-US" sz="650" noProof="0" dirty="0">
                <a:solidFill>
                  <a:schemeClr val="bg1"/>
                </a:solidFill>
              </a:rPr>
            </a:br>
            <a:r>
              <a:rPr lang="en-US" sz="650" noProof="0" dirty="0">
                <a:solidFill>
                  <a:schemeClr val="bg1"/>
                </a:solidFill>
              </a:rPr>
              <a:t>[To edit, click View &gt; Slide Master &gt; Slide Master]</a:t>
            </a:r>
          </a:p>
        </p:txBody>
      </p:sp>
      <p:sp>
        <p:nvSpPr>
          <p:cNvPr id="12" name="TextBox 11"/>
          <p:cNvSpPr txBox="1"/>
          <p:nvPr userDrawn="1"/>
        </p:nvSpPr>
        <p:spPr>
          <a:xfrm>
            <a:off x="8536782" y="6477000"/>
            <a:ext cx="230981" cy="100027"/>
          </a:xfrm>
          <a:prstGeom prst="rect">
            <a:avLst/>
          </a:prstGeom>
          <a:noFill/>
        </p:spPr>
        <p:txBody>
          <a:bodyPr wrap="square" lIns="0" tIns="0" rIns="0" bIns="0" rtlCol="0">
            <a:spAutoFit/>
          </a:bodyPr>
          <a:lstStyle/>
          <a:p>
            <a:pPr marL="0" indent="0" algn="r">
              <a:spcBef>
                <a:spcPts val="600"/>
              </a:spcBef>
              <a:buSzPct val="100000"/>
              <a:buFont typeface="Arial"/>
              <a:buNone/>
            </a:pPr>
            <a:fld id="{C58DF478-B544-4ED8-9ED4-6A2648E2D233}" type="slidenum">
              <a:rPr lang="en-US" sz="650" noProof="0" smtClean="0">
                <a:solidFill>
                  <a:schemeClr val="bg1"/>
                </a:solidFill>
              </a:rPr>
              <a:pPr marL="0" indent="0" algn="r">
                <a:spcBef>
                  <a:spcPts val="600"/>
                </a:spcBef>
                <a:buSzPct val="100000"/>
                <a:buFont typeface="Arial"/>
                <a:buNone/>
              </a:pPr>
              <a:t>‹#›</a:t>
            </a:fld>
            <a:endParaRPr lang="en-US" sz="650" noProof="0" dirty="0">
              <a:solidFill>
                <a:schemeClr val="bg1"/>
              </a:solidFill>
            </a:endParaRPr>
          </a:p>
        </p:txBody>
      </p:sp>
    </p:spTree>
    <p:extLst>
      <p:ext uri="{BB962C8B-B14F-4D97-AF65-F5344CB8AC3E}">
        <p14:creationId xmlns:p14="http://schemas.microsoft.com/office/powerpoint/2010/main" val="1936978992"/>
      </p:ext>
    </p:extLst>
  </p:cSld>
  <p:clrMapOvr>
    <a:masterClrMapping/>
  </p:clrMapOvr>
  <p:transition>
    <p:fade/>
  </p:transition>
  <p:extLst mod="1">
    <p:ext uri="{DCECCB84-F9BA-43D5-87BE-67443E8EF086}">
      <p15:sldGuideLst xmlns:p15="http://schemas.microsoft.com/office/powerpoint/2012/main">
        <p15:guide id="1" orient="horz" pos="216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Divider - Deloitte white">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376238" y="1705669"/>
            <a:ext cx="7905750" cy="1592403"/>
          </a:xfrm>
        </p:spPr>
        <p:txBody>
          <a:bodyPr anchor="b"/>
          <a:lstStyle>
            <a:lvl1pPr>
              <a:lnSpc>
                <a:spcPct val="95000"/>
              </a:lnSpc>
              <a:defRPr sz="3850" b="1">
                <a:solidFill>
                  <a:schemeClr val="tx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Text Placeholder 2"/>
          <p:cNvSpPr>
            <a:spLocks noGrp="1"/>
          </p:cNvSpPr>
          <p:nvPr>
            <p:ph type="body" idx="1"/>
          </p:nvPr>
        </p:nvSpPr>
        <p:spPr bwMode="gray">
          <a:xfrm>
            <a:off x="376238" y="3429000"/>
            <a:ext cx="7905750" cy="1566532"/>
          </a:xfrm>
        </p:spPr>
        <p:txBody>
          <a:bodyPr lIns="0" tIns="0" rIns="0" bIns="0">
            <a:noAutofit/>
          </a:bodyPr>
          <a:lstStyle>
            <a:lvl1pPr marL="0" indent="0">
              <a:lnSpc>
                <a:spcPct val="95000"/>
              </a:lnSpc>
              <a:spcAft>
                <a:spcPts val="0"/>
              </a:spcAft>
              <a:buNone/>
              <a:defRPr sz="385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noProof="0"/>
              <a:t>Edit Master text styles</a:t>
            </a:r>
          </a:p>
        </p:txBody>
      </p:sp>
    </p:spTree>
    <p:extLst>
      <p:ext uri="{BB962C8B-B14F-4D97-AF65-F5344CB8AC3E}">
        <p14:creationId xmlns:p14="http://schemas.microsoft.com/office/powerpoint/2010/main" val="2879515099"/>
      </p:ext>
    </p:extLst>
  </p:cSld>
  <p:clrMapOvr>
    <a:masterClrMapping/>
  </p:clrMapOvr>
  <p:transition>
    <p:fade/>
  </p:transition>
  <p:extLst mod="1">
    <p:ext uri="{DCECCB84-F9BA-43D5-87BE-67443E8EF086}">
      <p15:sldGuideLst xmlns:p15="http://schemas.microsoft.com/office/powerpoint/2012/main">
        <p15:guide id="1" orient="horz" pos="216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Key statement dark green">
    <p:bg>
      <p:bgPr>
        <a:solidFill>
          <a:schemeClr val="accent2"/>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376238" y="1628774"/>
            <a:ext cx="6864277" cy="4752975"/>
          </a:xfrm>
          <a:prstGeom prst="rect">
            <a:avLst/>
          </a:prstGeom>
        </p:spPr>
        <p:txBody>
          <a:bodyPr>
            <a:noAutofit/>
          </a:bodyPr>
          <a:lstStyle>
            <a:lvl1pPr>
              <a:spcBef>
                <a:spcPts val="3600"/>
              </a:spcBef>
              <a:defRPr sz="2800">
                <a:solidFill>
                  <a:schemeClr val="bg1"/>
                </a:solidFill>
              </a:defRPr>
            </a:lvl1pPr>
            <a:lvl2pPr marL="457200" indent="-457200">
              <a:defRPr sz="3000">
                <a:solidFill>
                  <a:schemeClr val="bg2"/>
                </a:solidFill>
              </a:defRPr>
            </a:lvl2pPr>
            <a:lvl3pPr>
              <a:defRPr sz="3000">
                <a:solidFill>
                  <a:schemeClr val="bg2"/>
                </a:solidFill>
              </a:defRPr>
            </a:lvl3pPr>
            <a:lvl4pPr>
              <a:defRPr sz="3000">
                <a:solidFill>
                  <a:schemeClr val="bg2"/>
                </a:solidFill>
              </a:defRPr>
            </a:lvl4pPr>
            <a:lvl5pPr>
              <a:defRPr sz="3000">
                <a:solidFill>
                  <a:schemeClr val="bg2"/>
                </a:solidFill>
              </a:defRPr>
            </a:lvl5pPr>
          </a:lstStyle>
          <a:p>
            <a:pPr lvl="0"/>
            <a:r>
              <a:rPr lang="en-US" noProof="0"/>
              <a:t>Edit Master text styles</a:t>
            </a:r>
          </a:p>
        </p:txBody>
      </p:sp>
      <p:sp>
        <p:nvSpPr>
          <p:cNvPr id="10" name="TextBox 9"/>
          <p:cNvSpPr txBox="1"/>
          <p:nvPr userDrawn="1"/>
        </p:nvSpPr>
        <p:spPr>
          <a:xfrm>
            <a:off x="4751388" y="6477000"/>
            <a:ext cx="367242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dirty="0">
                <a:solidFill>
                  <a:schemeClr val="bg1"/>
                </a:solidFill>
              </a:rPr>
              <a:t>Presentation title</a:t>
            </a:r>
            <a:br>
              <a:rPr lang="en-US" sz="650" noProof="0" dirty="0">
                <a:solidFill>
                  <a:schemeClr val="bg1"/>
                </a:solidFill>
              </a:rPr>
            </a:br>
            <a:r>
              <a:rPr lang="en-US" sz="650" noProof="0" dirty="0">
                <a:solidFill>
                  <a:schemeClr val="bg1"/>
                </a:solidFill>
              </a:rPr>
              <a:t>[To edit, click View &gt; Slide Master &gt; Slide Master]</a:t>
            </a:r>
          </a:p>
        </p:txBody>
      </p:sp>
      <p:sp>
        <p:nvSpPr>
          <p:cNvPr id="11" name="TextBox 10"/>
          <p:cNvSpPr txBox="1"/>
          <p:nvPr userDrawn="1"/>
        </p:nvSpPr>
        <p:spPr>
          <a:xfrm>
            <a:off x="376238" y="6477000"/>
            <a:ext cx="4016375" cy="201260"/>
          </a:xfrm>
          <a:prstGeom prst="rect">
            <a:avLst/>
          </a:prstGeom>
          <a:noFill/>
        </p:spPr>
        <p:txBody>
          <a:bodyPr wrap="square" lIns="0" tIns="0" rIns="0" bIns="0" rtlCol="0">
            <a:spAutoFit/>
          </a:bodyPr>
          <a:lstStyle/>
          <a:p>
            <a:pPr marL="0" indent="0">
              <a:spcBef>
                <a:spcPts val="600"/>
              </a:spcBef>
              <a:buSzPct val="100000"/>
              <a:buFont typeface="Arial"/>
              <a:buNone/>
            </a:pPr>
            <a:r>
              <a:rPr lang="en-US" sz="650" noProof="0" dirty="0">
                <a:solidFill>
                  <a:schemeClr val="bg1"/>
                </a:solidFill>
              </a:rPr>
              <a:t>Member firms and DTTL: Insert appropriate copyright</a:t>
            </a:r>
            <a:br>
              <a:rPr lang="en-US" sz="650" noProof="0" dirty="0">
                <a:solidFill>
                  <a:schemeClr val="bg1"/>
                </a:solidFill>
              </a:rPr>
            </a:br>
            <a:r>
              <a:rPr lang="en-US" sz="650" noProof="0" dirty="0">
                <a:solidFill>
                  <a:schemeClr val="bg1"/>
                </a:solidFill>
              </a:rPr>
              <a:t>[To edit, click View &gt; Slide Master &gt; Slide Master]</a:t>
            </a:r>
          </a:p>
        </p:txBody>
      </p:sp>
      <p:sp>
        <p:nvSpPr>
          <p:cNvPr id="12" name="TextBox 11"/>
          <p:cNvSpPr txBox="1"/>
          <p:nvPr userDrawn="1"/>
        </p:nvSpPr>
        <p:spPr>
          <a:xfrm>
            <a:off x="8536782" y="6477000"/>
            <a:ext cx="230981" cy="100027"/>
          </a:xfrm>
          <a:prstGeom prst="rect">
            <a:avLst/>
          </a:prstGeom>
          <a:noFill/>
        </p:spPr>
        <p:txBody>
          <a:bodyPr wrap="square" lIns="0" tIns="0" rIns="0" bIns="0" rtlCol="0">
            <a:spAutoFit/>
          </a:bodyPr>
          <a:lstStyle/>
          <a:p>
            <a:pPr marL="0" indent="0" algn="r">
              <a:spcBef>
                <a:spcPts val="600"/>
              </a:spcBef>
              <a:buSzPct val="100000"/>
              <a:buFont typeface="Arial"/>
              <a:buNone/>
            </a:pPr>
            <a:fld id="{C58DF478-B544-4ED8-9ED4-6A2648E2D233}" type="slidenum">
              <a:rPr lang="en-US" sz="650" noProof="0" smtClean="0">
                <a:solidFill>
                  <a:schemeClr val="bg1"/>
                </a:solidFill>
              </a:rPr>
              <a:pPr marL="0" indent="0" algn="r">
                <a:spcBef>
                  <a:spcPts val="600"/>
                </a:spcBef>
                <a:buSzPct val="100000"/>
                <a:buFont typeface="Arial"/>
                <a:buNone/>
              </a:pPr>
              <a:t>‹#›</a:t>
            </a:fld>
            <a:endParaRPr lang="en-US" sz="650" noProof="0" dirty="0">
              <a:solidFill>
                <a:schemeClr val="bg1"/>
              </a:solidFill>
            </a:endParaRPr>
          </a:p>
        </p:txBody>
      </p:sp>
    </p:spTree>
    <p:extLst>
      <p:ext uri="{BB962C8B-B14F-4D97-AF65-F5344CB8AC3E}">
        <p14:creationId xmlns:p14="http://schemas.microsoft.com/office/powerpoint/2010/main" val="886881570"/>
      </p:ext>
    </p:extLst>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Key statement dark blue">
    <p:bg>
      <p:bgPr>
        <a:solidFill>
          <a:schemeClr val="accent4"/>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376238" y="1627200"/>
            <a:ext cx="6958012" cy="4759584"/>
          </a:xfrm>
          <a:prstGeom prst="rect">
            <a:avLst/>
          </a:prstGeom>
        </p:spPr>
        <p:txBody>
          <a:bodyPr>
            <a:noAutofit/>
          </a:bodyPr>
          <a:lstStyle>
            <a:lvl1pPr>
              <a:spcBef>
                <a:spcPts val="3600"/>
              </a:spcBef>
              <a:defRPr sz="2800">
                <a:solidFill>
                  <a:schemeClr val="bg1"/>
                </a:solidFill>
              </a:defRPr>
            </a:lvl1pPr>
            <a:lvl2pPr marL="457200" indent="-457200">
              <a:defRPr sz="3000">
                <a:solidFill>
                  <a:schemeClr val="bg2"/>
                </a:solidFill>
              </a:defRPr>
            </a:lvl2pPr>
            <a:lvl3pPr>
              <a:defRPr sz="3000">
                <a:solidFill>
                  <a:schemeClr val="bg2"/>
                </a:solidFill>
              </a:defRPr>
            </a:lvl3pPr>
            <a:lvl4pPr>
              <a:defRPr sz="3000">
                <a:solidFill>
                  <a:schemeClr val="bg2"/>
                </a:solidFill>
              </a:defRPr>
            </a:lvl4pPr>
            <a:lvl5pPr>
              <a:defRPr sz="3000">
                <a:solidFill>
                  <a:schemeClr val="bg2"/>
                </a:solidFill>
              </a:defRPr>
            </a:lvl5pPr>
          </a:lstStyle>
          <a:p>
            <a:pPr lvl="0"/>
            <a:r>
              <a:rPr lang="en-US" noProof="0"/>
              <a:t>Edit Master text styles</a:t>
            </a:r>
          </a:p>
        </p:txBody>
      </p:sp>
      <p:sp>
        <p:nvSpPr>
          <p:cNvPr id="10" name="TextBox 9"/>
          <p:cNvSpPr txBox="1"/>
          <p:nvPr userDrawn="1"/>
        </p:nvSpPr>
        <p:spPr>
          <a:xfrm>
            <a:off x="4751388" y="6477000"/>
            <a:ext cx="367242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dirty="0">
                <a:solidFill>
                  <a:schemeClr val="bg1"/>
                </a:solidFill>
              </a:rPr>
              <a:t>Presentation title</a:t>
            </a:r>
            <a:br>
              <a:rPr lang="en-US" sz="650" noProof="0" dirty="0">
                <a:solidFill>
                  <a:schemeClr val="bg1"/>
                </a:solidFill>
              </a:rPr>
            </a:br>
            <a:r>
              <a:rPr lang="en-US" sz="650" noProof="0" dirty="0">
                <a:solidFill>
                  <a:schemeClr val="bg1"/>
                </a:solidFill>
              </a:rPr>
              <a:t>[To edit, click View &gt; Slide Master &gt; Slide Master]</a:t>
            </a:r>
          </a:p>
        </p:txBody>
      </p:sp>
      <p:sp>
        <p:nvSpPr>
          <p:cNvPr id="11" name="TextBox 10"/>
          <p:cNvSpPr txBox="1"/>
          <p:nvPr userDrawn="1"/>
        </p:nvSpPr>
        <p:spPr>
          <a:xfrm>
            <a:off x="376238" y="6477000"/>
            <a:ext cx="4016375" cy="201260"/>
          </a:xfrm>
          <a:prstGeom prst="rect">
            <a:avLst/>
          </a:prstGeom>
          <a:noFill/>
        </p:spPr>
        <p:txBody>
          <a:bodyPr wrap="square" lIns="0" tIns="0" rIns="0" bIns="0" rtlCol="0">
            <a:spAutoFit/>
          </a:bodyPr>
          <a:lstStyle/>
          <a:p>
            <a:pPr marL="0" indent="0">
              <a:spcBef>
                <a:spcPts val="600"/>
              </a:spcBef>
              <a:buSzPct val="100000"/>
              <a:buFont typeface="Arial"/>
              <a:buNone/>
            </a:pPr>
            <a:r>
              <a:rPr lang="en-US" sz="650" noProof="0" dirty="0">
                <a:solidFill>
                  <a:schemeClr val="bg1"/>
                </a:solidFill>
              </a:rPr>
              <a:t>Member firms and DTTL: Insert appropriate copyright</a:t>
            </a:r>
            <a:br>
              <a:rPr lang="en-US" sz="650" noProof="0" dirty="0">
                <a:solidFill>
                  <a:schemeClr val="bg1"/>
                </a:solidFill>
              </a:rPr>
            </a:br>
            <a:r>
              <a:rPr lang="en-US" sz="650" noProof="0" dirty="0">
                <a:solidFill>
                  <a:schemeClr val="bg1"/>
                </a:solidFill>
              </a:rPr>
              <a:t>[To edit, click View &gt; Slide Master &gt; Slide Master]</a:t>
            </a:r>
          </a:p>
        </p:txBody>
      </p:sp>
      <p:sp>
        <p:nvSpPr>
          <p:cNvPr id="12" name="TextBox 11"/>
          <p:cNvSpPr txBox="1"/>
          <p:nvPr userDrawn="1"/>
        </p:nvSpPr>
        <p:spPr>
          <a:xfrm>
            <a:off x="8536782" y="6477000"/>
            <a:ext cx="230981" cy="100027"/>
          </a:xfrm>
          <a:prstGeom prst="rect">
            <a:avLst/>
          </a:prstGeom>
          <a:noFill/>
        </p:spPr>
        <p:txBody>
          <a:bodyPr wrap="square" lIns="0" tIns="0" rIns="0" bIns="0" rtlCol="0">
            <a:spAutoFit/>
          </a:bodyPr>
          <a:lstStyle/>
          <a:p>
            <a:pPr marL="0" indent="0" algn="r">
              <a:spcBef>
                <a:spcPts val="600"/>
              </a:spcBef>
              <a:buSzPct val="100000"/>
              <a:buFont typeface="Arial"/>
              <a:buNone/>
            </a:pPr>
            <a:fld id="{C58DF478-B544-4ED8-9ED4-6A2648E2D233}" type="slidenum">
              <a:rPr lang="en-US" sz="650" noProof="0" smtClean="0">
                <a:solidFill>
                  <a:schemeClr val="bg1"/>
                </a:solidFill>
              </a:rPr>
              <a:pPr marL="0" indent="0" algn="r">
                <a:spcBef>
                  <a:spcPts val="600"/>
                </a:spcBef>
                <a:buSzPct val="100000"/>
                <a:buFont typeface="Arial"/>
                <a:buNone/>
              </a:pPr>
              <a:t>‹#›</a:t>
            </a:fld>
            <a:endParaRPr lang="en-US" sz="650" noProof="0" dirty="0">
              <a:solidFill>
                <a:schemeClr val="bg1"/>
              </a:solidFill>
            </a:endParaRPr>
          </a:p>
        </p:txBody>
      </p:sp>
    </p:spTree>
    <p:extLst>
      <p:ext uri="{BB962C8B-B14F-4D97-AF65-F5344CB8AC3E}">
        <p14:creationId xmlns:p14="http://schemas.microsoft.com/office/powerpoint/2010/main" val="1838567645"/>
      </p:ext>
    </p:extLst>
  </p:cSld>
  <p:clrMapOvr>
    <a:masterClrMapping/>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Key statement teal">
    <p:bg>
      <p:bgPr>
        <a:solidFill>
          <a:schemeClr val="accent5"/>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376238" y="1628774"/>
            <a:ext cx="6958012" cy="4752975"/>
          </a:xfrm>
          <a:prstGeom prst="rect">
            <a:avLst/>
          </a:prstGeom>
        </p:spPr>
        <p:txBody>
          <a:bodyPr>
            <a:noAutofit/>
          </a:bodyPr>
          <a:lstStyle>
            <a:lvl1pPr>
              <a:spcBef>
                <a:spcPts val="3600"/>
              </a:spcBef>
              <a:defRPr sz="2800">
                <a:solidFill>
                  <a:schemeClr val="bg1"/>
                </a:solidFill>
              </a:defRPr>
            </a:lvl1pPr>
            <a:lvl2pPr marL="457200" indent="-457200">
              <a:defRPr sz="3000">
                <a:solidFill>
                  <a:schemeClr val="bg2"/>
                </a:solidFill>
              </a:defRPr>
            </a:lvl2pPr>
            <a:lvl3pPr>
              <a:defRPr sz="3000">
                <a:solidFill>
                  <a:schemeClr val="bg2"/>
                </a:solidFill>
              </a:defRPr>
            </a:lvl3pPr>
            <a:lvl4pPr>
              <a:defRPr sz="3000">
                <a:solidFill>
                  <a:schemeClr val="bg2"/>
                </a:solidFill>
              </a:defRPr>
            </a:lvl4pPr>
            <a:lvl5pPr>
              <a:defRPr sz="3000">
                <a:solidFill>
                  <a:schemeClr val="bg2"/>
                </a:solidFill>
              </a:defRPr>
            </a:lvl5pPr>
          </a:lstStyle>
          <a:p>
            <a:pPr lvl="0"/>
            <a:r>
              <a:rPr lang="en-US" noProof="0"/>
              <a:t>Edit Master text styles</a:t>
            </a:r>
          </a:p>
        </p:txBody>
      </p:sp>
      <p:sp>
        <p:nvSpPr>
          <p:cNvPr id="10" name="TextBox 9"/>
          <p:cNvSpPr txBox="1"/>
          <p:nvPr userDrawn="1"/>
        </p:nvSpPr>
        <p:spPr>
          <a:xfrm>
            <a:off x="4751388" y="6477000"/>
            <a:ext cx="367242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dirty="0">
                <a:solidFill>
                  <a:schemeClr val="bg1"/>
                </a:solidFill>
              </a:rPr>
              <a:t>Presentation title</a:t>
            </a:r>
            <a:br>
              <a:rPr lang="en-US" sz="650" noProof="0" dirty="0">
                <a:solidFill>
                  <a:schemeClr val="bg1"/>
                </a:solidFill>
              </a:rPr>
            </a:br>
            <a:r>
              <a:rPr lang="en-US" sz="650" noProof="0" dirty="0">
                <a:solidFill>
                  <a:schemeClr val="bg1"/>
                </a:solidFill>
              </a:rPr>
              <a:t>[To edit, click View &gt; Slide Master &gt; Slide Master]</a:t>
            </a:r>
          </a:p>
        </p:txBody>
      </p:sp>
      <p:sp>
        <p:nvSpPr>
          <p:cNvPr id="11" name="TextBox 10"/>
          <p:cNvSpPr txBox="1"/>
          <p:nvPr userDrawn="1"/>
        </p:nvSpPr>
        <p:spPr>
          <a:xfrm>
            <a:off x="376238" y="6477000"/>
            <a:ext cx="4016375" cy="201260"/>
          </a:xfrm>
          <a:prstGeom prst="rect">
            <a:avLst/>
          </a:prstGeom>
          <a:noFill/>
        </p:spPr>
        <p:txBody>
          <a:bodyPr wrap="square" lIns="0" tIns="0" rIns="0" bIns="0" rtlCol="0">
            <a:spAutoFit/>
          </a:bodyPr>
          <a:lstStyle/>
          <a:p>
            <a:pPr marL="0" indent="0">
              <a:spcBef>
                <a:spcPts val="600"/>
              </a:spcBef>
              <a:buSzPct val="100000"/>
              <a:buFont typeface="Arial"/>
              <a:buNone/>
            </a:pPr>
            <a:r>
              <a:rPr lang="en-US" sz="650" noProof="0" dirty="0">
                <a:solidFill>
                  <a:schemeClr val="bg1"/>
                </a:solidFill>
              </a:rPr>
              <a:t>Member firms and DTTL: Insert appropriate copyright</a:t>
            </a:r>
            <a:br>
              <a:rPr lang="en-US" sz="650" noProof="0" dirty="0">
                <a:solidFill>
                  <a:schemeClr val="bg1"/>
                </a:solidFill>
              </a:rPr>
            </a:br>
            <a:r>
              <a:rPr lang="en-US" sz="650" noProof="0" dirty="0">
                <a:solidFill>
                  <a:schemeClr val="bg1"/>
                </a:solidFill>
              </a:rPr>
              <a:t>[To edit, click View &gt; Slide Master &gt; Slide Master]</a:t>
            </a:r>
          </a:p>
        </p:txBody>
      </p:sp>
      <p:sp>
        <p:nvSpPr>
          <p:cNvPr id="12" name="TextBox 11"/>
          <p:cNvSpPr txBox="1"/>
          <p:nvPr userDrawn="1"/>
        </p:nvSpPr>
        <p:spPr>
          <a:xfrm>
            <a:off x="8536782" y="6477000"/>
            <a:ext cx="230981" cy="100027"/>
          </a:xfrm>
          <a:prstGeom prst="rect">
            <a:avLst/>
          </a:prstGeom>
          <a:noFill/>
        </p:spPr>
        <p:txBody>
          <a:bodyPr wrap="square" lIns="0" tIns="0" rIns="0" bIns="0" rtlCol="0">
            <a:spAutoFit/>
          </a:bodyPr>
          <a:lstStyle/>
          <a:p>
            <a:pPr marL="0" indent="0" algn="r">
              <a:spcBef>
                <a:spcPts val="600"/>
              </a:spcBef>
              <a:buSzPct val="100000"/>
              <a:buFont typeface="Arial"/>
              <a:buNone/>
            </a:pPr>
            <a:fld id="{C58DF478-B544-4ED8-9ED4-6A2648E2D233}" type="slidenum">
              <a:rPr lang="en-US" sz="650" noProof="0" smtClean="0">
                <a:solidFill>
                  <a:schemeClr val="bg1"/>
                </a:solidFill>
              </a:rPr>
              <a:pPr marL="0" indent="0" algn="r">
                <a:spcBef>
                  <a:spcPts val="600"/>
                </a:spcBef>
                <a:buSzPct val="100000"/>
                <a:buFont typeface="Arial"/>
                <a:buNone/>
              </a:pPr>
              <a:t>‹#›</a:t>
            </a:fld>
            <a:endParaRPr lang="en-US" sz="650" noProof="0" dirty="0">
              <a:solidFill>
                <a:schemeClr val="bg1"/>
              </a:solidFill>
            </a:endParaRPr>
          </a:p>
        </p:txBody>
      </p:sp>
    </p:spTree>
    <p:extLst>
      <p:ext uri="{BB962C8B-B14F-4D97-AF65-F5344CB8AC3E}">
        <p14:creationId xmlns:p14="http://schemas.microsoft.com/office/powerpoint/2010/main" val="126737543"/>
      </p:ext>
    </p:extLst>
  </p:cSld>
  <p:clrMapOvr>
    <a:masterClrMapping/>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Key statement black">
    <p:bg>
      <p:bgPr>
        <a:solidFill>
          <a:schemeClr val="tx1"/>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376238" y="1628774"/>
            <a:ext cx="6958012" cy="4752975"/>
          </a:xfrm>
          <a:prstGeom prst="rect">
            <a:avLst/>
          </a:prstGeom>
        </p:spPr>
        <p:txBody>
          <a:bodyPr>
            <a:noAutofit/>
          </a:bodyPr>
          <a:lstStyle>
            <a:lvl1pPr>
              <a:spcBef>
                <a:spcPts val="3600"/>
              </a:spcBef>
              <a:defRPr sz="2800">
                <a:solidFill>
                  <a:schemeClr val="bg1"/>
                </a:solidFill>
              </a:defRPr>
            </a:lvl1pPr>
            <a:lvl2pPr marL="457200" indent="-457200">
              <a:defRPr sz="3000">
                <a:solidFill>
                  <a:schemeClr val="bg2"/>
                </a:solidFill>
              </a:defRPr>
            </a:lvl2pPr>
            <a:lvl3pPr>
              <a:defRPr sz="3000">
                <a:solidFill>
                  <a:schemeClr val="bg2"/>
                </a:solidFill>
              </a:defRPr>
            </a:lvl3pPr>
            <a:lvl4pPr>
              <a:defRPr sz="3000">
                <a:solidFill>
                  <a:schemeClr val="bg2"/>
                </a:solidFill>
              </a:defRPr>
            </a:lvl4pPr>
            <a:lvl5pPr>
              <a:defRPr sz="3000">
                <a:solidFill>
                  <a:schemeClr val="bg2"/>
                </a:solidFill>
              </a:defRPr>
            </a:lvl5pPr>
          </a:lstStyle>
          <a:p>
            <a:pPr lvl="0"/>
            <a:r>
              <a:rPr lang="en-US" noProof="0"/>
              <a:t>Edit Master text styles</a:t>
            </a:r>
          </a:p>
        </p:txBody>
      </p:sp>
      <p:sp>
        <p:nvSpPr>
          <p:cNvPr id="10" name="TextBox 9"/>
          <p:cNvSpPr txBox="1"/>
          <p:nvPr userDrawn="1"/>
        </p:nvSpPr>
        <p:spPr>
          <a:xfrm>
            <a:off x="4751388" y="6477000"/>
            <a:ext cx="367242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dirty="0">
                <a:solidFill>
                  <a:schemeClr val="bg1"/>
                </a:solidFill>
              </a:rPr>
              <a:t>Presentation title</a:t>
            </a:r>
            <a:br>
              <a:rPr lang="en-US" sz="650" noProof="0" dirty="0">
                <a:solidFill>
                  <a:schemeClr val="bg1"/>
                </a:solidFill>
              </a:rPr>
            </a:br>
            <a:r>
              <a:rPr lang="en-US" sz="650" noProof="0" dirty="0">
                <a:solidFill>
                  <a:schemeClr val="bg1"/>
                </a:solidFill>
              </a:rPr>
              <a:t>[To edit, click View &gt; Slide Master &gt; Slide Master]</a:t>
            </a:r>
          </a:p>
        </p:txBody>
      </p:sp>
      <p:sp>
        <p:nvSpPr>
          <p:cNvPr id="11" name="TextBox 10"/>
          <p:cNvSpPr txBox="1"/>
          <p:nvPr userDrawn="1"/>
        </p:nvSpPr>
        <p:spPr>
          <a:xfrm>
            <a:off x="376238" y="6477000"/>
            <a:ext cx="4016375" cy="201260"/>
          </a:xfrm>
          <a:prstGeom prst="rect">
            <a:avLst/>
          </a:prstGeom>
          <a:noFill/>
        </p:spPr>
        <p:txBody>
          <a:bodyPr wrap="square" lIns="0" tIns="0" rIns="0" bIns="0" rtlCol="0">
            <a:spAutoFit/>
          </a:bodyPr>
          <a:lstStyle/>
          <a:p>
            <a:pPr marL="0" indent="0">
              <a:spcBef>
                <a:spcPts val="600"/>
              </a:spcBef>
              <a:buSzPct val="100000"/>
              <a:buFont typeface="Arial"/>
              <a:buNone/>
            </a:pPr>
            <a:r>
              <a:rPr lang="en-US" sz="650" noProof="0" dirty="0">
                <a:solidFill>
                  <a:schemeClr val="bg1"/>
                </a:solidFill>
              </a:rPr>
              <a:t>Member firms and DTTL: Insert appropriate copyright</a:t>
            </a:r>
            <a:br>
              <a:rPr lang="en-US" sz="650" noProof="0" dirty="0">
                <a:solidFill>
                  <a:schemeClr val="bg1"/>
                </a:solidFill>
              </a:rPr>
            </a:br>
            <a:r>
              <a:rPr lang="en-US" sz="650" noProof="0" dirty="0">
                <a:solidFill>
                  <a:schemeClr val="bg1"/>
                </a:solidFill>
              </a:rPr>
              <a:t>[To edit, click View &gt; Slide Master &gt; Slide Master]</a:t>
            </a:r>
          </a:p>
        </p:txBody>
      </p:sp>
      <p:sp>
        <p:nvSpPr>
          <p:cNvPr id="12" name="TextBox 11"/>
          <p:cNvSpPr txBox="1"/>
          <p:nvPr userDrawn="1"/>
        </p:nvSpPr>
        <p:spPr>
          <a:xfrm>
            <a:off x="8536782" y="6477000"/>
            <a:ext cx="230981" cy="100027"/>
          </a:xfrm>
          <a:prstGeom prst="rect">
            <a:avLst/>
          </a:prstGeom>
          <a:noFill/>
        </p:spPr>
        <p:txBody>
          <a:bodyPr wrap="square" lIns="0" tIns="0" rIns="0" bIns="0" rtlCol="0">
            <a:spAutoFit/>
          </a:bodyPr>
          <a:lstStyle/>
          <a:p>
            <a:pPr marL="0" indent="0" algn="r">
              <a:spcBef>
                <a:spcPts val="600"/>
              </a:spcBef>
              <a:buSzPct val="100000"/>
              <a:buFont typeface="Arial"/>
              <a:buNone/>
            </a:pPr>
            <a:fld id="{C58DF478-B544-4ED8-9ED4-6A2648E2D233}" type="slidenum">
              <a:rPr lang="en-US" sz="650" noProof="0" smtClean="0">
                <a:solidFill>
                  <a:schemeClr val="bg1"/>
                </a:solidFill>
              </a:rPr>
              <a:pPr marL="0" indent="0" algn="r">
                <a:spcBef>
                  <a:spcPts val="600"/>
                </a:spcBef>
                <a:buSzPct val="100000"/>
                <a:buFont typeface="Arial"/>
                <a:buNone/>
              </a:pPr>
              <a:t>‹#›</a:t>
            </a:fld>
            <a:endParaRPr lang="en-US" sz="650" noProof="0" dirty="0">
              <a:solidFill>
                <a:schemeClr val="bg1"/>
              </a:solidFill>
            </a:endParaRPr>
          </a:p>
        </p:txBody>
      </p:sp>
    </p:spTree>
    <p:extLst>
      <p:ext uri="{BB962C8B-B14F-4D97-AF65-F5344CB8AC3E}">
        <p14:creationId xmlns:p14="http://schemas.microsoft.com/office/powerpoint/2010/main" val="2522486704"/>
      </p:ext>
    </p:extLst>
  </p:cSld>
  <p:clrMapOvr>
    <a:masterClrMapping/>
  </p:clrMapOvr>
  <p:transition>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Key statement white">
    <p:bg>
      <p:bgRef idx="1001">
        <a:schemeClr val="bg1"/>
      </p:bgRef>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376238" y="1628774"/>
            <a:ext cx="6958012" cy="4752975"/>
          </a:xfrm>
          <a:prstGeom prst="rect">
            <a:avLst/>
          </a:prstGeom>
        </p:spPr>
        <p:txBody>
          <a:bodyPr>
            <a:noAutofit/>
          </a:bodyPr>
          <a:lstStyle>
            <a:lvl1pPr>
              <a:spcBef>
                <a:spcPts val="3600"/>
              </a:spcBef>
              <a:defRPr sz="2800">
                <a:solidFill>
                  <a:schemeClr val="tx1"/>
                </a:solidFill>
              </a:defRPr>
            </a:lvl1pPr>
            <a:lvl2pPr marL="457200" indent="-457200">
              <a:defRPr sz="3000">
                <a:solidFill>
                  <a:schemeClr val="bg2"/>
                </a:solidFill>
              </a:defRPr>
            </a:lvl2pPr>
            <a:lvl3pPr>
              <a:defRPr sz="3000">
                <a:solidFill>
                  <a:schemeClr val="bg2"/>
                </a:solidFill>
              </a:defRPr>
            </a:lvl3pPr>
            <a:lvl4pPr>
              <a:defRPr sz="3000">
                <a:solidFill>
                  <a:schemeClr val="bg2"/>
                </a:solidFill>
              </a:defRPr>
            </a:lvl4pPr>
            <a:lvl5pPr>
              <a:defRPr sz="3000">
                <a:solidFill>
                  <a:schemeClr val="bg2"/>
                </a:solidFill>
              </a:defRPr>
            </a:lvl5pPr>
          </a:lstStyle>
          <a:p>
            <a:pPr lvl="0"/>
            <a:r>
              <a:rPr lang="en-US" noProof="0"/>
              <a:t>Edit Master text styles</a:t>
            </a:r>
          </a:p>
        </p:txBody>
      </p:sp>
    </p:spTree>
    <p:extLst>
      <p:ext uri="{BB962C8B-B14F-4D97-AF65-F5344CB8AC3E}">
        <p14:creationId xmlns:p14="http://schemas.microsoft.com/office/powerpoint/2010/main" val="25102211"/>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ntents">
    <p:spTree>
      <p:nvGrpSpPr>
        <p:cNvPr id="1" name=""/>
        <p:cNvGrpSpPr/>
        <p:nvPr/>
      </p:nvGrpSpPr>
      <p:grpSpPr>
        <a:xfrm>
          <a:off x="0" y="0"/>
          <a:ext cx="0" cy="0"/>
          <a:chOff x="0" y="0"/>
          <a:chExt cx="0" cy="0"/>
        </a:xfrm>
      </p:grpSpPr>
      <p:sp>
        <p:nvSpPr>
          <p:cNvPr id="4" name="Content Placeholder 3"/>
          <p:cNvSpPr>
            <a:spLocks noGrp="1"/>
          </p:cNvSpPr>
          <p:nvPr>
            <p:ph sz="quarter" idx="10"/>
          </p:nvPr>
        </p:nvSpPr>
        <p:spPr>
          <a:xfrm>
            <a:off x="376238" y="1665288"/>
            <a:ext cx="6958012" cy="4716463"/>
          </a:xfrm>
          <a:prstGeom prst="rect">
            <a:avLst/>
          </a:prstGeom>
        </p:spPr>
        <p:txBody>
          <a:bodyPr/>
          <a:lstStyle>
            <a:lvl1pPr>
              <a:tabLst>
                <a:tab pos="6729413" algn="r"/>
              </a:tabLst>
              <a:defRPr/>
            </a:lvl1pPr>
            <a:lvl2pPr>
              <a:tabLst>
                <a:tab pos="6729413" algn="r"/>
              </a:tabLst>
              <a:defRPr/>
            </a:lvl2pPr>
            <a:lvl3pPr>
              <a:tabLst>
                <a:tab pos="6729413" algn="r"/>
              </a:tabLst>
              <a:defRPr/>
            </a:lvl3pPr>
            <a:lvl4pPr>
              <a:tabLst>
                <a:tab pos="6729413" algn="r"/>
              </a:tabLst>
              <a:defRPr/>
            </a:lvl4pPr>
            <a:lvl5pPr>
              <a:tabLst>
                <a:tab pos="5029200" algn="r"/>
              </a:tabLst>
              <a:defRPr baseline="0"/>
            </a:lvl5pPr>
            <a:lvl6pPr>
              <a:tabLst>
                <a:tab pos="6729413" algn="r"/>
              </a:tabLst>
              <a:defRPr/>
            </a:lvl6pPr>
            <a:lvl7pPr>
              <a:tabLst>
                <a:tab pos="6729413" algn="r"/>
              </a:tabLst>
              <a:defRPr/>
            </a:lvl7pPr>
            <a:lvl8pPr>
              <a:tabLst>
                <a:tab pos="6729413" algn="r"/>
              </a:tabLst>
              <a:defRPr/>
            </a:lvl8pPr>
            <a:lvl9pPr>
              <a:tabLst>
                <a:tab pos="6729413" algn="r"/>
              </a:tabLst>
              <a:defRPr/>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itle Placeholder 1"/>
          <p:cNvSpPr>
            <a:spLocks noGrp="1"/>
          </p:cNvSpPr>
          <p:nvPr>
            <p:ph type="title" hasCustomPrompt="1"/>
          </p:nvPr>
        </p:nvSpPr>
        <p:spPr>
          <a:xfrm>
            <a:off x="376239" y="317499"/>
            <a:ext cx="8385174" cy="698501"/>
          </a:xfrm>
          <a:prstGeom prst="rect">
            <a:avLst/>
          </a:prstGeom>
        </p:spPr>
        <p:txBody>
          <a:bodyPr vert="horz" lIns="0" tIns="0" rIns="0" bIns="0" rtlCol="0" anchor="t" anchorCtr="0">
            <a:noAutofit/>
          </a:bodyPr>
          <a:lstStyle>
            <a:lvl1pPr>
              <a:defRPr/>
            </a:lvl1pPr>
          </a:lstStyle>
          <a:p>
            <a:r>
              <a:rPr lang="en-US" dirty="0"/>
              <a:t>Click to add title</a:t>
            </a:r>
          </a:p>
        </p:txBody>
      </p:sp>
    </p:spTree>
    <p:extLst>
      <p:ext uri="{BB962C8B-B14F-4D97-AF65-F5344CB8AC3E}">
        <p14:creationId xmlns:p14="http://schemas.microsoft.com/office/powerpoint/2010/main" val="236510875"/>
      </p:ext>
    </p:extLst>
  </p:cSld>
  <p:clrMapOvr>
    <a:masterClrMapping/>
  </p:clrMapOvr>
  <p:transition>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s with image">
    <p:spTree>
      <p:nvGrpSpPr>
        <p:cNvPr id="1" name=""/>
        <p:cNvGrpSpPr/>
        <p:nvPr/>
      </p:nvGrpSpPr>
      <p:grpSpPr>
        <a:xfrm>
          <a:off x="0" y="0"/>
          <a:ext cx="0" cy="0"/>
          <a:chOff x="0" y="0"/>
          <a:chExt cx="0" cy="0"/>
        </a:xfrm>
      </p:grpSpPr>
      <p:sp>
        <p:nvSpPr>
          <p:cNvPr id="7" name="Title Placeholder 1"/>
          <p:cNvSpPr>
            <a:spLocks noGrp="1"/>
          </p:cNvSpPr>
          <p:nvPr>
            <p:ph type="title" hasCustomPrompt="1"/>
          </p:nvPr>
        </p:nvSpPr>
        <p:spPr>
          <a:xfrm>
            <a:off x="376238" y="317501"/>
            <a:ext cx="8391525" cy="698500"/>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5" name="Picture Placeholder 9"/>
          <p:cNvSpPr>
            <a:spLocks noGrp="1"/>
          </p:cNvSpPr>
          <p:nvPr>
            <p:ph type="pic" sz="quarter" idx="15"/>
          </p:nvPr>
        </p:nvSpPr>
        <p:spPr>
          <a:xfrm>
            <a:off x="4087763" y="1701801"/>
            <a:ext cx="4680000" cy="4679950"/>
          </a:xfrm>
        </p:spPr>
        <p:txBody>
          <a:bodyPr/>
          <a:lstStyle/>
          <a:p>
            <a:r>
              <a:rPr lang="en-US" noProof="0" dirty="0"/>
              <a:t>Click icon to add picture</a:t>
            </a:r>
          </a:p>
        </p:txBody>
      </p:sp>
      <p:sp>
        <p:nvSpPr>
          <p:cNvPr id="6" name="Content Placeholder 3"/>
          <p:cNvSpPr>
            <a:spLocks noGrp="1"/>
          </p:cNvSpPr>
          <p:nvPr>
            <p:ph sz="quarter" idx="10"/>
          </p:nvPr>
        </p:nvSpPr>
        <p:spPr>
          <a:xfrm>
            <a:off x="376238" y="1665288"/>
            <a:ext cx="3342322" cy="4716463"/>
          </a:xfrm>
          <a:prstGeom prst="rect">
            <a:avLst/>
          </a:prstGeom>
        </p:spPr>
        <p:txBody>
          <a:bodyPr/>
          <a:lstStyle>
            <a:lvl1pPr>
              <a:tabLst>
                <a:tab pos="5029200" algn="r"/>
              </a:tabLst>
              <a:defRPr/>
            </a:lvl1pPr>
            <a:lvl2pPr>
              <a:tabLst>
                <a:tab pos="5029200" algn="r"/>
              </a:tabLst>
              <a:defRPr/>
            </a:lvl2pPr>
            <a:lvl3pPr>
              <a:tabLst>
                <a:tab pos="5029200" algn="r"/>
              </a:tabLst>
              <a:defRPr/>
            </a:lvl3pPr>
            <a:lvl4pPr>
              <a:tabLst>
                <a:tab pos="5029200" algn="r"/>
              </a:tabLst>
              <a:defRPr/>
            </a:lvl4pPr>
            <a:lvl5pPr>
              <a:tabLst>
                <a:tab pos="5029200"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463979046"/>
      </p:ext>
    </p:extLst>
  </p:cSld>
  <p:clrMapOvr>
    <a:masterClrMapping/>
  </p:clrMapOvr>
  <p:transition>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amp; 1 column text">
    <p:spTree>
      <p:nvGrpSpPr>
        <p:cNvPr id="1" name=""/>
        <p:cNvGrpSpPr/>
        <p:nvPr/>
      </p:nvGrpSpPr>
      <p:grpSpPr>
        <a:xfrm>
          <a:off x="0" y="0"/>
          <a:ext cx="0" cy="0"/>
          <a:chOff x="0" y="0"/>
          <a:chExt cx="0" cy="0"/>
        </a:xfrm>
      </p:grpSpPr>
      <p:sp>
        <p:nvSpPr>
          <p:cNvPr id="2" name="Title 1"/>
          <p:cNvSpPr>
            <a:spLocks noGrp="1"/>
          </p:cNvSpPr>
          <p:nvPr>
            <p:ph type="title"/>
          </p:nvPr>
        </p:nvSpPr>
        <p:spPr>
          <a:xfrm>
            <a:off x="376238" y="317501"/>
            <a:ext cx="8391525" cy="698500"/>
          </a:xfrm>
        </p:spPr>
        <p:txBody>
          <a:bodyPr/>
          <a:lstStyle/>
          <a:p>
            <a:r>
              <a:rPr lang="en-US" noProof="0"/>
              <a:t>Click to edit Master title style</a:t>
            </a:r>
            <a:endParaRPr lang="en-US" noProof="0" dirty="0"/>
          </a:p>
        </p:txBody>
      </p:sp>
      <p:sp>
        <p:nvSpPr>
          <p:cNvPr id="14" name="Text Placeholder 18"/>
          <p:cNvSpPr>
            <a:spLocks noGrp="1"/>
          </p:cNvSpPr>
          <p:nvPr>
            <p:ph idx="1"/>
          </p:nvPr>
        </p:nvSpPr>
        <p:spPr>
          <a:xfrm>
            <a:off x="376238" y="1665288"/>
            <a:ext cx="8374062" cy="4716463"/>
          </a:xfrm>
          <a:prstGeom prst="rect">
            <a:avLst/>
          </a:prstGeom>
        </p:spPr>
        <p:txBody>
          <a:bodyPr vert="horz" lIns="0" tIns="0" rIns="0" bIns="0" rtlCol="0">
            <a:noAutofit/>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3881091110"/>
      </p:ext>
    </p:extLst>
  </p:cSld>
  <p:clrMapOvr>
    <a:masterClrMapping/>
  </p:clrMapOvr>
  <p:transition>
    <p:fad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subtitle &amp; 1 column text">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376238" y="651600"/>
            <a:ext cx="8371762"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4" name="Title Placeholder 1"/>
          <p:cNvSpPr>
            <a:spLocks noGrp="1"/>
          </p:cNvSpPr>
          <p:nvPr>
            <p:ph type="title"/>
          </p:nvPr>
        </p:nvSpPr>
        <p:spPr>
          <a:xfrm>
            <a:off x="376238" y="317499"/>
            <a:ext cx="8371762" cy="334101"/>
          </a:xfrm>
          <a:prstGeom prst="rect">
            <a:avLst/>
          </a:prstGeom>
        </p:spPr>
        <p:txBody>
          <a:bodyPr vert="horz" lIns="0" tIns="0" rIns="0" bIns="0" rtlCol="0" anchor="t" anchorCtr="0">
            <a:noAutofit/>
          </a:bodyPr>
          <a:lstStyle>
            <a:lvl1pPr>
              <a:defRPr/>
            </a:lvl1pPr>
          </a:lstStyle>
          <a:p>
            <a:r>
              <a:rPr lang="en-US" noProof="0"/>
              <a:t>Click to edit Master title style</a:t>
            </a:r>
            <a:endParaRPr lang="en-US" noProof="0" dirty="0"/>
          </a:p>
        </p:txBody>
      </p:sp>
      <p:sp>
        <p:nvSpPr>
          <p:cNvPr id="8" name="Text Placeholder 18"/>
          <p:cNvSpPr>
            <a:spLocks noGrp="1"/>
          </p:cNvSpPr>
          <p:nvPr>
            <p:ph idx="1"/>
          </p:nvPr>
        </p:nvSpPr>
        <p:spPr>
          <a:xfrm>
            <a:off x="376238" y="1665288"/>
            <a:ext cx="8374062" cy="4713911"/>
          </a:xfrm>
          <a:prstGeom prst="rect">
            <a:avLst/>
          </a:prstGeom>
        </p:spPr>
        <p:txBody>
          <a:bodyPr vert="horz" lIns="0" tIns="0" rIns="0" bIns="0" rtlCol="0">
            <a:noAutofit/>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3272647120"/>
      </p:ext>
    </p:extLst>
  </p:cSld>
  <p:clrMapOvr>
    <a:masterClrMapping/>
  </p:clrMapOvr>
  <p:transition>
    <p:fad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subtitle &amp; 1 column - large">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376238" y="651600"/>
            <a:ext cx="8371762"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4" name="Title Placeholder 1"/>
          <p:cNvSpPr>
            <a:spLocks noGrp="1"/>
          </p:cNvSpPr>
          <p:nvPr>
            <p:ph type="title"/>
          </p:nvPr>
        </p:nvSpPr>
        <p:spPr>
          <a:xfrm>
            <a:off x="376238" y="317499"/>
            <a:ext cx="8371762" cy="334101"/>
          </a:xfrm>
          <a:prstGeom prst="rect">
            <a:avLst/>
          </a:prstGeom>
        </p:spPr>
        <p:txBody>
          <a:bodyPr vert="horz" lIns="0" tIns="0" rIns="0" bIns="0" rtlCol="0" anchor="t" anchorCtr="0">
            <a:noAutofit/>
          </a:bodyPr>
          <a:lstStyle>
            <a:lvl1pPr>
              <a:defRPr/>
            </a:lvl1pPr>
          </a:lstStyle>
          <a:p>
            <a:r>
              <a:rPr lang="en-US" noProof="0"/>
              <a:t>Click to edit Master title style</a:t>
            </a:r>
            <a:endParaRPr lang="en-US" noProof="0" dirty="0"/>
          </a:p>
        </p:txBody>
      </p:sp>
      <p:sp>
        <p:nvSpPr>
          <p:cNvPr id="8" name="Text Placeholder 18"/>
          <p:cNvSpPr>
            <a:spLocks noGrp="1"/>
          </p:cNvSpPr>
          <p:nvPr>
            <p:ph idx="1"/>
          </p:nvPr>
        </p:nvSpPr>
        <p:spPr>
          <a:xfrm>
            <a:off x="376238" y="1700213"/>
            <a:ext cx="8374062" cy="4678986"/>
          </a:xfrm>
          <a:prstGeom prst="rect">
            <a:avLst/>
          </a:prstGeom>
        </p:spPr>
        <p:txBody>
          <a:bodyPr vert="horz" lIns="0" tIns="0" rIns="0" bIns="0" rtlCol="0">
            <a:no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412778938"/>
      </p:ext>
    </p:extLst>
  </p:cSld>
  <p:clrMapOvr>
    <a:masterClrMapping/>
  </p:clrMapOvr>
  <p:transition>
    <p:fad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subtitle &amp; chart">
    <p:spTree>
      <p:nvGrpSpPr>
        <p:cNvPr id="1" name=""/>
        <p:cNvGrpSpPr/>
        <p:nvPr/>
      </p:nvGrpSpPr>
      <p:grpSpPr>
        <a:xfrm>
          <a:off x="0" y="0"/>
          <a:ext cx="0" cy="0"/>
          <a:chOff x="0" y="0"/>
          <a:chExt cx="0" cy="0"/>
        </a:xfrm>
      </p:grpSpPr>
      <p:sp>
        <p:nvSpPr>
          <p:cNvPr id="15" name="Text Placeholder 8"/>
          <p:cNvSpPr>
            <a:spLocks noGrp="1"/>
          </p:cNvSpPr>
          <p:nvPr>
            <p:ph type="body" sz="quarter" idx="13" hasCustomPrompt="1"/>
          </p:nvPr>
        </p:nvSpPr>
        <p:spPr>
          <a:xfrm>
            <a:off x="376237" y="651600"/>
            <a:ext cx="8391525"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6" name="Title Placeholder 1"/>
          <p:cNvSpPr>
            <a:spLocks noGrp="1"/>
          </p:cNvSpPr>
          <p:nvPr>
            <p:ph type="title" hasCustomPrompt="1"/>
          </p:nvPr>
        </p:nvSpPr>
        <p:spPr>
          <a:xfrm>
            <a:off x="376237" y="317499"/>
            <a:ext cx="8391525" cy="334101"/>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17" name="Chart Placeholder 3"/>
          <p:cNvSpPr>
            <a:spLocks noGrp="1"/>
          </p:cNvSpPr>
          <p:nvPr>
            <p:ph type="chart" sz="quarter" idx="15"/>
          </p:nvPr>
        </p:nvSpPr>
        <p:spPr>
          <a:xfrm>
            <a:off x="376239" y="2051999"/>
            <a:ext cx="8391524" cy="4069013"/>
          </a:xfrm>
          <a:prstGeom prst="rect">
            <a:avLst/>
          </a:prstGeom>
        </p:spPr>
        <p:txBody>
          <a:bodyPr/>
          <a:lstStyle/>
          <a:p>
            <a:r>
              <a:rPr lang="en-US" noProof="0" dirty="0"/>
              <a:t>Click icon to add chart</a:t>
            </a:r>
          </a:p>
        </p:txBody>
      </p:sp>
      <p:sp>
        <p:nvSpPr>
          <p:cNvPr id="18" name="Text Placeholder 8"/>
          <p:cNvSpPr>
            <a:spLocks noGrp="1"/>
          </p:cNvSpPr>
          <p:nvPr>
            <p:ph type="body" sz="quarter" idx="18"/>
          </p:nvPr>
        </p:nvSpPr>
        <p:spPr>
          <a:xfrm>
            <a:off x="376239" y="1665289"/>
            <a:ext cx="8391524" cy="392112"/>
          </a:xfrm>
        </p:spPr>
        <p:txBody>
          <a:bodyPr/>
          <a:lstStyle/>
          <a:p>
            <a:pPr lvl="0"/>
            <a:r>
              <a:rPr lang="en-US" noProof="0"/>
              <a:t>Edit Master text styles</a:t>
            </a:r>
          </a:p>
        </p:txBody>
      </p:sp>
      <p:sp>
        <p:nvSpPr>
          <p:cNvPr id="19" name="Text Placeholder 7"/>
          <p:cNvSpPr>
            <a:spLocks noGrp="1"/>
          </p:cNvSpPr>
          <p:nvPr>
            <p:ph type="body" sz="quarter" idx="23"/>
          </p:nvPr>
        </p:nvSpPr>
        <p:spPr>
          <a:xfrm>
            <a:off x="376238" y="6121013"/>
            <a:ext cx="8391525" cy="260737"/>
          </a:xfrm>
        </p:spPr>
        <p:txBody>
          <a:bodyPr>
            <a:noAutofit/>
          </a:bodyPr>
          <a:lstStyle>
            <a:lvl1pPr>
              <a:spcAft>
                <a:spcPts val="0"/>
              </a:spcAft>
              <a:defRPr sz="900"/>
            </a:lvl1pPr>
          </a:lstStyle>
          <a:p>
            <a:pPr lvl="0"/>
            <a:r>
              <a:rPr lang="en-US" noProof="0"/>
              <a:t>Edit Master text styles</a:t>
            </a:r>
          </a:p>
        </p:txBody>
      </p:sp>
    </p:spTree>
    <p:extLst>
      <p:ext uri="{BB962C8B-B14F-4D97-AF65-F5344CB8AC3E}">
        <p14:creationId xmlns:p14="http://schemas.microsoft.com/office/powerpoint/2010/main" val="1829702940"/>
      </p:ext>
    </p:extLst>
  </p:cSld>
  <p:clrMapOvr>
    <a:masterClrMapping/>
  </p:clrMapOvr>
  <p:transition>
    <p:fade/>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3 chart">
    <p:spTree>
      <p:nvGrpSpPr>
        <p:cNvPr id="1" name=""/>
        <p:cNvGrpSpPr/>
        <p:nvPr/>
      </p:nvGrpSpPr>
      <p:grpSpPr>
        <a:xfrm>
          <a:off x="0" y="0"/>
          <a:ext cx="0" cy="0"/>
          <a:chOff x="0" y="0"/>
          <a:chExt cx="0" cy="0"/>
        </a:xfrm>
      </p:grpSpPr>
      <p:sp>
        <p:nvSpPr>
          <p:cNvPr id="15" name="Text Placeholder 8"/>
          <p:cNvSpPr>
            <a:spLocks noGrp="1"/>
          </p:cNvSpPr>
          <p:nvPr>
            <p:ph type="body" sz="quarter" idx="13" hasCustomPrompt="1"/>
          </p:nvPr>
        </p:nvSpPr>
        <p:spPr>
          <a:xfrm>
            <a:off x="376238" y="651600"/>
            <a:ext cx="8391525"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6" name="Title Placeholder 1"/>
          <p:cNvSpPr>
            <a:spLocks noGrp="1"/>
          </p:cNvSpPr>
          <p:nvPr>
            <p:ph type="title" hasCustomPrompt="1"/>
          </p:nvPr>
        </p:nvSpPr>
        <p:spPr>
          <a:xfrm>
            <a:off x="376237" y="317499"/>
            <a:ext cx="8391525" cy="334101"/>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17" name="Chart Placeholder 3"/>
          <p:cNvSpPr>
            <a:spLocks noGrp="1"/>
          </p:cNvSpPr>
          <p:nvPr>
            <p:ph type="chart" sz="quarter" idx="15"/>
          </p:nvPr>
        </p:nvSpPr>
        <p:spPr>
          <a:xfrm>
            <a:off x="378000" y="2051999"/>
            <a:ext cx="2662162" cy="4069014"/>
          </a:xfrm>
          <a:prstGeom prst="rect">
            <a:avLst/>
          </a:prstGeom>
        </p:spPr>
        <p:txBody>
          <a:bodyPr/>
          <a:lstStyle/>
          <a:p>
            <a:r>
              <a:rPr lang="en-US" noProof="0" dirty="0"/>
              <a:t>Click icon to add chart</a:t>
            </a:r>
          </a:p>
        </p:txBody>
      </p:sp>
      <p:sp>
        <p:nvSpPr>
          <p:cNvPr id="18" name="Text Placeholder 8"/>
          <p:cNvSpPr>
            <a:spLocks noGrp="1"/>
          </p:cNvSpPr>
          <p:nvPr>
            <p:ph type="body" sz="quarter" idx="18"/>
          </p:nvPr>
        </p:nvSpPr>
        <p:spPr>
          <a:xfrm>
            <a:off x="376237" y="1665289"/>
            <a:ext cx="2671763" cy="392112"/>
          </a:xfrm>
        </p:spPr>
        <p:txBody>
          <a:bodyPr/>
          <a:lstStyle/>
          <a:p>
            <a:pPr lvl="0"/>
            <a:r>
              <a:rPr lang="en-US" noProof="0"/>
              <a:t>Edit Master text styles</a:t>
            </a:r>
          </a:p>
        </p:txBody>
      </p:sp>
      <p:sp>
        <p:nvSpPr>
          <p:cNvPr id="7" name="Chart Placeholder 3"/>
          <p:cNvSpPr>
            <a:spLocks noGrp="1"/>
          </p:cNvSpPr>
          <p:nvPr>
            <p:ph type="chart" sz="quarter" idx="19"/>
          </p:nvPr>
        </p:nvSpPr>
        <p:spPr>
          <a:xfrm>
            <a:off x="3227388" y="2051999"/>
            <a:ext cx="2671212" cy="4069014"/>
          </a:xfrm>
          <a:prstGeom prst="rect">
            <a:avLst/>
          </a:prstGeom>
        </p:spPr>
        <p:txBody>
          <a:bodyPr/>
          <a:lstStyle/>
          <a:p>
            <a:r>
              <a:rPr lang="en-US" noProof="0" dirty="0"/>
              <a:t>Click icon to add chart</a:t>
            </a:r>
          </a:p>
        </p:txBody>
      </p:sp>
      <p:sp>
        <p:nvSpPr>
          <p:cNvPr id="8" name="Text Placeholder 8"/>
          <p:cNvSpPr>
            <a:spLocks noGrp="1"/>
          </p:cNvSpPr>
          <p:nvPr>
            <p:ph type="body" sz="quarter" idx="20"/>
          </p:nvPr>
        </p:nvSpPr>
        <p:spPr>
          <a:xfrm>
            <a:off x="3227388" y="1665289"/>
            <a:ext cx="2671211" cy="392112"/>
          </a:xfrm>
        </p:spPr>
        <p:txBody>
          <a:bodyPr/>
          <a:lstStyle/>
          <a:p>
            <a:pPr lvl="0"/>
            <a:r>
              <a:rPr lang="en-US" noProof="0"/>
              <a:t>Edit Master text styles</a:t>
            </a:r>
          </a:p>
        </p:txBody>
      </p:sp>
      <p:sp>
        <p:nvSpPr>
          <p:cNvPr id="9" name="Chart Placeholder 3"/>
          <p:cNvSpPr>
            <a:spLocks noGrp="1"/>
          </p:cNvSpPr>
          <p:nvPr>
            <p:ph type="chart" sz="quarter" idx="21"/>
          </p:nvPr>
        </p:nvSpPr>
        <p:spPr>
          <a:xfrm>
            <a:off x="6094797" y="2051999"/>
            <a:ext cx="2672965" cy="4069014"/>
          </a:xfrm>
          <a:prstGeom prst="rect">
            <a:avLst/>
          </a:prstGeom>
        </p:spPr>
        <p:txBody>
          <a:bodyPr/>
          <a:lstStyle/>
          <a:p>
            <a:r>
              <a:rPr lang="en-US" noProof="0" dirty="0"/>
              <a:t>Click icon to add chart</a:t>
            </a:r>
          </a:p>
        </p:txBody>
      </p:sp>
      <p:sp>
        <p:nvSpPr>
          <p:cNvPr id="10" name="Text Placeholder 8"/>
          <p:cNvSpPr>
            <a:spLocks noGrp="1"/>
          </p:cNvSpPr>
          <p:nvPr>
            <p:ph type="body" sz="quarter" idx="22"/>
          </p:nvPr>
        </p:nvSpPr>
        <p:spPr>
          <a:xfrm>
            <a:off x="6094797" y="1659145"/>
            <a:ext cx="2672966" cy="398256"/>
          </a:xfrm>
        </p:spPr>
        <p:txBody>
          <a:bodyPr/>
          <a:lstStyle/>
          <a:p>
            <a:pPr lvl="0"/>
            <a:r>
              <a:rPr lang="en-US" noProof="0"/>
              <a:t>Edit Master text styles</a:t>
            </a:r>
          </a:p>
        </p:txBody>
      </p:sp>
      <p:sp>
        <p:nvSpPr>
          <p:cNvPr id="12" name="Text Placeholder 7"/>
          <p:cNvSpPr>
            <a:spLocks noGrp="1"/>
          </p:cNvSpPr>
          <p:nvPr>
            <p:ph type="body" sz="quarter" idx="23"/>
          </p:nvPr>
        </p:nvSpPr>
        <p:spPr>
          <a:xfrm>
            <a:off x="376237" y="6121013"/>
            <a:ext cx="8374064" cy="260737"/>
          </a:xfrm>
        </p:spPr>
        <p:txBody>
          <a:bodyPr>
            <a:noAutofit/>
          </a:bodyPr>
          <a:lstStyle>
            <a:lvl1pPr>
              <a:spcAft>
                <a:spcPts val="0"/>
              </a:spcAft>
              <a:defRPr sz="900"/>
            </a:lvl1pPr>
          </a:lstStyle>
          <a:p>
            <a:pPr lvl="0"/>
            <a:r>
              <a:rPr lang="en-US" noProof="0"/>
              <a:t>Edit Master text styles</a:t>
            </a:r>
          </a:p>
        </p:txBody>
      </p:sp>
    </p:spTree>
    <p:extLst>
      <p:ext uri="{BB962C8B-B14F-4D97-AF65-F5344CB8AC3E}">
        <p14:creationId xmlns:p14="http://schemas.microsoft.com/office/powerpoint/2010/main" val="2215081642"/>
      </p:ext>
    </p:extLst>
  </p:cSld>
  <p:clrMapOvr>
    <a:masterClrMapping/>
  </p:clrMapOvr>
  <p:transition>
    <p:fade/>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2 columns of text">
    <p:spTree>
      <p:nvGrpSpPr>
        <p:cNvPr id="1" name=""/>
        <p:cNvGrpSpPr/>
        <p:nvPr/>
      </p:nvGrpSpPr>
      <p:grpSpPr>
        <a:xfrm>
          <a:off x="0" y="0"/>
          <a:ext cx="0" cy="0"/>
          <a:chOff x="0" y="0"/>
          <a:chExt cx="0" cy="0"/>
        </a:xfrm>
      </p:grpSpPr>
      <p:sp>
        <p:nvSpPr>
          <p:cNvPr id="14" name="Title Placeholder 1"/>
          <p:cNvSpPr>
            <a:spLocks noGrp="1"/>
          </p:cNvSpPr>
          <p:nvPr>
            <p:ph type="title" hasCustomPrompt="1"/>
          </p:nvPr>
        </p:nvSpPr>
        <p:spPr>
          <a:xfrm>
            <a:off x="376238" y="317499"/>
            <a:ext cx="8402002" cy="334101"/>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9" name="Text Placeholder 8"/>
          <p:cNvSpPr>
            <a:spLocks noGrp="1"/>
          </p:cNvSpPr>
          <p:nvPr>
            <p:ph type="body" sz="quarter" idx="13" hasCustomPrompt="1"/>
          </p:nvPr>
        </p:nvSpPr>
        <p:spPr>
          <a:xfrm>
            <a:off x="376238" y="651600"/>
            <a:ext cx="8402002"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3" name="Content Placeholder 3"/>
          <p:cNvSpPr>
            <a:spLocks noGrp="1"/>
          </p:cNvSpPr>
          <p:nvPr>
            <p:ph sz="quarter" idx="10"/>
          </p:nvPr>
        </p:nvSpPr>
        <p:spPr>
          <a:xfrm>
            <a:off x="376238" y="1665288"/>
            <a:ext cx="3979184" cy="4716461"/>
          </a:xfrm>
          <a:prstGeom prst="rect">
            <a:avLst/>
          </a:prstGeom>
        </p:spPr>
        <p:txBody>
          <a:bodyPr/>
          <a:lstStyle>
            <a:lvl1pPr>
              <a:tabLst>
                <a:tab pos="5029200" algn="r"/>
              </a:tabLst>
              <a:defRPr/>
            </a:lvl1pPr>
            <a:lvl2pPr>
              <a:tabLst>
                <a:tab pos="5029200" algn="r"/>
              </a:tabLst>
              <a:defRPr/>
            </a:lvl2pPr>
            <a:lvl3pPr>
              <a:tabLst>
                <a:tab pos="5029200" algn="r"/>
              </a:tabLst>
              <a:defRPr/>
            </a:lvl3pPr>
            <a:lvl4pPr>
              <a:tabLst>
                <a:tab pos="5029200" algn="r"/>
              </a:tabLst>
              <a:defRPr/>
            </a:lvl4pPr>
            <a:lvl5pPr>
              <a:tabLst>
                <a:tab pos="5029200"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5" name="Content Placeholder 3"/>
          <p:cNvSpPr>
            <a:spLocks noGrp="1"/>
          </p:cNvSpPr>
          <p:nvPr>
            <p:ph sz="quarter" idx="20"/>
          </p:nvPr>
        </p:nvSpPr>
        <p:spPr>
          <a:xfrm>
            <a:off x="4786154" y="1665288"/>
            <a:ext cx="3992086" cy="4716461"/>
          </a:xfrm>
          <a:prstGeom prst="rect">
            <a:avLst/>
          </a:prstGeom>
        </p:spPr>
        <p:txBody>
          <a:bodyPr/>
          <a:lstStyle>
            <a:lvl1pPr>
              <a:tabLst>
                <a:tab pos="5029200" algn="r"/>
              </a:tabLst>
              <a:defRPr/>
            </a:lvl1pPr>
            <a:lvl2pPr>
              <a:tabLst>
                <a:tab pos="5029200" algn="r"/>
              </a:tabLst>
              <a:defRPr/>
            </a:lvl2pPr>
            <a:lvl3pPr>
              <a:tabLst>
                <a:tab pos="5029200" algn="r"/>
              </a:tabLst>
              <a:defRPr/>
            </a:lvl3pPr>
            <a:lvl4pPr>
              <a:tabLst>
                <a:tab pos="5029200" algn="r"/>
              </a:tabLst>
              <a:defRPr/>
            </a:lvl4pPr>
            <a:lvl5pPr>
              <a:tabLst>
                <a:tab pos="5029200"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1842891208"/>
      </p:ext>
    </p:extLst>
  </p:cSld>
  <p:clrMapOvr>
    <a:masterClrMapping/>
  </p:clrMapOvr>
  <p:transition>
    <p:fade/>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2 columns - large">
    <p:spTree>
      <p:nvGrpSpPr>
        <p:cNvPr id="1" name=""/>
        <p:cNvGrpSpPr/>
        <p:nvPr/>
      </p:nvGrpSpPr>
      <p:grpSpPr>
        <a:xfrm>
          <a:off x="0" y="0"/>
          <a:ext cx="0" cy="0"/>
          <a:chOff x="0" y="0"/>
          <a:chExt cx="0" cy="0"/>
        </a:xfrm>
      </p:grpSpPr>
      <p:sp>
        <p:nvSpPr>
          <p:cNvPr id="7" name="Text Placeholder 8"/>
          <p:cNvSpPr>
            <a:spLocks noGrp="1"/>
          </p:cNvSpPr>
          <p:nvPr>
            <p:ph type="body" sz="quarter" idx="13" hasCustomPrompt="1"/>
          </p:nvPr>
        </p:nvSpPr>
        <p:spPr>
          <a:xfrm>
            <a:off x="376237" y="651600"/>
            <a:ext cx="8391525"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8" name="Title Placeholder 1"/>
          <p:cNvSpPr>
            <a:spLocks noGrp="1"/>
          </p:cNvSpPr>
          <p:nvPr>
            <p:ph type="title" hasCustomPrompt="1"/>
          </p:nvPr>
        </p:nvSpPr>
        <p:spPr>
          <a:xfrm>
            <a:off x="376237" y="317500"/>
            <a:ext cx="8391525" cy="334100"/>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11" name="Content Placeholder 3"/>
          <p:cNvSpPr>
            <a:spLocks noGrp="1"/>
          </p:cNvSpPr>
          <p:nvPr>
            <p:ph sz="quarter" idx="10"/>
          </p:nvPr>
        </p:nvSpPr>
        <p:spPr>
          <a:xfrm>
            <a:off x="376237" y="1665288"/>
            <a:ext cx="3979185" cy="4716461"/>
          </a:xfrm>
          <a:prstGeom prst="rect">
            <a:avLst/>
          </a:prstGeom>
        </p:spPr>
        <p:txBody>
          <a:bodyPr>
            <a:noAutofit/>
          </a:bodyPr>
          <a:lstStyle>
            <a:lvl1pPr>
              <a:tabLst>
                <a:tab pos="5029200" algn="r"/>
              </a:tabLst>
              <a:defRPr sz="1600"/>
            </a:lvl1pPr>
            <a:lvl2pPr>
              <a:tabLst>
                <a:tab pos="5029200" algn="r"/>
              </a:tabLst>
              <a:defRPr sz="1600"/>
            </a:lvl2pPr>
            <a:lvl3pPr>
              <a:tabLst>
                <a:tab pos="5029200" algn="r"/>
              </a:tabLst>
              <a:defRPr sz="1600"/>
            </a:lvl3pPr>
            <a:lvl4pPr>
              <a:tabLst>
                <a:tab pos="5029200" algn="r"/>
              </a:tabLst>
              <a:defRPr sz="1600"/>
            </a:lvl4pPr>
            <a:lvl5pPr>
              <a:tabLst>
                <a:tab pos="5029200" algn="r"/>
              </a:tabLst>
              <a:defRPr baseline="0"/>
            </a:lvl5pPr>
            <a:lvl6pPr>
              <a:defRPr sz="1600"/>
            </a:lvl6pPr>
            <a:lvl7pPr>
              <a:defRPr sz="1600"/>
            </a:lvl7pPr>
            <a:lvl8pPr>
              <a:defRPr sz="1600"/>
            </a:lvl8pPr>
            <a:lvl9pPr>
              <a:defRPr sz="1600"/>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3" name="Content Placeholder 3"/>
          <p:cNvSpPr>
            <a:spLocks noGrp="1"/>
          </p:cNvSpPr>
          <p:nvPr>
            <p:ph sz="quarter" idx="20"/>
          </p:nvPr>
        </p:nvSpPr>
        <p:spPr>
          <a:xfrm>
            <a:off x="4787999" y="1665288"/>
            <a:ext cx="3979763" cy="4716461"/>
          </a:xfrm>
          <a:prstGeom prst="rect">
            <a:avLst/>
          </a:prstGeom>
        </p:spPr>
        <p:txBody>
          <a:bodyPr>
            <a:noAutofit/>
          </a:bodyPr>
          <a:lstStyle>
            <a:lvl1pPr>
              <a:tabLst>
                <a:tab pos="5029200" algn="r"/>
              </a:tabLst>
              <a:defRPr sz="1600"/>
            </a:lvl1pPr>
            <a:lvl2pPr>
              <a:tabLst>
                <a:tab pos="5029200" algn="r"/>
              </a:tabLst>
              <a:defRPr sz="1600"/>
            </a:lvl2pPr>
            <a:lvl3pPr>
              <a:tabLst>
                <a:tab pos="5029200" algn="r"/>
              </a:tabLst>
              <a:defRPr sz="1600"/>
            </a:lvl3pPr>
            <a:lvl4pPr>
              <a:tabLst>
                <a:tab pos="5029200" algn="r"/>
              </a:tabLst>
              <a:defRPr sz="1600"/>
            </a:lvl4pPr>
            <a:lvl5pPr>
              <a:tabLst>
                <a:tab pos="5029200" algn="r"/>
              </a:tabLst>
              <a:defRPr baseline="0"/>
            </a:lvl5pPr>
            <a:lvl6pPr>
              <a:defRPr sz="1600"/>
            </a:lvl6pPr>
            <a:lvl7pPr>
              <a:defRPr sz="1600"/>
            </a:lvl7pPr>
            <a:lvl8pPr>
              <a:defRPr sz="1600"/>
            </a:lvl8pPr>
            <a:lvl9pPr>
              <a:defRPr sz="1600"/>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1031036312"/>
      </p:ext>
    </p:extLst>
  </p:cSld>
  <p:clrMapOvr>
    <a:masterClrMapping/>
  </p:clrMapOvr>
  <p:transition>
    <p:fade/>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ext and chart">
    <p:spTree>
      <p:nvGrpSpPr>
        <p:cNvPr id="1" name=""/>
        <p:cNvGrpSpPr/>
        <p:nvPr/>
      </p:nvGrpSpPr>
      <p:grpSpPr>
        <a:xfrm>
          <a:off x="0" y="0"/>
          <a:ext cx="0" cy="0"/>
          <a:chOff x="0" y="0"/>
          <a:chExt cx="0" cy="0"/>
        </a:xfrm>
      </p:grpSpPr>
      <p:sp>
        <p:nvSpPr>
          <p:cNvPr id="10" name="Content Placeholder 3"/>
          <p:cNvSpPr>
            <a:spLocks noGrp="1"/>
          </p:cNvSpPr>
          <p:nvPr>
            <p:ph sz="quarter" idx="10"/>
          </p:nvPr>
        </p:nvSpPr>
        <p:spPr>
          <a:xfrm>
            <a:off x="376239" y="1665288"/>
            <a:ext cx="4016374" cy="4455725"/>
          </a:xfrm>
          <a:prstGeom prst="rect">
            <a:avLst/>
          </a:prstGeom>
        </p:spPr>
        <p:txBody>
          <a:bodyPr/>
          <a:lstStyle>
            <a:lvl1pPr>
              <a:tabLst>
                <a:tab pos="5029200" algn="r"/>
              </a:tabLst>
              <a:defRPr/>
            </a:lvl1pPr>
            <a:lvl2pPr>
              <a:tabLst>
                <a:tab pos="5029200" algn="r"/>
              </a:tabLst>
              <a:defRPr/>
            </a:lvl2pPr>
            <a:lvl3pPr>
              <a:tabLst>
                <a:tab pos="5029200" algn="r"/>
              </a:tabLst>
              <a:defRPr/>
            </a:lvl3pPr>
            <a:lvl4pPr>
              <a:tabLst>
                <a:tab pos="5029200" algn="r"/>
              </a:tabLst>
              <a:defRPr/>
            </a:lvl4pPr>
            <a:lvl5pPr>
              <a:tabLst>
                <a:tab pos="5029200"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3" name="Chart Placeholder 2"/>
          <p:cNvSpPr>
            <a:spLocks noGrp="1"/>
          </p:cNvSpPr>
          <p:nvPr>
            <p:ph type="chart" sz="quarter" idx="21"/>
          </p:nvPr>
        </p:nvSpPr>
        <p:spPr>
          <a:xfrm>
            <a:off x="4755917" y="2125013"/>
            <a:ext cx="4011846" cy="3996000"/>
          </a:xfrm>
        </p:spPr>
        <p:txBody>
          <a:bodyPr/>
          <a:lstStyle/>
          <a:p>
            <a:r>
              <a:rPr lang="en-US" noProof="0" dirty="0"/>
              <a:t>Click icon to add chart</a:t>
            </a:r>
          </a:p>
        </p:txBody>
      </p:sp>
      <p:sp>
        <p:nvSpPr>
          <p:cNvPr id="6" name="Text Placeholder 5"/>
          <p:cNvSpPr>
            <a:spLocks noGrp="1"/>
          </p:cNvSpPr>
          <p:nvPr>
            <p:ph type="body" sz="quarter" idx="22"/>
          </p:nvPr>
        </p:nvSpPr>
        <p:spPr>
          <a:xfrm>
            <a:off x="4755917" y="1665288"/>
            <a:ext cx="4011846" cy="420687"/>
          </a:xfrm>
        </p:spPr>
        <p:txBody>
          <a:bodyPr/>
          <a:lstStyle/>
          <a:p>
            <a:pPr lvl="0"/>
            <a:r>
              <a:rPr lang="en-US" noProof="0"/>
              <a:t>Edit Master text styles</a:t>
            </a:r>
          </a:p>
        </p:txBody>
      </p:sp>
      <p:sp>
        <p:nvSpPr>
          <p:cNvPr id="11" name="Text Placeholder 8"/>
          <p:cNvSpPr>
            <a:spLocks noGrp="1"/>
          </p:cNvSpPr>
          <p:nvPr>
            <p:ph type="body" sz="quarter" idx="13" hasCustomPrompt="1"/>
          </p:nvPr>
        </p:nvSpPr>
        <p:spPr>
          <a:xfrm>
            <a:off x="376237" y="651600"/>
            <a:ext cx="8391525"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3" name="Title Placeholder 1"/>
          <p:cNvSpPr>
            <a:spLocks noGrp="1"/>
          </p:cNvSpPr>
          <p:nvPr>
            <p:ph type="title" hasCustomPrompt="1"/>
          </p:nvPr>
        </p:nvSpPr>
        <p:spPr>
          <a:xfrm>
            <a:off x="376237" y="317499"/>
            <a:ext cx="8391525" cy="334101"/>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15" name="Text Placeholder 7"/>
          <p:cNvSpPr>
            <a:spLocks noGrp="1"/>
          </p:cNvSpPr>
          <p:nvPr>
            <p:ph type="body" sz="quarter" idx="23"/>
          </p:nvPr>
        </p:nvSpPr>
        <p:spPr>
          <a:xfrm>
            <a:off x="376237" y="6121013"/>
            <a:ext cx="8391525" cy="260737"/>
          </a:xfrm>
        </p:spPr>
        <p:txBody>
          <a:bodyPr>
            <a:normAutofit/>
          </a:bodyPr>
          <a:lstStyle>
            <a:lvl1pPr>
              <a:spcAft>
                <a:spcPts val="0"/>
              </a:spcAft>
              <a:defRPr sz="900"/>
            </a:lvl1pPr>
          </a:lstStyle>
          <a:p>
            <a:pPr lvl="0"/>
            <a:r>
              <a:rPr lang="en-US" noProof="0"/>
              <a:t>Edit Master text styles</a:t>
            </a:r>
          </a:p>
        </p:txBody>
      </p:sp>
    </p:spTree>
    <p:extLst>
      <p:ext uri="{BB962C8B-B14F-4D97-AF65-F5344CB8AC3E}">
        <p14:creationId xmlns:p14="http://schemas.microsoft.com/office/powerpoint/2010/main" val="2179466235"/>
      </p:ext>
    </p:extLst>
  </p:cSld>
  <p:clrMapOvr>
    <a:masterClrMapping/>
  </p:clrMapOvr>
  <p:transition>
    <p:fad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2 chart">
    <p:spTree>
      <p:nvGrpSpPr>
        <p:cNvPr id="1" name=""/>
        <p:cNvGrpSpPr/>
        <p:nvPr/>
      </p:nvGrpSpPr>
      <p:grpSpPr>
        <a:xfrm>
          <a:off x="0" y="0"/>
          <a:ext cx="0" cy="0"/>
          <a:chOff x="0" y="0"/>
          <a:chExt cx="0" cy="0"/>
        </a:xfrm>
      </p:grpSpPr>
      <p:sp>
        <p:nvSpPr>
          <p:cNvPr id="3" name="Chart Placeholder 2"/>
          <p:cNvSpPr>
            <a:spLocks noGrp="1"/>
          </p:cNvSpPr>
          <p:nvPr>
            <p:ph type="chart" sz="quarter" idx="21"/>
          </p:nvPr>
        </p:nvSpPr>
        <p:spPr>
          <a:xfrm>
            <a:off x="4755915" y="2125013"/>
            <a:ext cx="4011847" cy="3996000"/>
          </a:xfrm>
        </p:spPr>
        <p:txBody>
          <a:bodyPr/>
          <a:lstStyle/>
          <a:p>
            <a:r>
              <a:rPr lang="en-US" noProof="0" dirty="0"/>
              <a:t>Click icon to add chart</a:t>
            </a:r>
          </a:p>
        </p:txBody>
      </p:sp>
      <p:sp>
        <p:nvSpPr>
          <p:cNvPr id="6" name="Text Placeholder 5"/>
          <p:cNvSpPr>
            <a:spLocks noGrp="1"/>
          </p:cNvSpPr>
          <p:nvPr>
            <p:ph type="body" sz="quarter" idx="22"/>
          </p:nvPr>
        </p:nvSpPr>
        <p:spPr>
          <a:xfrm>
            <a:off x="4755916" y="1665288"/>
            <a:ext cx="4011847" cy="420687"/>
          </a:xfrm>
        </p:spPr>
        <p:txBody>
          <a:bodyPr/>
          <a:lstStyle/>
          <a:p>
            <a:pPr lvl="0"/>
            <a:r>
              <a:rPr lang="en-US" noProof="0"/>
              <a:t>Edit Master text styles</a:t>
            </a:r>
          </a:p>
        </p:txBody>
      </p:sp>
      <p:sp>
        <p:nvSpPr>
          <p:cNvPr id="11" name="Text Placeholder 8"/>
          <p:cNvSpPr>
            <a:spLocks noGrp="1"/>
          </p:cNvSpPr>
          <p:nvPr>
            <p:ph type="body" sz="quarter" idx="13" hasCustomPrompt="1"/>
          </p:nvPr>
        </p:nvSpPr>
        <p:spPr>
          <a:xfrm>
            <a:off x="376237" y="651600"/>
            <a:ext cx="8391525"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3" name="Title Placeholder 1"/>
          <p:cNvSpPr>
            <a:spLocks noGrp="1"/>
          </p:cNvSpPr>
          <p:nvPr>
            <p:ph type="title" hasCustomPrompt="1"/>
          </p:nvPr>
        </p:nvSpPr>
        <p:spPr>
          <a:xfrm>
            <a:off x="376237" y="317499"/>
            <a:ext cx="8391525" cy="334101"/>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15" name="Text Placeholder 7"/>
          <p:cNvSpPr>
            <a:spLocks noGrp="1"/>
          </p:cNvSpPr>
          <p:nvPr>
            <p:ph type="body" sz="quarter" idx="23"/>
          </p:nvPr>
        </p:nvSpPr>
        <p:spPr>
          <a:xfrm>
            <a:off x="376237" y="6121013"/>
            <a:ext cx="8374064" cy="260737"/>
          </a:xfrm>
        </p:spPr>
        <p:txBody>
          <a:bodyPr>
            <a:normAutofit/>
          </a:bodyPr>
          <a:lstStyle>
            <a:lvl1pPr>
              <a:spcAft>
                <a:spcPts val="0"/>
              </a:spcAft>
              <a:defRPr sz="900"/>
            </a:lvl1pPr>
          </a:lstStyle>
          <a:p>
            <a:pPr lvl="0"/>
            <a:r>
              <a:rPr lang="en-US" noProof="0"/>
              <a:t>Edit Master text styles</a:t>
            </a:r>
          </a:p>
        </p:txBody>
      </p:sp>
      <p:sp>
        <p:nvSpPr>
          <p:cNvPr id="9" name="Chart Placeholder 2"/>
          <p:cNvSpPr>
            <a:spLocks noGrp="1"/>
          </p:cNvSpPr>
          <p:nvPr>
            <p:ph type="chart" sz="quarter" idx="24"/>
          </p:nvPr>
        </p:nvSpPr>
        <p:spPr>
          <a:xfrm>
            <a:off x="376238" y="2125013"/>
            <a:ext cx="4004297" cy="3996000"/>
          </a:xfrm>
        </p:spPr>
        <p:txBody>
          <a:bodyPr/>
          <a:lstStyle/>
          <a:p>
            <a:r>
              <a:rPr lang="en-US" noProof="0" dirty="0"/>
              <a:t>Click icon to add chart</a:t>
            </a:r>
          </a:p>
        </p:txBody>
      </p:sp>
      <p:sp>
        <p:nvSpPr>
          <p:cNvPr id="12" name="Text Placeholder 5"/>
          <p:cNvSpPr>
            <a:spLocks noGrp="1"/>
          </p:cNvSpPr>
          <p:nvPr>
            <p:ph type="body" sz="quarter" idx="25"/>
          </p:nvPr>
        </p:nvSpPr>
        <p:spPr>
          <a:xfrm>
            <a:off x="376237" y="1665288"/>
            <a:ext cx="4004298" cy="420687"/>
          </a:xfrm>
        </p:spPr>
        <p:txBody>
          <a:bodyPr/>
          <a:lstStyle/>
          <a:p>
            <a:pPr lvl="0"/>
            <a:r>
              <a:rPr lang="en-US" noProof="0"/>
              <a:t>Edit Master text styles</a:t>
            </a:r>
          </a:p>
        </p:txBody>
      </p:sp>
    </p:spTree>
    <p:extLst>
      <p:ext uri="{BB962C8B-B14F-4D97-AF65-F5344CB8AC3E}">
        <p14:creationId xmlns:p14="http://schemas.microsoft.com/office/powerpoint/2010/main" val="1200285679"/>
      </p:ext>
    </p:extLst>
  </p:cSld>
  <p:clrMapOvr>
    <a:masterClrMapping/>
  </p:clrMapOvr>
  <p:transition>
    <p:fade/>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2 column content">
    <p:spTree>
      <p:nvGrpSpPr>
        <p:cNvPr id="1" name=""/>
        <p:cNvGrpSpPr/>
        <p:nvPr/>
      </p:nvGrpSpPr>
      <p:grpSpPr>
        <a:xfrm>
          <a:off x="0" y="0"/>
          <a:ext cx="0" cy="0"/>
          <a:chOff x="0" y="0"/>
          <a:chExt cx="0" cy="0"/>
        </a:xfrm>
      </p:grpSpPr>
      <p:sp>
        <p:nvSpPr>
          <p:cNvPr id="7" name="Title Placeholder 1"/>
          <p:cNvSpPr>
            <a:spLocks noGrp="1"/>
          </p:cNvSpPr>
          <p:nvPr>
            <p:ph type="title" hasCustomPrompt="1"/>
          </p:nvPr>
        </p:nvSpPr>
        <p:spPr>
          <a:xfrm>
            <a:off x="376239" y="317499"/>
            <a:ext cx="8391524" cy="334101"/>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6" name="Content Placeholder 3"/>
          <p:cNvSpPr>
            <a:spLocks noGrp="1"/>
          </p:cNvSpPr>
          <p:nvPr>
            <p:ph sz="quarter" idx="10"/>
          </p:nvPr>
        </p:nvSpPr>
        <p:spPr>
          <a:xfrm>
            <a:off x="376237" y="1665288"/>
            <a:ext cx="3323893" cy="4716463"/>
          </a:xfrm>
          <a:prstGeom prst="rect">
            <a:avLst/>
          </a:prstGeom>
        </p:spPr>
        <p:txBody>
          <a:bodyPr/>
          <a:lstStyle>
            <a:lvl1pPr>
              <a:tabLst>
                <a:tab pos="5029200" algn="r"/>
              </a:tabLst>
              <a:defRPr/>
            </a:lvl1pPr>
            <a:lvl2pPr>
              <a:tabLst>
                <a:tab pos="5029200" algn="r"/>
              </a:tabLst>
              <a:defRPr/>
            </a:lvl2pPr>
            <a:lvl3pPr>
              <a:tabLst>
                <a:tab pos="5029200" algn="r"/>
              </a:tabLst>
              <a:defRPr/>
            </a:lvl3pPr>
            <a:lvl4pPr>
              <a:tabLst>
                <a:tab pos="5029200" algn="r"/>
              </a:tabLst>
              <a:defRPr/>
            </a:lvl4pPr>
            <a:lvl5pPr>
              <a:tabLst>
                <a:tab pos="5029200"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8" name="Content Placeholder 3"/>
          <p:cNvSpPr>
            <a:spLocks noGrp="1"/>
          </p:cNvSpPr>
          <p:nvPr>
            <p:ph sz="quarter" idx="16"/>
          </p:nvPr>
        </p:nvSpPr>
        <p:spPr>
          <a:xfrm>
            <a:off x="4087762" y="1700213"/>
            <a:ext cx="4680000" cy="4681537"/>
          </a:xfrm>
          <a:prstGeom prst="rect">
            <a:avLst/>
          </a:prstGeom>
        </p:spPr>
        <p:txBody>
          <a:bodyPr/>
          <a:lstStyle>
            <a:lvl1pPr>
              <a:tabLst>
                <a:tab pos="5029200" algn="r"/>
              </a:tabLst>
              <a:defRPr/>
            </a:lvl1pPr>
            <a:lvl2pPr>
              <a:tabLst>
                <a:tab pos="5029200" algn="r"/>
              </a:tabLst>
              <a:defRPr/>
            </a:lvl2pPr>
            <a:lvl3pPr>
              <a:tabLst>
                <a:tab pos="5029200" algn="r"/>
              </a:tabLst>
              <a:defRPr/>
            </a:lvl3pPr>
            <a:lvl4pPr>
              <a:tabLst>
                <a:tab pos="5029200" algn="r"/>
              </a:tabLst>
              <a:defRPr/>
            </a:lvl4pPr>
            <a:lvl5pPr>
              <a:tabLst>
                <a:tab pos="5029200"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9" name="Text Placeholder 8"/>
          <p:cNvSpPr>
            <a:spLocks noGrp="1"/>
          </p:cNvSpPr>
          <p:nvPr>
            <p:ph type="body" sz="quarter" idx="13" hasCustomPrompt="1"/>
          </p:nvPr>
        </p:nvSpPr>
        <p:spPr>
          <a:xfrm>
            <a:off x="376237" y="651600"/>
            <a:ext cx="8391525"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Tree>
    <p:extLst>
      <p:ext uri="{BB962C8B-B14F-4D97-AF65-F5344CB8AC3E}">
        <p14:creationId xmlns:p14="http://schemas.microsoft.com/office/powerpoint/2010/main" val="1890274777"/>
      </p:ext>
    </p:extLst>
  </p:cSld>
  <p:clrMapOvr>
    <a:masterClrMapping/>
  </p:clrMapOvr>
  <p:transition>
    <p:fade/>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2 content with quote ">
    <p:spTree>
      <p:nvGrpSpPr>
        <p:cNvPr id="1" name=""/>
        <p:cNvGrpSpPr/>
        <p:nvPr/>
      </p:nvGrpSpPr>
      <p:grpSpPr>
        <a:xfrm>
          <a:off x="0" y="0"/>
          <a:ext cx="0" cy="0"/>
          <a:chOff x="0" y="0"/>
          <a:chExt cx="0" cy="0"/>
        </a:xfrm>
      </p:grpSpPr>
      <p:sp>
        <p:nvSpPr>
          <p:cNvPr id="7" name="Title Placeholder 1"/>
          <p:cNvSpPr>
            <a:spLocks noGrp="1"/>
          </p:cNvSpPr>
          <p:nvPr>
            <p:ph type="title" hasCustomPrompt="1"/>
          </p:nvPr>
        </p:nvSpPr>
        <p:spPr>
          <a:xfrm>
            <a:off x="376238" y="317500"/>
            <a:ext cx="8391525" cy="334100"/>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6" name="Content Placeholder 3"/>
          <p:cNvSpPr>
            <a:spLocks noGrp="1"/>
          </p:cNvSpPr>
          <p:nvPr>
            <p:ph sz="quarter" idx="10"/>
          </p:nvPr>
        </p:nvSpPr>
        <p:spPr>
          <a:xfrm>
            <a:off x="5683411" y="1658680"/>
            <a:ext cx="3084351" cy="4723072"/>
          </a:xfrm>
          <a:prstGeom prst="rect">
            <a:avLst/>
          </a:prstGeom>
        </p:spPr>
        <p:txBody>
          <a:bodyPr>
            <a:noAutofit/>
          </a:bodyPr>
          <a:lstStyle>
            <a:lvl1pPr>
              <a:tabLst>
                <a:tab pos="5029200" algn="r"/>
              </a:tabLst>
              <a:defRPr sz="2400">
                <a:solidFill>
                  <a:schemeClr val="accent3"/>
                </a:solidFill>
              </a:defRPr>
            </a:lvl1pPr>
            <a:lvl2pPr>
              <a:tabLst>
                <a:tab pos="5029200" algn="r"/>
              </a:tabLst>
              <a:defRPr/>
            </a:lvl2pPr>
            <a:lvl3pPr>
              <a:tabLst>
                <a:tab pos="5029200" algn="r"/>
              </a:tabLst>
              <a:defRPr/>
            </a:lvl3pPr>
            <a:lvl4pPr>
              <a:tabLst>
                <a:tab pos="5029200" algn="r"/>
              </a:tabLst>
              <a:defRPr/>
            </a:lvl4pPr>
            <a:lvl5pPr>
              <a:tabLst>
                <a:tab pos="5029200" algn="r"/>
              </a:tabLst>
              <a:defRPr baseline="0"/>
            </a:lvl5pPr>
          </a:lstStyle>
          <a:p>
            <a:pPr lvl="0"/>
            <a:r>
              <a:rPr lang="en-US" noProof="0"/>
              <a:t>Edit Master text styles</a:t>
            </a:r>
          </a:p>
        </p:txBody>
      </p:sp>
      <p:sp>
        <p:nvSpPr>
          <p:cNvPr id="8" name="Content Placeholder 3"/>
          <p:cNvSpPr>
            <a:spLocks noGrp="1"/>
          </p:cNvSpPr>
          <p:nvPr>
            <p:ph sz="quarter" idx="16"/>
          </p:nvPr>
        </p:nvSpPr>
        <p:spPr>
          <a:xfrm>
            <a:off x="376238" y="1665288"/>
            <a:ext cx="4879761" cy="4716462"/>
          </a:xfrm>
          <a:prstGeom prst="rect">
            <a:avLst/>
          </a:prstGeom>
        </p:spPr>
        <p:txBody>
          <a:bodyPr/>
          <a:lstStyle>
            <a:lvl1pPr>
              <a:tabLst>
                <a:tab pos="5029200" algn="r"/>
              </a:tabLst>
              <a:defRPr/>
            </a:lvl1pPr>
            <a:lvl2pPr>
              <a:tabLst>
                <a:tab pos="5029200" algn="r"/>
              </a:tabLst>
              <a:defRPr/>
            </a:lvl2pPr>
            <a:lvl3pPr>
              <a:tabLst>
                <a:tab pos="5029200" algn="r"/>
              </a:tabLst>
              <a:defRPr/>
            </a:lvl3pPr>
            <a:lvl4pPr>
              <a:tabLst>
                <a:tab pos="5029200" algn="r"/>
              </a:tabLst>
              <a:defRPr/>
            </a:lvl4pPr>
            <a:lvl5pPr>
              <a:tabLst>
                <a:tab pos="5029200"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9" name="Text Placeholder 8"/>
          <p:cNvSpPr>
            <a:spLocks noGrp="1"/>
          </p:cNvSpPr>
          <p:nvPr>
            <p:ph type="body" sz="quarter" idx="13" hasCustomPrompt="1"/>
          </p:nvPr>
        </p:nvSpPr>
        <p:spPr>
          <a:xfrm>
            <a:off x="376239" y="651600"/>
            <a:ext cx="8391524"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Tree>
    <p:extLst>
      <p:ext uri="{BB962C8B-B14F-4D97-AF65-F5344CB8AC3E}">
        <p14:creationId xmlns:p14="http://schemas.microsoft.com/office/powerpoint/2010/main" val="980198571"/>
      </p:ext>
    </p:extLst>
  </p:cSld>
  <p:clrMapOvr>
    <a:masterClrMapping/>
  </p:clrMapOvr>
  <p:transition>
    <p:fade/>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eam profile">
    <p:spTree>
      <p:nvGrpSpPr>
        <p:cNvPr id="1" name=""/>
        <p:cNvGrpSpPr/>
        <p:nvPr/>
      </p:nvGrpSpPr>
      <p:grpSpPr>
        <a:xfrm>
          <a:off x="0" y="0"/>
          <a:ext cx="0" cy="0"/>
          <a:chOff x="0" y="0"/>
          <a:chExt cx="0" cy="0"/>
        </a:xfrm>
      </p:grpSpPr>
      <p:sp>
        <p:nvSpPr>
          <p:cNvPr id="2" name="Title 1"/>
          <p:cNvSpPr>
            <a:spLocks noGrp="1"/>
          </p:cNvSpPr>
          <p:nvPr>
            <p:ph type="title"/>
          </p:nvPr>
        </p:nvSpPr>
        <p:spPr>
          <a:xfrm>
            <a:off x="376238" y="317500"/>
            <a:ext cx="8391525" cy="334100"/>
          </a:xfrm>
        </p:spPr>
        <p:txBody>
          <a:bodyPr/>
          <a:lstStyle/>
          <a:p>
            <a:r>
              <a:rPr lang="en-US" noProof="0"/>
              <a:t>Click to edit Master title style</a:t>
            </a:r>
            <a:endParaRPr lang="en-US" noProof="0" dirty="0"/>
          </a:p>
        </p:txBody>
      </p:sp>
      <p:sp>
        <p:nvSpPr>
          <p:cNvPr id="4" name="Picture Placeholder 6"/>
          <p:cNvSpPr>
            <a:spLocks noGrp="1"/>
          </p:cNvSpPr>
          <p:nvPr>
            <p:ph type="pic" sz="quarter" idx="13"/>
          </p:nvPr>
        </p:nvSpPr>
        <p:spPr>
          <a:xfrm>
            <a:off x="376237" y="1700213"/>
            <a:ext cx="2034000" cy="1260000"/>
          </a:xfrm>
        </p:spPr>
        <p:txBody>
          <a:bodyPr lIns="0" tIns="0" rIns="0" bIns="0">
            <a:noAutofit/>
          </a:bodyPr>
          <a:lstStyle/>
          <a:p>
            <a:r>
              <a:rPr lang="en-US" noProof="0" dirty="0"/>
              <a:t>Click icon to add picture</a:t>
            </a:r>
          </a:p>
        </p:txBody>
      </p:sp>
      <p:sp>
        <p:nvSpPr>
          <p:cNvPr id="5" name="Picture Placeholder 6"/>
          <p:cNvSpPr>
            <a:spLocks noGrp="1"/>
          </p:cNvSpPr>
          <p:nvPr>
            <p:ph type="pic" sz="quarter" idx="14"/>
          </p:nvPr>
        </p:nvSpPr>
        <p:spPr>
          <a:xfrm>
            <a:off x="2495412" y="1700213"/>
            <a:ext cx="2034000" cy="1260000"/>
          </a:xfrm>
        </p:spPr>
        <p:txBody>
          <a:bodyPr lIns="0" tIns="0" rIns="0" bIns="0">
            <a:noAutofit/>
          </a:bodyPr>
          <a:lstStyle/>
          <a:p>
            <a:r>
              <a:rPr lang="en-US" noProof="0" dirty="0"/>
              <a:t>Click icon to add picture</a:t>
            </a:r>
          </a:p>
        </p:txBody>
      </p:sp>
      <p:sp>
        <p:nvSpPr>
          <p:cNvPr id="6" name="Picture Placeholder 6"/>
          <p:cNvSpPr>
            <a:spLocks noGrp="1"/>
          </p:cNvSpPr>
          <p:nvPr>
            <p:ph type="pic" sz="quarter" idx="15"/>
          </p:nvPr>
        </p:nvSpPr>
        <p:spPr>
          <a:xfrm>
            <a:off x="4614587" y="1700213"/>
            <a:ext cx="2034000" cy="1260000"/>
          </a:xfrm>
        </p:spPr>
        <p:txBody>
          <a:bodyPr lIns="0" tIns="0" rIns="0" bIns="0">
            <a:noAutofit/>
          </a:bodyPr>
          <a:lstStyle/>
          <a:p>
            <a:r>
              <a:rPr lang="en-US" noProof="0" dirty="0"/>
              <a:t>Click icon to add picture</a:t>
            </a:r>
          </a:p>
        </p:txBody>
      </p:sp>
      <p:sp>
        <p:nvSpPr>
          <p:cNvPr id="7" name="Picture Placeholder 6"/>
          <p:cNvSpPr>
            <a:spLocks noGrp="1"/>
          </p:cNvSpPr>
          <p:nvPr>
            <p:ph type="pic" sz="quarter" idx="16"/>
          </p:nvPr>
        </p:nvSpPr>
        <p:spPr>
          <a:xfrm>
            <a:off x="6733763" y="1700213"/>
            <a:ext cx="2034000" cy="1260000"/>
          </a:xfrm>
        </p:spPr>
        <p:txBody>
          <a:bodyPr lIns="0" tIns="0" rIns="0" bIns="0">
            <a:noAutofit/>
          </a:bodyPr>
          <a:lstStyle/>
          <a:p>
            <a:r>
              <a:rPr lang="en-US" noProof="0" dirty="0"/>
              <a:t>Click icon to add picture</a:t>
            </a:r>
          </a:p>
        </p:txBody>
      </p:sp>
      <p:sp>
        <p:nvSpPr>
          <p:cNvPr id="9" name="Text Placeholder 8"/>
          <p:cNvSpPr>
            <a:spLocks noGrp="1"/>
          </p:cNvSpPr>
          <p:nvPr>
            <p:ph type="body" sz="quarter" idx="17"/>
          </p:nvPr>
        </p:nvSpPr>
        <p:spPr>
          <a:xfrm>
            <a:off x="376237" y="3124200"/>
            <a:ext cx="2040351" cy="3257548"/>
          </a:xfrm>
        </p:spPr>
        <p:txBody>
          <a:bodyPr/>
          <a:lstStyle>
            <a:lvl1pPr>
              <a:defRPr b="1">
                <a:solidFill>
                  <a:schemeClr val="accent1"/>
                </a:solidFill>
              </a:defRPr>
            </a:lvl1pPr>
            <a:lvl2pPr>
              <a:spcAft>
                <a:spcPts val="0"/>
              </a:spcAft>
              <a:defRPr/>
            </a:lvl2pPr>
            <a:lvl3pPr marL="0" indent="0">
              <a:spcAft>
                <a:spcPts val="0"/>
              </a:spcAft>
              <a:buNone/>
              <a:defRPr/>
            </a:lvl3pPr>
            <a:lvl4pPr marL="176400" indent="-176400">
              <a:spcAft>
                <a:spcPts val="0"/>
              </a:spcAft>
              <a:buFont typeface="Arial" panose="020B0604020202020204" pitchFamily="34" charset="0"/>
              <a:buChar char="•"/>
              <a:defRPr/>
            </a:lvl4pPr>
            <a:lvl5pPr marL="356400" indent="-176400">
              <a:spcAft>
                <a:spcPts val="0"/>
              </a:spcAft>
              <a:defRPr baseline="0"/>
            </a:lvl5pPr>
            <a:lvl6pPr marL="356400" indent="-176400">
              <a:spcAft>
                <a:spcPts val="0"/>
              </a:spcAft>
              <a:buFont typeface="Verdana" panose="020B0604030504040204" pitchFamily="34" charset="0"/>
              <a:buChar char="−"/>
              <a:defRPr/>
            </a:lvl6pPr>
            <a:lvl7pPr marL="356400" indent="-176400">
              <a:spcAft>
                <a:spcPts val="0"/>
              </a:spcAft>
              <a:defRPr/>
            </a:lvl7pPr>
            <a:lvl8pPr marL="356400" indent="-176400">
              <a:spcAft>
                <a:spcPts val="0"/>
              </a:spcAft>
              <a:defRPr/>
            </a:lvl8pPr>
            <a:lvl9pPr marL="356400" indent="-176400">
              <a:spcAft>
                <a:spcPts val="0"/>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0" name="Text Placeholder 8"/>
          <p:cNvSpPr>
            <a:spLocks noGrp="1"/>
          </p:cNvSpPr>
          <p:nvPr>
            <p:ph type="body" sz="quarter" idx="18"/>
          </p:nvPr>
        </p:nvSpPr>
        <p:spPr>
          <a:xfrm>
            <a:off x="4612472" y="3120550"/>
            <a:ext cx="2034000" cy="3261199"/>
          </a:xfrm>
        </p:spPr>
        <p:txBody>
          <a:bodyPr/>
          <a:lstStyle>
            <a:lvl1pPr>
              <a:defRPr b="1">
                <a:solidFill>
                  <a:schemeClr val="accent1"/>
                </a:solidFill>
              </a:defRPr>
            </a:lvl1pPr>
            <a:lvl2pPr>
              <a:spcAft>
                <a:spcPts val="0"/>
              </a:spcAft>
              <a:defRPr/>
            </a:lvl2pPr>
            <a:lvl3pPr marL="0" indent="0">
              <a:spcAft>
                <a:spcPts val="0"/>
              </a:spcAft>
              <a:buNone/>
              <a:defRPr/>
            </a:lvl3pPr>
            <a:lvl4pPr marL="176400" indent="-176400">
              <a:spcAft>
                <a:spcPts val="0"/>
              </a:spcAft>
              <a:buFont typeface="Arial" panose="020B0604020202020204" pitchFamily="34" charset="0"/>
              <a:buChar char="•"/>
              <a:defRPr/>
            </a:lvl4pPr>
            <a:lvl5pPr marL="356400" indent="-176400">
              <a:spcAft>
                <a:spcPts val="0"/>
              </a:spcAft>
              <a:defRPr baseline="0"/>
            </a:lvl5pPr>
            <a:lvl6pPr marL="356400" indent="-176400">
              <a:spcAft>
                <a:spcPts val="0"/>
              </a:spcAft>
              <a:buFont typeface="Verdana" panose="020B0604030504040204" pitchFamily="34" charset="0"/>
              <a:buChar char="−"/>
              <a:defRPr/>
            </a:lvl6pPr>
            <a:lvl7pPr marL="356400" indent="-176400">
              <a:spcAft>
                <a:spcPts val="0"/>
              </a:spcAft>
              <a:defRPr/>
            </a:lvl7pPr>
            <a:lvl8pPr marL="356400" indent="-176400">
              <a:spcAft>
                <a:spcPts val="0"/>
              </a:spcAft>
              <a:defRPr/>
            </a:lvl8pPr>
            <a:lvl9pPr marL="356400" indent="-176400">
              <a:spcAft>
                <a:spcPts val="0"/>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1" name="Text Placeholder 8"/>
          <p:cNvSpPr>
            <a:spLocks noGrp="1"/>
          </p:cNvSpPr>
          <p:nvPr>
            <p:ph type="body" sz="quarter" idx="19"/>
          </p:nvPr>
        </p:nvSpPr>
        <p:spPr>
          <a:xfrm>
            <a:off x="2497530" y="3124199"/>
            <a:ext cx="2034000" cy="3257549"/>
          </a:xfrm>
        </p:spPr>
        <p:txBody>
          <a:bodyPr/>
          <a:lstStyle>
            <a:lvl1pPr>
              <a:defRPr b="1">
                <a:solidFill>
                  <a:schemeClr val="accent1"/>
                </a:solidFill>
              </a:defRPr>
            </a:lvl1pPr>
            <a:lvl2pPr>
              <a:spcAft>
                <a:spcPts val="0"/>
              </a:spcAft>
              <a:defRPr/>
            </a:lvl2pPr>
            <a:lvl3pPr marL="0" indent="0">
              <a:spcAft>
                <a:spcPts val="0"/>
              </a:spcAft>
              <a:buNone/>
              <a:defRPr/>
            </a:lvl3pPr>
            <a:lvl4pPr marL="176400" indent="-176400">
              <a:spcAft>
                <a:spcPts val="0"/>
              </a:spcAft>
              <a:buFont typeface="Arial" panose="020B0604020202020204" pitchFamily="34" charset="0"/>
              <a:buChar char="•"/>
              <a:defRPr/>
            </a:lvl4pPr>
            <a:lvl5pPr marL="356400" indent="-176400">
              <a:spcAft>
                <a:spcPts val="0"/>
              </a:spcAft>
              <a:defRPr baseline="0"/>
            </a:lvl5pPr>
            <a:lvl6pPr marL="356400" indent="-176400">
              <a:spcAft>
                <a:spcPts val="0"/>
              </a:spcAft>
              <a:buFont typeface="Verdana" panose="020B0604030504040204" pitchFamily="34" charset="0"/>
              <a:buChar char="−"/>
              <a:defRPr/>
            </a:lvl6pPr>
            <a:lvl7pPr marL="356400" indent="-176400">
              <a:spcAft>
                <a:spcPts val="0"/>
              </a:spcAft>
              <a:defRPr/>
            </a:lvl7pPr>
            <a:lvl8pPr marL="356400" indent="-176400">
              <a:spcAft>
                <a:spcPts val="0"/>
              </a:spcAft>
              <a:defRPr/>
            </a:lvl8pPr>
            <a:lvl9pPr marL="356400" indent="-176400">
              <a:spcAft>
                <a:spcPts val="0"/>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2" name="Text Placeholder 8"/>
          <p:cNvSpPr>
            <a:spLocks noGrp="1"/>
          </p:cNvSpPr>
          <p:nvPr>
            <p:ph type="body" sz="quarter" idx="20"/>
          </p:nvPr>
        </p:nvSpPr>
        <p:spPr>
          <a:xfrm>
            <a:off x="6744876" y="3108508"/>
            <a:ext cx="2022887" cy="3273240"/>
          </a:xfrm>
        </p:spPr>
        <p:txBody>
          <a:bodyPr/>
          <a:lstStyle>
            <a:lvl1pPr>
              <a:defRPr b="1">
                <a:solidFill>
                  <a:schemeClr val="accent1"/>
                </a:solidFill>
              </a:defRPr>
            </a:lvl1pPr>
            <a:lvl2pPr>
              <a:spcAft>
                <a:spcPts val="0"/>
              </a:spcAft>
              <a:defRPr/>
            </a:lvl2pPr>
            <a:lvl3pPr marL="0" indent="0">
              <a:spcAft>
                <a:spcPts val="0"/>
              </a:spcAft>
              <a:buNone/>
              <a:defRPr/>
            </a:lvl3pPr>
            <a:lvl4pPr marL="176400" indent="-176400">
              <a:spcAft>
                <a:spcPts val="0"/>
              </a:spcAft>
              <a:buFont typeface="Arial" panose="020B0604020202020204" pitchFamily="34" charset="0"/>
              <a:buChar char="•"/>
              <a:defRPr/>
            </a:lvl4pPr>
            <a:lvl5pPr marL="356400" indent="-176400">
              <a:spcAft>
                <a:spcPts val="0"/>
              </a:spcAft>
              <a:defRPr baseline="0"/>
            </a:lvl5pPr>
            <a:lvl6pPr marL="356400" indent="-176400">
              <a:spcAft>
                <a:spcPts val="0"/>
              </a:spcAft>
              <a:buFont typeface="Verdana" panose="020B0604030504040204" pitchFamily="34" charset="0"/>
              <a:buChar char="−"/>
              <a:defRPr/>
            </a:lvl6pPr>
            <a:lvl7pPr marL="356400" indent="-176400">
              <a:spcAft>
                <a:spcPts val="0"/>
              </a:spcAft>
              <a:defRPr/>
            </a:lvl7pPr>
            <a:lvl8pPr marL="356400" indent="-176400">
              <a:spcAft>
                <a:spcPts val="0"/>
              </a:spcAft>
              <a:defRPr/>
            </a:lvl8pPr>
            <a:lvl9pPr marL="356400" indent="-176400">
              <a:spcAft>
                <a:spcPts val="0"/>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3" name="Text Placeholder 8"/>
          <p:cNvSpPr>
            <a:spLocks noGrp="1"/>
          </p:cNvSpPr>
          <p:nvPr>
            <p:ph type="body" sz="quarter" idx="21" hasCustomPrompt="1"/>
          </p:nvPr>
        </p:nvSpPr>
        <p:spPr>
          <a:xfrm>
            <a:off x="376237" y="651600"/>
            <a:ext cx="8391526"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Tree>
    <p:extLst>
      <p:ext uri="{BB962C8B-B14F-4D97-AF65-F5344CB8AC3E}">
        <p14:creationId xmlns:p14="http://schemas.microsoft.com/office/powerpoint/2010/main" val="3930325268"/>
      </p:ext>
    </p:extLst>
  </p:cSld>
  <p:clrMapOvr>
    <a:masterClrMapping/>
  </p:clrMapOvr>
  <p:transition>
    <p:fade/>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eam profile 2">
    <p:spTree>
      <p:nvGrpSpPr>
        <p:cNvPr id="1" name=""/>
        <p:cNvGrpSpPr/>
        <p:nvPr/>
      </p:nvGrpSpPr>
      <p:grpSpPr>
        <a:xfrm>
          <a:off x="0" y="0"/>
          <a:ext cx="0" cy="0"/>
          <a:chOff x="0" y="0"/>
          <a:chExt cx="0" cy="0"/>
        </a:xfrm>
      </p:grpSpPr>
      <p:sp>
        <p:nvSpPr>
          <p:cNvPr id="2" name="Title 1"/>
          <p:cNvSpPr>
            <a:spLocks noGrp="1"/>
          </p:cNvSpPr>
          <p:nvPr>
            <p:ph type="title"/>
          </p:nvPr>
        </p:nvSpPr>
        <p:spPr>
          <a:xfrm>
            <a:off x="376238" y="317500"/>
            <a:ext cx="8391525" cy="334100"/>
          </a:xfrm>
        </p:spPr>
        <p:txBody>
          <a:bodyPr/>
          <a:lstStyle/>
          <a:p>
            <a:r>
              <a:rPr lang="en-US" noProof="0"/>
              <a:t>Click to edit Master title style</a:t>
            </a:r>
            <a:endParaRPr lang="en-US" noProof="0" dirty="0"/>
          </a:p>
        </p:txBody>
      </p:sp>
      <p:sp>
        <p:nvSpPr>
          <p:cNvPr id="4" name="Rectangle 3"/>
          <p:cNvSpPr/>
          <p:nvPr userDrawn="1"/>
        </p:nvSpPr>
        <p:spPr>
          <a:xfrm>
            <a:off x="378000" y="1707173"/>
            <a:ext cx="4122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dirty="0">
              <a:solidFill>
                <a:schemeClr val="bg1"/>
              </a:solidFill>
            </a:endParaRPr>
          </a:p>
        </p:txBody>
      </p:sp>
      <p:sp>
        <p:nvSpPr>
          <p:cNvPr id="5" name="Rectangle 4"/>
          <p:cNvSpPr/>
          <p:nvPr userDrawn="1"/>
        </p:nvSpPr>
        <p:spPr>
          <a:xfrm>
            <a:off x="4668064" y="1700213"/>
            <a:ext cx="4106300" cy="60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dirty="0">
              <a:solidFill>
                <a:schemeClr val="bg1"/>
              </a:solidFill>
            </a:endParaRPr>
          </a:p>
        </p:txBody>
      </p:sp>
      <p:sp>
        <p:nvSpPr>
          <p:cNvPr id="6" name="Rectangle 5"/>
          <p:cNvSpPr/>
          <p:nvPr userDrawn="1"/>
        </p:nvSpPr>
        <p:spPr>
          <a:xfrm>
            <a:off x="378000" y="4065173"/>
            <a:ext cx="4122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dirty="0">
              <a:solidFill>
                <a:schemeClr val="bg1"/>
              </a:solidFill>
            </a:endParaRPr>
          </a:p>
        </p:txBody>
      </p:sp>
      <p:sp>
        <p:nvSpPr>
          <p:cNvPr id="7" name="Rectangle 6"/>
          <p:cNvSpPr/>
          <p:nvPr userDrawn="1"/>
        </p:nvSpPr>
        <p:spPr>
          <a:xfrm>
            <a:off x="4668064" y="4065173"/>
            <a:ext cx="41063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dirty="0">
              <a:solidFill>
                <a:schemeClr val="bg1"/>
              </a:solidFill>
            </a:endParaRPr>
          </a:p>
        </p:txBody>
      </p:sp>
      <p:sp>
        <p:nvSpPr>
          <p:cNvPr id="8" name="Picture Placeholder 11"/>
          <p:cNvSpPr>
            <a:spLocks noGrp="1"/>
          </p:cNvSpPr>
          <p:nvPr>
            <p:ph type="pic" sz="quarter" idx="25"/>
          </p:nvPr>
        </p:nvSpPr>
        <p:spPr>
          <a:xfrm>
            <a:off x="378000" y="1880213"/>
            <a:ext cx="1476000" cy="1476000"/>
          </a:xfrm>
        </p:spPr>
        <p:txBody>
          <a:bodyPr/>
          <a:lstStyle>
            <a:lvl1pPr algn="ctr">
              <a:defRPr/>
            </a:lvl1pPr>
          </a:lstStyle>
          <a:p>
            <a:r>
              <a:rPr lang="en-US" noProof="0" dirty="0"/>
              <a:t>Click icon to add picture</a:t>
            </a:r>
          </a:p>
        </p:txBody>
      </p:sp>
      <p:sp>
        <p:nvSpPr>
          <p:cNvPr id="9" name="Picture Placeholder 11"/>
          <p:cNvSpPr>
            <a:spLocks noGrp="1"/>
          </p:cNvSpPr>
          <p:nvPr>
            <p:ph type="pic" sz="quarter" idx="27"/>
          </p:nvPr>
        </p:nvSpPr>
        <p:spPr>
          <a:xfrm>
            <a:off x="4668064" y="1880213"/>
            <a:ext cx="1476000" cy="1476000"/>
          </a:xfrm>
        </p:spPr>
        <p:txBody>
          <a:bodyPr/>
          <a:lstStyle>
            <a:lvl1pPr algn="ctr">
              <a:defRPr/>
            </a:lvl1pPr>
          </a:lstStyle>
          <a:p>
            <a:r>
              <a:rPr lang="en-US" noProof="0" dirty="0"/>
              <a:t>Click icon to add picture</a:t>
            </a:r>
          </a:p>
        </p:txBody>
      </p:sp>
      <p:sp>
        <p:nvSpPr>
          <p:cNvPr id="10" name="Picture Placeholder 11"/>
          <p:cNvSpPr>
            <a:spLocks noGrp="1"/>
          </p:cNvSpPr>
          <p:nvPr>
            <p:ph type="pic" sz="quarter" idx="29"/>
          </p:nvPr>
        </p:nvSpPr>
        <p:spPr>
          <a:xfrm>
            <a:off x="378000" y="4256213"/>
            <a:ext cx="1476000" cy="1476000"/>
          </a:xfrm>
        </p:spPr>
        <p:txBody>
          <a:bodyPr/>
          <a:lstStyle>
            <a:lvl1pPr algn="ctr">
              <a:defRPr/>
            </a:lvl1pPr>
          </a:lstStyle>
          <a:p>
            <a:r>
              <a:rPr lang="en-US" noProof="0" dirty="0"/>
              <a:t>Click icon to add picture</a:t>
            </a:r>
          </a:p>
        </p:txBody>
      </p:sp>
      <p:sp>
        <p:nvSpPr>
          <p:cNvPr id="11" name="Picture Placeholder 11"/>
          <p:cNvSpPr>
            <a:spLocks noGrp="1"/>
          </p:cNvSpPr>
          <p:nvPr>
            <p:ph type="pic" sz="quarter" idx="31"/>
          </p:nvPr>
        </p:nvSpPr>
        <p:spPr>
          <a:xfrm>
            <a:off x="4668064" y="4256213"/>
            <a:ext cx="1476000" cy="1476000"/>
          </a:xfrm>
        </p:spPr>
        <p:txBody>
          <a:bodyPr/>
          <a:lstStyle>
            <a:lvl1pPr algn="ctr">
              <a:defRPr/>
            </a:lvl1pPr>
          </a:lstStyle>
          <a:p>
            <a:r>
              <a:rPr lang="en-US" noProof="0" dirty="0"/>
              <a:t>Click icon to add picture</a:t>
            </a:r>
          </a:p>
        </p:txBody>
      </p:sp>
      <p:sp>
        <p:nvSpPr>
          <p:cNvPr id="13" name="Text Placeholder 12"/>
          <p:cNvSpPr>
            <a:spLocks noGrp="1"/>
          </p:cNvSpPr>
          <p:nvPr>
            <p:ph type="body" sz="quarter" idx="32"/>
          </p:nvPr>
        </p:nvSpPr>
        <p:spPr>
          <a:xfrm>
            <a:off x="2012612" y="1880213"/>
            <a:ext cx="2466000" cy="1944000"/>
          </a:xfrm>
        </p:spPr>
        <p:txBody>
          <a:bodyPr/>
          <a:lstStyle>
            <a:lvl1pPr>
              <a:spcAft>
                <a:spcPts val="0"/>
              </a:spcAft>
              <a:defRPr b="1"/>
            </a:lvl1pPr>
            <a:lvl2pPr>
              <a:spcAft>
                <a:spcPts val="0"/>
              </a:spcAft>
              <a:defRPr b="0"/>
            </a:lvl2pPr>
          </a:lstStyle>
          <a:p>
            <a:pPr lvl="0"/>
            <a:r>
              <a:rPr lang="en-US" noProof="0"/>
              <a:t>Edit Master text styles</a:t>
            </a:r>
          </a:p>
          <a:p>
            <a:pPr lvl="1"/>
            <a:r>
              <a:rPr lang="en-US" noProof="0"/>
              <a:t>Second level</a:t>
            </a:r>
          </a:p>
        </p:txBody>
      </p:sp>
      <p:sp>
        <p:nvSpPr>
          <p:cNvPr id="14" name="Text Placeholder 12"/>
          <p:cNvSpPr>
            <a:spLocks noGrp="1"/>
          </p:cNvSpPr>
          <p:nvPr>
            <p:ph type="body" sz="quarter" idx="33"/>
          </p:nvPr>
        </p:nvSpPr>
        <p:spPr>
          <a:xfrm>
            <a:off x="6297420" y="1880213"/>
            <a:ext cx="2476944" cy="1944000"/>
          </a:xfrm>
        </p:spPr>
        <p:txBody>
          <a:bodyPr/>
          <a:lstStyle>
            <a:lvl1pPr>
              <a:spcAft>
                <a:spcPts val="0"/>
              </a:spcAft>
              <a:defRPr b="1"/>
            </a:lvl1pPr>
            <a:lvl2pPr>
              <a:spcAft>
                <a:spcPts val="0"/>
              </a:spcAft>
              <a:defRPr b="0"/>
            </a:lvl2pPr>
          </a:lstStyle>
          <a:p>
            <a:pPr lvl="0"/>
            <a:r>
              <a:rPr lang="en-US" noProof="0"/>
              <a:t>Edit Master text styles</a:t>
            </a:r>
          </a:p>
          <a:p>
            <a:pPr lvl="1"/>
            <a:r>
              <a:rPr lang="en-US" noProof="0"/>
              <a:t>Second level</a:t>
            </a:r>
          </a:p>
        </p:txBody>
      </p:sp>
      <p:sp>
        <p:nvSpPr>
          <p:cNvPr id="15" name="Text Placeholder 12"/>
          <p:cNvSpPr>
            <a:spLocks noGrp="1"/>
          </p:cNvSpPr>
          <p:nvPr>
            <p:ph type="body" sz="quarter" idx="34"/>
          </p:nvPr>
        </p:nvSpPr>
        <p:spPr>
          <a:xfrm>
            <a:off x="2012612" y="4256213"/>
            <a:ext cx="2466000" cy="1944000"/>
          </a:xfrm>
        </p:spPr>
        <p:txBody>
          <a:bodyPr/>
          <a:lstStyle>
            <a:lvl1pPr>
              <a:spcAft>
                <a:spcPts val="0"/>
              </a:spcAft>
              <a:defRPr b="1"/>
            </a:lvl1pPr>
            <a:lvl2pPr>
              <a:spcAft>
                <a:spcPts val="0"/>
              </a:spcAft>
              <a:defRPr b="0"/>
            </a:lvl2pPr>
          </a:lstStyle>
          <a:p>
            <a:pPr lvl="0"/>
            <a:r>
              <a:rPr lang="en-US" noProof="0"/>
              <a:t>Edit Master text styles</a:t>
            </a:r>
          </a:p>
          <a:p>
            <a:pPr lvl="1"/>
            <a:r>
              <a:rPr lang="en-US" noProof="0"/>
              <a:t>Second level</a:t>
            </a:r>
          </a:p>
        </p:txBody>
      </p:sp>
      <p:sp>
        <p:nvSpPr>
          <p:cNvPr id="16" name="Text Placeholder 12"/>
          <p:cNvSpPr>
            <a:spLocks noGrp="1"/>
          </p:cNvSpPr>
          <p:nvPr>
            <p:ph type="body" sz="quarter" idx="35"/>
          </p:nvPr>
        </p:nvSpPr>
        <p:spPr>
          <a:xfrm>
            <a:off x="6297420" y="4256213"/>
            <a:ext cx="2476944" cy="1944000"/>
          </a:xfrm>
        </p:spPr>
        <p:txBody>
          <a:bodyPr/>
          <a:lstStyle>
            <a:lvl1pPr>
              <a:spcAft>
                <a:spcPts val="0"/>
              </a:spcAft>
              <a:defRPr b="1"/>
            </a:lvl1pPr>
            <a:lvl2pPr>
              <a:spcAft>
                <a:spcPts val="0"/>
              </a:spcAft>
              <a:defRPr b="0"/>
            </a:lvl2pPr>
          </a:lstStyle>
          <a:p>
            <a:pPr lvl="0"/>
            <a:r>
              <a:rPr lang="en-US" noProof="0"/>
              <a:t>Edit Master text styles</a:t>
            </a:r>
          </a:p>
          <a:p>
            <a:pPr lvl="1"/>
            <a:r>
              <a:rPr lang="en-US" noProof="0"/>
              <a:t>Second level</a:t>
            </a:r>
          </a:p>
        </p:txBody>
      </p:sp>
      <p:sp>
        <p:nvSpPr>
          <p:cNvPr id="17" name="Text Placeholder 8"/>
          <p:cNvSpPr>
            <a:spLocks noGrp="1"/>
          </p:cNvSpPr>
          <p:nvPr>
            <p:ph type="body" sz="quarter" idx="13" hasCustomPrompt="1"/>
          </p:nvPr>
        </p:nvSpPr>
        <p:spPr>
          <a:xfrm>
            <a:off x="376238" y="651600"/>
            <a:ext cx="8371762"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Tree>
    <p:extLst>
      <p:ext uri="{BB962C8B-B14F-4D97-AF65-F5344CB8AC3E}">
        <p14:creationId xmlns:p14="http://schemas.microsoft.com/office/powerpoint/2010/main" val="3705043249"/>
      </p:ext>
    </p:extLst>
  </p:cSld>
  <p:clrMapOvr>
    <a:masterClrMapping/>
  </p:clrMapOvr>
  <p:transition>
    <p:fade/>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3 picture and text">
    <p:spTree>
      <p:nvGrpSpPr>
        <p:cNvPr id="1" name=""/>
        <p:cNvGrpSpPr/>
        <p:nvPr/>
      </p:nvGrpSpPr>
      <p:grpSpPr>
        <a:xfrm>
          <a:off x="0" y="0"/>
          <a:ext cx="0" cy="0"/>
          <a:chOff x="0" y="0"/>
          <a:chExt cx="0" cy="0"/>
        </a:xfrm>
      </p:grpSpPr>
      <p:sp>
        <p:nvSpPr>
          <p:cNvPr id="2" name="Title 1"/>
          <p:cNvSpPr>
            <a:spLocks noGrp="1"/>
          </p:cNvSpPr>
          <p:nvPr>
            <p:ph type="title"/>
          </p:nvPr>
        </p:nvSpPr>
        <p:spPr>
          <a:xfrm>
            <a:off x="376238" y="317501"/>
            <a:ext cx="8391525" cy="334099"/>
          </a:xfrm>
        </p:spPr>
        <p:txBody>
          <a:bodyPr/>
          <a:lstStyle/>
          <a:p>
            <a:r>
              <a:rPr lang="en-US" noProof="0"/>
              <a:t>Click to edit Master title style</a:t>
            </a:r>
            <a:endParaRPr lang="en-US" noProof="0" dirty="0"/>
          </a:p>
        </p:txBody>
      </p:sp>
      <p:sp>
        <p:nvSpPr>
          <p:cNvPr id="4" name="Picture Placeholder 7"/>
          <p:cNvSpPr>
            <a:spLocks noGrp="1"/>
          </p:cNvSpPr>
          <p:nvPr>
            <p:ph type="pic" sz="quarter" idx="13"/>
          </p:nvPr>
        </p:nvSpPr>
        <p:spPr>
          <a:xfrm>
            <a:off x="376238" y="1700213"/>
            <a:ext cx="2771775" cy="1971675"/>
          </a:xfrm>
        </p:spPr>
        <p:txBody>
          <a:bodyPr/>
          <a:lstStyle/>
          <a:p>
            <a:r>
              <a:rPr lang="en-US" noProof="0" dirty="0"/>
              <a:t>Click icon to add picture</a:t>
            </a:r>
          </a:p>
        </p:txBody>
      </p:sp>
      <p:sp>
        <p:nvSpPr>
          <p:cNvPr id="5" name="Picture Placeholder 7"/>
          <p:cNvSpPr>
            <a:spLocks noGrp="1"/>
          </p:cNvSpPr>
          <p:nvPr>
            <p:ph type="pic" sz="quarter" idx="14"/>
          </p:nvPr>
        </p:nvSpPr>
        <p:spPr>
          <a:xfrm>
            <a:off x="6004798" y="1700213"/>
            <a:ext cx="2762965" cy="1971675"/>
          </a:xfrm>
        </p:spPr>
        <p:txBody>
          <a:bodyPr/>
          <a:lstStyle/>
          <a:p>
            <a:r>
              <a:rPr lang="en-US" noProof="0" dirty="0"/>
              <a:t>Click icon to add picture</a:t>
            </a:r>
          </a:p>
        </p:txBody>
      </p:sp>
      <p:sp>
        <p:nvSpPr>
          <p:cNvPr id="6" name="Picture Placeholder 7"/>
          <p:cNvSpPr>
            <a:spLocks noGrp="1"/>
          </p:cNvSpPr>
          <p:nvPr>
            <p:ph type="pic" sz="quarter" idx="15"/>
          </p:nvPr>
        </p:nvSpPr>
        <p:spPr>
          <a:xfrm>
            <a:off x="3204806" y="1700213"/>
            <a:ext cx="2743200" cy="1971675"/>
          </a:xfrm>
        </p:spPr>
        <p:txBody>
          <a:bodyPr/>
          <a:lstStyle/>
          <a:p>
            <a:r>
              <a:rPr lang="en-US" noProof="0" dirty="0"/>
              <a:t>Click icon to add picture</a:t>
            </a:r>
          </a:p>
        </p:txBody>
      </p:sp>
      <p:sp>
        <p:nvSpPr>
          <p:cNvPr id="9" name="Text Placeholder 18"/>
          <p:cNvSpPr>
            <a:spLocks noGrp="1"/>
          </p:cNvSpPr>
          <p:nvPr>
            <p:ph idx="1" hasCustomPrompt="1"/>
          </p:nvPr>
        </p:nvSpPr>
        <p:spPr>
          <a:xfrm>
            <a:off x="376238" y="3832225"/>
            <a:ext cx="2762962" cy="2095200"/>
          </a:xfrm>
          <a:prstGeom prst="rect">
            <a:avLst/>
          </a:prstGeom>
        </p:spPr>
        <p:txBody>
          <a:bodyPr vert="horz" lIns="0" tIns="0" rIns="0" bIns="0" rtlCol="0">
            <a:noAutofit/>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3" name="Text Placeholder 18"/>
          <p:cNvSpPr>
            <a:spLocks noGrp="1"/>
          </p:cNvSpPr>
          <p:nvPr>
            <p:ph idx="16" hasCustomPrompt="1"/>
          </p:nvPr>
        </p:nvSpPr>
        <p:spPr>
          <a:xfrm>
            <a:off x="3200400" y="3832225"/>
            <a:ext cx="2743200" cy="2095200"/>
          </a:xfrm>
          <a:prstGeom prst="rect">
            <a:avLst/>
          </a:prstGeom>
        </p:spPr>
        <p:txBody>
          <a:bodyPr vert="horz" lIns="0" tIns="0" rIns="0" bIns="0" rtlCol="0">
            <a:noAutofit/>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4" name="Text Placeholder 18"/>
          <p:cNvSpPr>
            <a:spLocks noGrp="1"/>
          </p:cNvSpPr>
          <p:nvPr>
            <p:ph idx="17" hasCustomPrompt="1"/>
          </p:nvPr>
        </p:nvSpPr>
        <p:spPr>
          <a:xfrm>
            <a:off x="6004798" y="3832225"/>
            <a:ext cx="2762965" cy="2095200"/>
          </a:xfrm>
          <a:prstGeom prst="rect">
            <a:avLst/>
          </a:prstGeom>
        </p:spPr>
        <p:txBody>
          <a:bodyPr vert="horz" lIns="0" tIns="0" rIns="0" bIns="0" rtlCol="0">
            <a:noAutofit/>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0" name="Text Placeholder 8"/>
          <p:cNvSpPr>
            <a:spLocks noGrp="1"/>
          </p:cNvSpPr>
          <p:nvPr>
            <p:ph type="body" sz="quarter" idx="18" hasCustomPrompt="1"/>
          </p:nvPr>
        </p:nvSpPr>
        <p:spPr>
          <a:xfrm>
            <a:off x="376238" y="651600"/>
            <a:ext cx="8371762"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Tree>
    <p:extLst>
      <p:ext uri="{BB962C8B-B14F-4D97-AF65-F5344CB8AC3E}">
        <p14:creationId xmlns:p14="http://schemas.microsoft.com/office/powerpoint/2010/main" val="3395560946"/>
      </p:ext>
    </p:extLst>
  </p:cSld>
  <p:clrMapOvr>
    <a:masterClrMapping/>
  </p:clrMapOvr>
  <p:transition>
    <p:fade/>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itle &amp; subtitle">
    <p:spTree>
      <p:nvGrpSpPr>
        <p:cNvPr id="1" name=""/>
        <p:cNvGrpSpPr/>
        <p:nvPr/>
      </p:nvGrpSpPr>
      <p:grpSpPr>
        <a:xfrm>
          <a:off x="0" y="0"/>
          <a:ext cx="0" cy="0"/>
          <a:chOff x="0" y="0"/>
          <a:chExt cx="0" cy="0"/>
        </a:xfrm>
      </p:grpSpPr>
      <p:sp>
        <p:nvSpPr>
          <p:cNvPr id="10" name="Text Placeholder 8"/>
          <p:cNvSpPr>
            <a:spLocks noGrp="1"/>
          </p:cNvSpPr>
          <p:nvPr>
            <p:ph type="body" sz="quarter" idx="13" hasCustomPrompt="1"/>
          </p:nvPr>
        </p:nvSpPr>
        <p:spPr>
          <a:xfrm>
            <a:off x="376237" y="651601"/>
            <a:ext cx="8391525" cy="532014"/>
          </a:xfrm>
          <a:prstGeom prst="rect">
            <a:avLst/>
          </a:prstGeom>
        </p:spPr>
        <p:txBody>
          <a:bodyPr lIns="0" tIns="0" rIns="0" bIns="0">
            <a:noAutofit/>
          </a:bodyPr>
          <a:lstStyle>
            <a:lvl1pPr marL="0" indent="0">
              <a:buNone/>
              <a:defRPr sz="1800" b="0">
                <a:solidFill>
                  <a:srgbClr val="575757"/>
                </a:solidFill>
              </a:defRPr>
            </a:lvl1pPr>
          </a:lstStyle>
          <a:p>
            <a:pPr lvl="0"/>
            <a:r>
              <a:rPr lang="en-US" noProof="0" dirty="0"/>
              <a:t>Click to add subtitle</a:t>
            </a:r>
          </a:p>
        </p:txBody>
      </p:sp>
      <p:sp>
        <p:nvSpPr>
          <p:cNvPr id="11" name="Title Placeholder 1"/>
          <p:cNvSpPr>
            <a:spLocks noGrp="1"/>
          </p:cNvSpPr>
          <p:nvPr>
            <p:ph type="title" hasCustomPrompt="1"/>
          </p:nvPr>
        </p:nvSpPr>
        <p:spPr>
          <a:xfrm>
            <a:off x="376237" y="317499"/>
            <a:ext cx="8391525" cy="334101"/>
          </a:xfrm>
          <a:prstGeom prst="rect">
            <a:avLst/>
          </a:prstGeom>
        </p:spPr>
        <p:txBody>
          <a:bodyPr vert="horz" lIns="0" tIns="0" rIns="0" bIns="0" rtlCol="0" anchor="t" anchorCtr="0">
            <a:noAutofit/>
          </a:bodyPr>
          <a:lstStyle>
            <a:lvl1pPr>
              <a:defRPr/>
            </a:lvl1pPr>
          </a:lstStyle>
          <a:p>
            <a:r>
              <a:rPr lang="en-US" noProof="0" dirty="0"/>
              <a:t>Click to add title</a:t>
            </a:r>
          </a:p>
        </p:txBody>
      </p:sp>
    </p:spTree>
    <p:extLst>
      <p:ext uri="{BB962C8B-B14F-4D97-AF65-F5344CB8AC3E}">
        <p14:creationId xmlns:p14="http://schemas.microsoft.com/office/powerpoint/2010/main" val="428195933"/>
      </p:ext>
    </p:extLst>
  </p:cSld>
  <p:clrMapOvr>
    <a:masterClrMapping/>
  </p:clrMapOvr>
  <p:transition>
    <p:fade/>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Qualifications 2 x 1">
    <p:spTree>
      <p:nvGrpSpPr>
        <p:cNvPr id="1" name=""/>
        <p:cNvGrpSpPr/>
        <p:nvPr/>
      </p:nvGrpSpPr>
      <p:grpSpPr>
        <a:xfrm>
          <a:off x="0" y="0"/>
          <a:ext cx="0" cy="0"/>
          <a:chOff x="0" y="0"/>
          <a:chExt cx="0" cy="0"/>
        </a:xfrm>
      </p:grpSpPr>
      <p:sp>
        <p:nvSpPr>
          <p:cNvPr id="8" name="Text Placeholder 8"/>
          <p:cNvSpPr>
            <a:spLocks noGrp="1"/>
          </p:cNvSpPr>
          <p:nvPr>
            <p:ph type="body" sz="quarter" idx="17"/>
          </p:nvPr>
        </p:nvSpPr>
        <p:spPr>
          <a:xfrm>
            <a:off x="378000" y="1857892"/>
            <a:ext cx="4100118" cy="1695450"/>
          </a:xfrm>
        </p:spPr>
        <p:txBody>
          <a:bodyPr/>
          <a:lstStyle>
            <a:lvl1pPr>
              <a:spcAft>
                <a:spcPts val="1000"/>
              </a:spcAft>
              <a:defRPr b="1">
                <a:solidFill>
                  <a:schemeClr val="accent1"/>
                </a:solidFill>
              </a:defRPr>
            </a:lvl1pPr>
            <a:lvl2pPr>
              <a:spcAft>
                <a:spcPts val="1000"/>
              </a:spcAft>
              <a:defRPr/>
            </a:lvl2pPr>
            <a:lvl3pPr marL="0" indent="0">
              <a:spcAft>
                <a:spcPts val="1000"/>
              </a:spcAft>
              <a:buNone/>
              <a:defRPr/>
            </a:lvl3pPr>
            <a:lvl4pPr marL="176400" indent="-176400">
              <a:spcAft>
                <a:spcPts val="1000"/>
              </a:spcAft>
              <a:buFont typeface="Arial" panose="020B0604020202020204" pitchFamily="34" charset="0"/>
              <a:buChar char="•"/>
              <a:defRPr/>
            </a:lvl4pPr>
            <a:lvl5pPr marL="356400" indent="-176400">
              <a:spcAft>
                <a:spcPts val="1000"/>
              </a:spcAft>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9" name="Text Placeholder 8"/>
          <p:cNvSpPr>
            <a:spLocks noGrp="1"/>
          </p:cNvSpPr>
          <p:nvPr>
            <p:ph type="body" sz="quarter" idx="21"/>
          </p:nvPr>
        </p:nvSpPr>
        <p:spPr>
          <a:xfrm>
            <a:off x="4684646" y="1857892"/>
            <a:ext cx="4083117" cy="1695450"/>
          </a:xfrm>
        </p:spPr>
        <p:txBody>
          <a:bodyPr/>
          <a:lstStyle>
            <a:lvl1pPr>
              <a:spcAft>
                <a:spcPts val="1000"/>
              </a:spcAft>
              <a:defRPr b="1">
                <a:solidFill>
                  <a:schemeClr val="accent1"/>
                </a:solidFill>
              </a:defRPr>
            </a:lvl1pPr>
            <a:lvl2pPr>
              <a:spcAft>
                <a:spcPts val="1000"/>
              </a:spcAft>
              <a:defRPr/>
            </a:lvl2pPr>
            <a:lvl3pPr marL="0" indent="0">
              <a:spcAft>
                <a:spcPts val="1000"/>
              </a:spcAft>
              <a:buNone/>
              <a:defRPr/>
            </a:lvl3pPr>
            <a:lvl4pPr marL="176400" indent="-176400">
              <a:spcAft>
                <a:spcPts val="1000"/>
              </a:spcAft>
              <a:buFont typeface="Arial" panose="020B0604020202020204" pitchFamily="34" charset="0"/>
              <a:buChar char="•"/>
              <a:defRPr/>
            </a:lvl4pPr>
            <a:lvl5pPr marL="356400" indent="-176400">
              <a:spcAft>
                <a:spcPts val="1000"/>
              </a:spcAft>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2" name="Title 1"/>
          <p:cNvSpPr>
            <a:spLocks noGrp="1"/>
          </p:cNvSpPr>
          <p:nvPr>
            <p:ph type="title"/>
          </p:nvPr>
        </p:nvSpPr>
        <p:spPr>
          <a:xfrm>
            <a:off x="376238" y="317501"/>
            <a:ext cx="8391525" cy="334099"/>
          </a:xfrm>
        </p:spPr>
        <p:txBody>
          <a:bodyPr/>
          <a:lstStyle/>
          <a:p>
            <a:r>
              <a:rPr lang="en-US" noProof="0"/>
              <a:t>Click to edit Master title style</a:t>
            </a:r>
            <a:endParaRPr lang="en-US" noProof="0" dirty="0"/>
          </a:p>
        </p:txBody>
      </p:sp>
      <p:sp>
        <p:nvSpPr>
          <p:cNvPr id="4" name="Rectangle 3"/>
          <p:cNvSpPr/>
          <p:nvPr userDrawn="1"/>
        </p:nvSpPr>
        <p:spPr>
          <a:xfrm>
            <a:off x="378000" y="1705378"/>
            <a:ext cx="4100118"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000"/>
              </a:spcAft>
            </a:pPr>
            <a:endParaRPr lang="en-US" sz="1100" noProof="0" dirty="0">
              <a:solidFill>
                <a:schemeClr val="bg1"/>
              </a:solidFill>
            </a:endParaRPr>
          </a:p>
        </p:txBody>
      </p:sp>
      <p:sp>
        <p:nvSpPr>
          <p:cNvPr id="5" name="Rectangle 4"/>
          <p:cNvSpPr/>
          <p:nvPr userDrawn="1"/>
        </p:nvSpPr>
        <p:spPr>
          <a:xfrm>
            <a:off x="4684646" y="1705378"/>
            <a:ext cx="4089718"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000"/>
              </a:spcAft>
            </a:pPr>
            <a:endParaRPr lang="en-US" sz="1100" noProof="0" dirty="0">
              <a:solidFill>
                <a:schemeClr val="bg1"/>
              </a:solidFill>
            </a:endParaRPr>
          </a:p>
        </p:txBody>
      </p:sp>
      <p:sp>
        <p:nvSpPr>
          <p:cNvPr id="6" name="Picture Placeholder 29"/>
          <p:cNvSpPr>
            <a:spLocks noGrp="1"/>
          </p:cNvSpPr>
          <p:nvPr>
            <p:ph type="pic" sz="quarter" idx="19" hasCustomPrompt="1"/>
          </p:nvPr>
        </p:nvSpPr>
        <p:spPr>
          <a:xfrm>
            <a:off x="3577118" y="1863916"/>
            <a:ext cx="907655" cy="549275"/>
          </a:xfrm>
        </p:spPr>
        <p:txBody>
          <a:bodyPr/>
          <a:lstStyle>
            <a:lvl1pPr marL="0" marR="0" indent="0" algn="l" defTabSz="914400" rtl="0" eaLnBrk="1" fontAlgn="auto" latinLnBrk="0" hangingPunct="1">
              <a:lnSpc>
                <a:spcPct val="100000"/>
              </a:lnSpc>
              <a:spcBef>
                <a:spcPts val="0"/>
              </a:spcBef>
              <a:spcAft>
                <a:spcPts val="1000"/>
              </a:spcAft>
              <a:buClrTx/>
              <a:buSzTx/>
              <a:buFont typeface="Arial" panose="020B0604020202020204" pitchFamily="34" charset="0"/>
              <a:buNone/>
              <a:tabLst/>
              <a:defRPr sz="900"/>
            </a:lvl1pPr>
          </a:lstStyle>
          <a:p>
            <a:pPr>
              <a:spcBef>
                <a:spcPct val="0"/>
              </a:spcBef>
            </a:pPr>
            <a:r>
              <a:rPr lang="en-US" sz="1200" noProof="0" dirty="0">
                <a:solidFill>
                  <a:schemeClr val="bg1"/>
                </a:solidFill>
              </a:rPr>
              <a:t>Co-brand</a:t>
            </a:r>
            <a:br>
              <a:rPr lang="en-US" sz="1200" noProof="0" dirty="0">
                <a:solidFill>
                  <a:schemeClr val="bg1"/>
                </a:solidFill>
              </a:rPr>
            </a:br>
            <a:r>
              <a:rPr lang="en-US" sz="1200" noProof="0" dirty="0">
                <a:solidFill>
                  <a:schemeClr val="bg1"/>
                </a:solidFill>
              </a:rPr>
              <a:t>Logo</a:t>
            </a:r>
          </a:p>
          <a:p>
            <a:endParaRPr lang="en-US" noProof="0" dirty="0"/>
          </a:p>
        </p:txBody>
      </p:sp>
      <p:sp>
        <p:nvSpPr>
          <p:cNvPr id="7" name="Picture Placeholder 29"/>
          <p:cNvSpPr>
            <a:spLocks noGrp="1"/>
          </p:cNvSpPr>
          <p:nvPr>
            <p:ph type="pic" sz="quarter" idx="20" hasCustomPrompt="1"/>
          </p:nvPr>
        </p:nvSpPr>
        <p:spPr>
          <a:xfrm>
            <a:off x="7818462" y="1857892"/>
            <a:ext cx="933121" cy="549275"/>
          </a:xfrm>
        </p:spPr>
        <p:txBody>
          <a:bodyPr/>
          <a:lstStyle>
            <a:lvl1pPr marL="0" marR="0" indent="0" algn="l" defTabSz="914400" rtl="0" eaLnBrk="1" fontAlgn="auto" latinLnBrk="0" hangingPunct="1">
              <a:lnSpc>
                <a:spcPct val="100000"/>
              </a:lnSpc>
              <a:spcBef>
                <a:spcPts val="0"/>
              </a:spcBef>
              <a:spcAft>
                <a:spcPts val="1000"/>
              </a:spcAft>
              <a:buClrTx/>
              <a:buSzTx/>
              <a:buFont typeface="Arial" panose="020B0604020202020204" pitchFamily="34" charset="0"/>
              <a:buNone/>
              <a:tabLst/>
              <a:defRPr sz="900"/>
            </a:lvl1pPr>
          </a:lstStyle>
          <a:p>
            <a:pPr>
              <a:spcBef>
                <a:spcPct val="0"/>
              </a:spcBef>
            </a:pPr>
            <a:r>
              <a:rPr lang="en-US" sz="1200" noProof="0" dirty="0">
                <a:solidFill>
                  <a:schemeClr val="bg1"/>
                </a:solidFill>
              </a:rPr>
              <a:t>Co-brand</a:t>
            </a:r>
            <a:br>
              <a:rPr lang="en-US" sz="1200" noProof="0" dirty="0">
                <a:solidFill>
                  <a:schemeClr val="bg1"/>
                </a:solidFill>
              </a:rPr>
            </a:br>
            <a:r>
              <a:rPr lang="en-US" sz="1200" noProof="0" dirty="0">
                <a:solidFill>
                  <a:schemeClr val="bg1"/>
                </a:solidFill>
              </a:rPr>
              <a:t>Logo</a:t>
            </a:r>
          </a:p>
          <a:p>
            <a:endParaRPr lang="en-US" noProof="0" dirty="0"/>
          </a:p>
        </p:txBody>
      </p:sp>
      <p:sp>
        <p:nvSpPr>
          <p:cNvPr id="16" name="Text Placeholder 8"/>
          <p:cNvSpPr>
            <a:spLocks noGrp="1"/>
          </p:cNvSpPr>
          <p:nvPr>
            <p:ph type="body" sz="quarter" idx="13" hasCustomPrompt="1"/>
          </p:nvPr>
        </p:nvSpPr>
        <p:spPr>
          <a:xfrm>
            <a:off x="376237" y="651600"/>
            <a:ext cx="8391525"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Tree>
    <p:extLst>
      <p:ext uri="{BB962C8B-B14F-4D97-AF65-F5344CB8AC3E}">
        <p14:creationId xmlns:p14="http://schemas.microsoft.com/office/powerpoint/2010/main" val="4239408974"/>
      </p:ext>
    </p:extLst>
  </p:cSld>
  <p:clrMapOvr>
    <a:masterClrMapping/>
  </p:clrMapOvr>
  <p:transition>
    <p:fade/>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Qualifications 2 x 2">
    <p:spTree>
      <p:nvGrpSpPr>
        <p:cNvPr id="1" name=""/>
        <p:cNvGrpSpPr/>
        <p:nvPr/>
      </p:nvGrpSpPr>
      <p:grpSpPr>
        <a:xfrm>
          <a:off x="0" y="0"/>
          <a:ext cx="0" cy="0"/>
          <a:chOff x="0" y="0"/>
          <a:chExt cx="0" cy="0"/>
        </a:xfrm>
      </p:grpSpPr>
      <p:sp>
        <p:nvSpPr>
          <p:cNvPr id="8" name="Text Placeholder 8"/>
          <p:cNvSpPr>
            <a:spLocks noGrp="1"/>
          </p:cNvSpPr>
          <p:nvPr>
            <p:ph type="body" sz="quarter" idx="17"/>
          </p:nvPr>
        </p:nvSpPr>
        <p:spPr>
          <a:xfrm>
            <a:off x="378000" y="1857892"/>
            <a:ext cx="4101706" cy="1695450"/>
          </a:xfrm>
        </p:spPr>
        <p:txBody>
          <a:bodyPr/>
          <a:lstStyle>
            <a:lvl1pPr>
              <a:spcAft>
                <a:spcPts val="1000"/>
              </a:spcAft>
              <a:defRPr b="1">
                <a:solidFill>
                  <a:schemeClr val="accent1"/>
                </a:solidFill>
              </a:defRPr>
            </a:lvl1pPr>
            <a:lvl2pPr>
              <a:spcAft>
                <a:spcPts val="1000"/>
              </a:spcAft>
              <a:defRPr/>
            </a:lvl2pPr>
            <a:lvl3pPr marL="0" indent="0">
              <a:spcAft>
                <a:spcPts val="1000"/>
              </a:spcAft>
              <a:buNone/>
              <a:defRPr/>
            </a:lvl3pPr>
            <a:lvl4pPr marL="176400" indent="-176400">
              <a:spcAft>
                <a:spcPts val="1000"/>
              </a:spcAft>
              <a:buFont typeface="Arial" panose="020B0604020202020204" pitchFamily="34" charset="0"/>
              <a:buChar char="•"/>
              <a:defRPr/>
            </a:lvl4pPr>
            <a:lvl5pPr marL="356400" indent="-176400">
              <a:spcAft>
                <a:spcPts val="1000"/>
              </a:spcAft>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9" name="Text Placeholder 8"/>
          <p:cNvSpPr>
            <a:spLocks noGrp="1"/>
          </p:cNvSpPr>
          <p:nvPr>
            <p:ph type="body" sz="quarter" idx="21"/>
          </p:nvPr>
        </p:nvSpPr>
        <p:spPr>
          <a:xfrm>
            <a:off x="4684646" y="1857892"/>
            <a:ext cx="4091001" cy="1695450"/>
          </a:xfrm>
        </p:spPr>
        <p:txBody>
          <a:bodyPr/>
          <a:lstStyle>
            <a:lvl1pPr>
              <a:spcAft>
                <a:spcPts val="1000"/>
              </a:spcAft>
              <a:defRPr b="1">
                <a:solidFill>
                  <a:schemeClr val="accent1"/>
                </a:solidFill>
              </a:defRPr>
            </a:lvl1pPr>
            <a:lvl2pPr>
              <a:spcAft>
                <a:spcPts val="1000"/>
              </a:spcAft>
              <a:defRPr/>
            </a:lvl2pPr>
            <a:lvl3pPr marL="0" indent="0">
              <a:spcAft>
                <a:spcPts val="1000"/>
              </a:spcAft>
              <a:buNone/>
              <a:defRPr/>
            </a:lvl3pPr>
            <a:lvl4pPr marL="176400" indent="-176400">
              <a:spcAft>
                <a:spcPts val="1000"/>
              </a:spcAft>
              <a:buFont typeface="Arial" panose="020B0604020202020204" pitchFamily="34" charset="0"/>
              <a:buChar char="•"/>
              <a:defRPr/>
            </a:lvl4pPr>
            <a:lvl5pPr marL="356400" indent="-176400">
              <a:spcAft>
                <a:spcPts val="1000"/>
              </a:spcAft>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2" name="Title 1"/>
          <p:cNvSpPr>
            <a:spLocks noGrp="1"/>
          </p:cNvSpPr>
          <p:nvPr>
            <p:ph type="title"/>
          </p:nvPr>
        </p:nvSpPr>
        <p:spPr>
          <a:xfrm>
            <a:off x="376238" y="317501"/>
            <a:ext cx="8391525" cy="334099"/>
          </a:xfrm>
        </p:spPr>
        <p:txBody>
          <a:bodyPr/>
          <a:lstStyle/>
          <a:p>
            <a:r>
              <a:rPr lang="en-US" noProof="0"/>
              <a:t>Click to edit Master title style</a:t>
            </a:r>
            <a:endParaRPr lang="en-US" noProof="0" dirty="0"/>
          </a:p>
        </p:txBody>
      </p:sp>
      <p:sp>
        <p:nvSpPr>
          <p:cNvPr id="4" name="Rectangle 3"/>
          <p:cNvSpPr/>
          <p:nvPr userDrawn="1"/>
        </p:nvSpPr>
        <p:spPr>
          <a:xfrm>
            <a:off x="378000" y="1705378"/>
            <a:ext cx="4100118"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000"/>
              </a:spcAft>
            </a:pPr>
            <a:endParaRPr lang="en-US" sz="1100" noProof="0" dirty="0">
              <a:solidFill>
                <a:schemeClr val="bg1"/>
              </a:solidFill>
            </a:endParaRPr>
          </a:p>
        </p:txBody>
      </p:sp>
      <p:sp>
        <p:nvSpPr>
          <p:cNvPr id="5" name="Rectangle 4"/>
          <p:cNvSpPr/>
          <p:nvPr userDrawn="1"/>
        </p:nvSpPr>
        <p:spPr>
          <a:xfrm>
            <a:off x="4684646" y="1705378"/>
            <a:ext cx="4089718"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000"/>
              </a:spcAft>
            </a:pPr>
            <a:endParaRPr lang="en-US" sz="1100" noProof="0" dirty="0">
              <a:solidFill>
                <a:schemeClr val="bg1"/>
              </a:solidFill>
            </a:endParaRPr>
          </a:p>
        </p:txBody>
      </p:sp>
      <p:sp>
        <p:nvSpPr>
          <p:cNvPr id="7" name="Picture Placeholder 29"/>
          <p:cNvSpPr>
            <a:spLocks noGrp="1"/>
          </p:cNvSpPr>
          <p:nvPr>
            <p:ph type="pic" sz="quarter" idx="20" hasCustomPrompt="1"/>
          </p:nvPr>
        </p:nvSpPr>
        <p:spPr>
          <a:xfrm>
            <a:off x="7818462" y="1857892"/>
            <a:ext cx="933121" cy="549275"/>
          </a:xfrm>
        </p:spPr>
        <p:txBody>
          <a:bodyPr/>
          <a:lstStyle>
            <a:lvl1pPr marL="0" marR="0" indent="0" algn="l" defTabSz="914400" rtl="0" eaLnBrk="1" fontAlgn="auto" latinLnBrk="0" hangingPunct="1">
              <a:lnSpc>
                <a:spcPct val="100000"/>
              </a:lnSpc>
              <a:spcBef>
                <a:spcPts val="0"/>
              </a:spcBef>
              <a:spcAft>
                <a:spcPts val="1000"/>
              </a:spcAft>
              <a:buClrTx/>
              <a:buSzTx/>
              <a:buFont typeface="Arial" panose="020B0604020202020204" pitchFamily="34" charset="0"/>
              <a:buNone/>
              <a:tabLst/>
              <a:defRPr sz="900"/>
            </a:lvl1pPr>
          </a:lstStyle>
          <a:p>
            <a:pPr>
              <a:spcBef>
                <a:spcPct val="0"/>
              </a:spcBef>
            </a:pPr>
            <a:r>
              <a:rPr lang="en-US" sz="1200" noProof="0" dirty="0">
                <a:solidFill>
                  <a:schemeClr val="bg1"/>
                </a:solidFill>
              </a:rPr>
              <a:t>Co-brand</a:t>
            </a:r>
            <a:br>
              <a:rPr lang="en-US" sz="1200" noProof="0" dirty="0">
                <a:solidFill>
                  <a:schemeClr val="bg1"/>
                </a:solidFill>
              </a:rPr>
            </a:br>
            <a:r>
              <a:rPr lang="en-US" sz="1200" noProof="0" dirty="0">
                <a:solidFill>
                  <a:schemeClr val="bg1"/>
                </a:solidFill>
              </a:rPr>
              <a:t>Logo</a:t>
            </a:r>
          </a:p>
          <a:p>
            <a:endParaRPr lang="en-US" noProof="0" dirty="0"/>
          </a:p>
        </p:txBody>
      </p:sp>
      <p:sp>
        <p:nvSpPr>
          <p:cNvPr id="10" name="Text Placeholder 8"/>
          <p:cNvSpPr>
            <a:spLocks noGrp="1"/>
          </p:cNvSpPr>
          <p:nvPr>
            <p:ph type="body" sz="quarter" idx="22"/>
          </p:nvPr>
        </p:nvSpPr>
        <p:spPr>
          <a:xfrm>
            <a:off x="378000" y="4249682"/>
            <a:ext cx="4100118" cy="1695450"/>
          </a:xfrm>
        </p:spPr>
        <p:txBody>
          <a:bodyPr/>
          <a:lstStyle>
            <a:lvl1pPr>
              <a:spcAft>
                <a:spcPts val="1000"/>
              </a:spcAft>
              <a:defRPr b="1">
                <a:solidFill>
                  <a:schemeClr val="accent1"/>
                </a:solidFill>
              </a:defRPr>
            </a:lvl1pPr>
            <a:lvl2pPr>
              <a:spcAft>
                <a:spcPts val="1000"/>
              </a:spcAft>
              <a:defRPr/>
            </a:lvl2pPr>
            <a:lvl3pPr marL="0" indent="0">
              <a:spcAft>
                <a:spcPts val="1000"/>
              </a:spcAft>
              <a:buNone/>
              <a:defRPr/>
            </a:lvl3pPr>
            <a:lvl4pPr marL="176400" indent="-176400">
              <a:spcAft>
                <a:spcPts val="1000"/>
              </a:spcAft>
              <a:buFont typeface="Arial" panose="020B0604020202020204" pitchFamily="34" charset="0"/>
              <a:buChar char="•"/>
              <a:defRPr/>
            </a:lvl4pPr>
            <a:lvl5pPr marL="356400" indent="-176400">
              <a:spcAft>
                <a:spcPts val="1000"/>
              </a:spcAft>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1" name="Text Placeholder 8"/>
          <p:cNvSpPr>
            <a:spLocks noGrp="1"/>
          </p:cNvSpPr>
          <p:nvPr>
            <p:ph type="body" sz="quarter" idx="23"/>
          </p:nvPr>
        </p:nvSpPr>
        <p:spPr>
          <a:xfrm>
            <a:off x="4684645" y="4249682"/>
            <a:ext cx="4089719" cy="1695450"/>
          </a:xfrm>
        </p:spPr>
        <p:txBody>
          <a:bodyPr/>
          <a:lstStyle>
            <a:lvl1pPr>
              <a:spcAft>
                <a:spcPts val="1000"/>
              </a:spcAft>
              <a:defRPr b="1">
                <a:solidFill>
                  <a:schemeClr val="accent1"/>
                </a:solidFill>
              </a:defRPr>
            </a:lvl1pPr>
            <a:lvl2pPr>
              <a:spcAft>
                <a:spcPts val="1000"/>
              </a:spcAft>
              <a:defRPr/>
            </a:lvl2pPr>
            <a:lvl3pPr marL="0" indent="0">
              <a:spcAft>
                <a:spcPts val="1000"/>
              </a:spcAft>
              <a:buNone/>
              <a:defRPr/>
            </a:lvl3pPr>
            <a:lvl4pPr marL="176400" indent="-176400">
              <a:spcAft>
                <a:spcPts val="1000"/>
              </a:spcAft>
              <a:buFont typeface="Arial" panose="020B0604020202020204" pitchFamily="34" charset="0"/>
              <a:buChar char="•"/>
              <a:defRPr/>
            </a:lvl4pPr>
            <a:lvl5pPr marL="356400" indent="-176400">
              <a:spcAft>
                <a:spcPts val="1000"/>
              </a:spcAft>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2" name="Rectangle 11"/>
          <p:cNvSpPr/>
          <p:nvPr userDrawn="1"/>
        </p:nvSpPr>
        <p:spPr>
          <a:xfrm>
            <a:off x="378000" y="4103518"/>
            <a:ext cx="4101707"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000"/>
              </a:spcAft>
            </a:pPr>
            <a:endParaRPr lang="en-US" sz="1100" noProof="0" dirty="0">
              <a:solidFill>
                <a:schemeClr val="bg1"/>
              </a:solidFill>
            </a:endParaRPr>
          </a:p>
        </p:txBody>
      </p:sp>
      <p:sp>
        <p:nvSpPr>
          <p:cNvPr id="13" name="Rectangle 12"/>
          <p:cNvSpPr/>
          <p:nvPr userDrawn="1"/>
        </p:nvSpPr>
        <p:spPr>
          <a:xfrm>
            <a:off x="4684645" y="4103518"/>
            <a:ext cx="4083537"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000"/>
              </a:spcAft>
            </a:pPr>
            <a:endParaRPr lang="en-US" sz="1100" noProof="0" dirty="0">
              <a:solidFill>
                <a:schemeClr val="bg1"/>
              </a:solidFill>
            </a:endParaRPr>
          </a:p>
        </p:txBody>
      </p:sp>
      <p:sp>
        <p:nvSpPr>
          <p:cNvPr id="14" name="Picture Placeholder 29"/>
          <p:cNvSpPr>
            <a:spLocks noGrp="1"/>
          </p:cNvSpPr>
          <p:nvPr>
            <p:ph type="pic" sz="quarter" idx="24" hasCustomPrompt="1"/>
          </p:nvPr>
        </p:nvSpPr>
        <p:spPr>
          <a:xfrm>
            <a:off x="3565870" y="4255706"/>
            <a:ext cx="929536" cy="549275"/>
          </a:xfrm>
        </p:spPr>
        <p:txBody>
          <a:bodyPr/>
          <a:lstStyle>
            <a:lvl1pPr marL="0" marR="0" indent="0" algn="l" defTabSz="914400" rtl="0" eaLnBrk="1" fontAlgn="auto" latinLnBrk="0" hangingPunct="1">
              <a:lnSpc>
                <a:spcPct val="100000"/>
              </a:lnSpc>
              <a:spcBef>
                <a:spcPts val="0"/>
              </a:spcBef>
              <a:spcAft>
                <a:spcPts val="1000"/>
              </a:spcAft>
              <a:buClrTx/>
              <a:buSzTx/>
              <a:buFont typeface="Arial" panose="020B0604020202020204" pitchFamily="34" charset="0"/>
              <a:buNone/>
              <a:tabLst/>
              <a:defRPr sz="900"/>
            </a:lvl1pPr>
          </a:lstStyle>
          <a:p>
            <a:pPr>
              <a:spcBef>
                <a:spcPct val="0"/>
              </a:spcBef>
            </a:pPr>
            <a:r>
              <a:rPr lang="en-US" sz="1200" noProof="0" dirty="0">
                <a:solidFill>
                  <a:schemeClr val="bg1"/>
                </a:solidFill>
              </a:rPr>
              <a:t>Co-brand</a:t>
            </a:r>
            <a:br>
              <a:rPr lang="en-US" sz="1200" noProof="0" dirty="0">
                <a:solidFill>
                  <a:schemeClr val="bg1"/>
                </a:solidFill>
              </a:rPr>
            </a:br>
            <a:r>
              <a:rPr lang="en-US" sz="1200" noProof="0" dirty="0">
                <a:solidFill>
                  <a:schemeClr val="bg1"/>
                </a:solidFill>
              </a:rPr>
              <a:t>Logo</a:t>
            </a:r>
          </a:p>
          <a:p>
            <a:endParaRPr lang="en-US" noProof="0" dirty="0"/>
          </a:p>
        </p:txBody>
      </p:sp>
      <p:sp>
        <p:nvSpPr>
          <p:cNvPr id="15" name="Picture Placeholder 29"/>
          <p:cNvSpPr>
            <a:spLocks noGrp="1"/>
          </p:cNvSpPr>
          <p:nvPr>
            <p:ph type="pic" sz="quarter" idx="25" hasCustomPrompt="1"/>
          </p:nvPr>
        </p:nvSpPr>
        <p:spPr>
          <a:xfrm>
            <a:off x="7818463" y="4249682"/>
            <a:ext cx="933120" cy="549275"/>
          </a:xfrm>
        </p:spPr>
        <p:txBody>
          <a:bodyPr/>
          <a:lstStyle>
            <a:lvl1pPr marL="0" marR="0" indent="0" algn="l" defTabSz="914400" rtl="0" eaLnBrk="1" fontAlgn="auto" latinLnBrk="0" hangingPunct="1">
              <a:lnSpc>
                <a:spcPct val="100000"/>
              </a:lnSpc>
              <a:spcBef>
                <a:spcPts val="0"/>
              </a:spcBef>
              <a:spcAft>
                <a:spcPts val="1000"/>
              </a:spcAft>
              <a:buClrTx/>
              <a:buSzTx/>
              <a:buFont typeface="Arial" panose="020B0604020202020204" pitchFamily="34" charset="0"/>
              <a:buNone/>
              <a:tabLst/>
              <a:defRPr sz="900"/>
            </a:lvl1pPr>
          </a:lstStyle>
          <a:p>
            <a:pPr>
              <a:spcBef>
                <a:spcPct val="0"/>
              </a:spcBef>
            </a:pPr>
            <a:r>
              <a:rPr lang="en-US" sz="1200" noProof="0" dirty="0">
                <a:solidFill>
                  <a:schemeClr val="bg1"/>
                </a:solidFill>
              </a:rPr>
              <a:t>Co-brand</a:t>
            </a:r>
            <a:br>
              <a:rPr lang="en-US" sz="1200" noProof="0" dirty="0">
                <a:solidFill>
                  <a:schemeClr val="bg1"/>
                </a:solidFill>
              </a:rPr>
            </a:br>
            <a:r>
              <a:rPr lang="en-US" sz="1200" noProof="0" dirty="0">
                <a:solidFill>
                  <a:schemeClr val="bg1"/>
                </a:solidFill>
              </a:rPr>
              <a:t>Logo</a:t>
            </a:r>
          </a:p>
          <a:p>
            <a:endParaRPr lang="en-US" noProof="0" dirty="0"/>
          </a:p>
        </p:txBody>
      </p:sp>
      <p:sp>
        <p:nvSpPr>
          <p:cNvPr id="16" name="Text Placeholder 8"/>
          <p:cNvSpPr>
            <a:spLocks noGrp="1"/>
          </p:cNvSpPr>
          <p:nvPr>
            <p:ph type="body" sz="quarter" idx="13" hasCustomPrompt="1"/>
          </p:nvPr>
        </p:nvSpPr>
        <p:spPr>
          <a:xfrm>
            <a:off x="376238" y="651600"/>
            <a:ext cx="8398126"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7" name="Picture Placeholder 29"/>
          <p:cNvSpPr>
            <a:spLocks noGrp="1"/>
          </p:cNvSpPr>
          <p:nvPr>
            <p:ph type="pic" sz="quarter" idx="19" hasCustomPrompt="1"/>
          </p:nvPr>
        </p:nvSpPr>
        <p:spPr>
          <a:xfrm>
            <a:off x="3577118" y="1863916"/>
            <a:ext cx="907655" cy="549275"/>
          </a:xfrm>
        </p:spPr>
        <p:txBody>
          <a:bodyPr/>
          <a:lstStyle>
            <a:lvl1pPr marL="0" marR="0" indent="0" algn="l" defTabSz="914400" rtl="0" eaLnBrk="1" fontAlgn="auto" latinLnBrk="0" hangingPunct="1">
              <a:lnSpc>
                <a:spcPct val="100000"/>
              </a:lnSpc>
              <a:spcBef>
                <a:spcPts val="0"/>
              </a:spcBef>
              <a:spcAft>
                <a:spcPts val="1000"/>
              </a:spcAft>
              <a:buClrTx/>
              <a:buSzTx/>
              <a:buFont typeface="Arial" panose="020B0604020202020204" pitchFamily="34" charset="0"/>
              <a:buNone/>
              <a:tabLst/>
              <a:defRPr sz="900"/>
            </a:lvl1pPr>
          </a:lstStyle>
          <a:p>
            <a:pPr>
              <a:spcBef>
                <a:spcPct val="0"/>
              </a:spcBef>
            </a:pPr>
            <a:r>
              <a:rPr lang="en-US" sz="1200" noProof="0" dirty="0">
                <a:solidFill>
                  <a:schemeClr val="bg1"/>
                </a:solidFill>
              </a:rPr>
              <a:t>Co-brand</a:t>
            </a:r>
            <a:br>
              <a:rPr lang="en-US" sz="1200" noProof="0" dirty="0">
                <a:solidFill>
                  <a:schemeClr val="bg1"/>
                </a:solidFill>
              </a:rPr>
            </a:br>
            <a:r>
              <a:rPr lang="en-US" sz="1200" noProof="0" dirty="0">
                <a:solidFill>
                  <a:schemeClr val="bg1"/>
                </a:solidFill>
              </a:rPr>
              <a:t>Logo</a:t>
            </a:r>
          </a:p>
          <a:p>
            <a:endParaRPr lang="en-US" noProof="0" dirty="0"/>
          </a:p>
        </p:txBody>
      </p:sp>
    </p:spTree>
    <p:extLst>
      <p:ext uri="{BB962C8B-B14F-4D97-AF65-F5344CB8AC3E}">
        <p14:creationId xmlns:p14="http://schemas.microsoft.com/office/powerpoint/2010/main" val="3897561385"/>
      </p:ext>
    </p:extLst>
  </p:cSld>
  <p:clrMapOvr>
    <a:masterClrMapping/>
  </p:clrMapOvr>
  <p:transition>
    <p:fade/>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3 column green line">
    <p:spTree>
      <p:nvGrpSpPr>
        <p:cNvPr id="1" name=""/>
        <p:cNvGrpSpPr/>
        <p:nvPr/>
      </p:nvGrpSpPr>
      <p:grpSpPr>
        <a:xfrm>
          <a:off x="0" y="0"/>
          <a:ext cx="0" cy="0"/>
          <a:chOff x="0" y="0"/>
          <a:chExt cx="0" cy="0"/>
        </a:xfrm>
      </p:grpSpPr>
      <p:sp>
        <p:nvSpPr>
          <p:cNvPr id="2" name="Title 1"/>
          <p:cNvSpPr>
            <a:spLocks noGrp="1"/>
          </p:cNvSpPr>
          <p:nvPr>
            <p:ph type="title"/>
          </p:nvPr>
        </p:nvSpPr>
        <p:spPr>
          <a:xfrm>
            <a:off x="376238" y="317501"/>
            <a:ext cx="8391525" cy="334099"/>
          </a:xfrm>
        </p:spPr>
        <p:txBody>
          <a:bodyPr/>
          <a:lstStyle/>
          <a:p>
            <a:r>
              <a:rPr lang="en-US" noProof="0"/>
              <a:t>Click to edit Master title style</a:t>
            </a:r>
            <a:endParaRPr lang="en-US" noProof="0" dirty="0"/>
          </a:p>
        </p:txBody>
      </p:sp>
      <p:sp>
        <p:nvSpPr>
          <p:cNvPr id="4" name="Rectangle 3"/>
          <p:cNvSpPr/>
          <p:nvPr userDrawn="1"/>
        </p:nvSpPr>
        <p:spPr>
          <a:xfrm>
            <a:off x="3240000" y="1705968"/>
            <a:ext cx="2667088"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dirty="0">
              <a:solidFill>
                <a:schemeClr val="bg1"/>
              </a:solidFill>
            </a:endParaRPr>
          </a:p>
        </p:txBody>
      </p:sp>
      <p:sp>
        <p:nvSpPr>
          <p:cNvPr id="5" name="Rectangle 4"/>
          <p:cNvSpPr/>
          <p:nvPr userDrawn="1"/>
        </p:nvSpPr>
        <p:spPr>
          <a:xfrm>
            <a:off x="378000" y="1700213"/>
            <a:ext cx="2670000" cy="5975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dirty="0">
              <a:solidFill>
                <a:schemeClr val="bg1"/>
              </a:solidFill>
            </a:endParaRPr>
          </a:p>
        </p:txBody>
      </p:sp>
      <p:sp>
        <p:nvSpPr>
          <p:cNvPr id="6" name="Rectangle 5"/>
          <p:cNvSpPr/>
          <p:nvPr userDrawn="1"/>
        </p:nvSpPr>
        <p:spPr>
          <a:xfrm>
            <a:off x="6086475" y="1705968"/>
            <a:ext cx="268789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dirty="0">
              <a:solidFill>
                <a:schemeClr val="bg1"/>
              </a:solidFill>
            </a:endParaRPr>
          </a:p>
        </p:txBody>
      </p:sp>
      <p:sp>
        <p:nvSpPr>
          <p:cNvPr id="7" name="Text Placeholder 8"/>
          <p:cNvSpPr>
            <a:spLocks noGrp="1"/>
          </p:cNvSpPr>
          <p:nvPr>
            <p:ph type="body" sz="quarter" idx="17"/>
          </p:nvPr>
        </p:nvSpPr>
        <p:spPr>
          <a:xfrm>
            <a:off x="3244283" y="1851441"/>
            <a:ext cx="2655433" cy="3845754"/>
          </a:xfrm>
        </p:spPr>
        <p:txBody>
          <a:bodyPr/>
          <a:lstStyle>
            <a:lvl1pPr>
              <a:defRPr b="1">
                <a:solidFill>
                  <a:schemeClr val="accent1"/>
                </a:solidFill>
              </a:defRPr>
            </a:lvl1pPr>
            <a:lvl2pPr>
              <a:spcAft>
                <a:spcPts val="1000"/>
              </a:spcAft>
              <a:defRPr/>
            </a:lvl2pPr>
            <a:lvl3pPr marL="0" indent="0">
              <a:spcAft>
                <a:spcPts val="1000"/>
              </a:spcAft>
              <a:buNone/>
              <a:defRPr/>
            </a:lvl3pPr>
            <a:lvl4pPr marL="176400" indent="-176400">
              <a:spcAft>
                <a:spcPts val="1000"/>
              </a:spcAft>
              <a:buFont typeface="Arial" panose="020B0604020202020204" pitchFamily="34" charset="0"/>
              <a:buChar char="•"/>
              <a:defRPr/>
            </a:lvl4pPr>
            <a:lvl5pPr marL="356400" indent="-176400">
              <a:spcAft>
                <a:spcPts val="1000"/>
              </a:spcAft>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8" name="Text Placeholder 8"/>
          <p:cNvSpPr>
            <a:spLocks noGrp="1"/>
          </p:cNvSpPr>
          <p:nvPr>
            <p:ph type="body" sz="quarter" idx="18"/>
          </p:nvPr>
        </p:nvSpPr>
        <p:spPr>
          <a:xfrm>
            <a:off x="378000" y="1851441"/>
            <a:ext cx="2670000" cy="3845754"/>
          </a:xfrm>
        </p:spPr>
        <p:txBody>
          <a:bodyPr/>
          <a:lstStyle>
            <a:lvl1pPr>
              <a:defRPr b="1">
                <a:solidFill>
                  <a:schemeClr val="accent1"/>
                </a:solidFill>
              </a:defRPr>
            </a:lvl1pPr>
            <a:lvl2pPr>
              <a:spcAft>
                <a:spcPts val="1000"/>
              </a:spcAft>
              <a:defRPr/>
            </a:lvl2pPr>
            <a:lvl3pPr marL="0" indent="0">
              <a:spcAft>
                <a:spcPts val="1000"/>
              </a:spcAft>
              <a:buNone/>
              <a:defRPr/>
            </a:lvl3pPr>
            <a:lvl4pPr marL="176400" indent="-176400">
              <a:spcAft>
                <a:spcPts val="1000"/>
              </a:spcAft>
              <a:buFont typeface="Arial" panose="020B0604020202020204" pitchFamily="34" charset="0"/>
              <a:buChar char="•"/>
              <a:defRPr/>
            </a:lvl4pPr>
            <a:lvl5pPr marL="356400" indent="-176400">
              <a:spcAft>
                <a:spcPts val="1000"/>
              </a:spcAft>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9" name="Text Placeholder 8"/>
          <p:cNvSpPr>
            <a:spLocks noGrp="1"/>
          </p:cNvSpPr>
          <p:nvPr>
            <p:ph type="body" sz="quarter" idx="19"/>
          </p:nvPr>
        </p:nvSpPr>
        <p:spPr>
          <a:xfrm>
            <a:off x="6095999" y="1851441"/>
            <a:ext cx="2678365" cy="3845754"/>
          </a:xfrm>
        </p:spPr>
        <p:txBody>
          <a:bodyPr/>
          <a:lstStyle>
            <a:lvl1pPr>
              <a:defRPr b="1">
                <a:solidFill>
                  <a:schemeClr val="accent1"/>
                </a:solidFill>
              </a:defRPr>
            </a:lvl1pPr>
            <a:lvl2pPr>
              <a:spcAft>
                <a:spcPts val="1000"/>
              </a:spcAft>
              <a:defRPr/>
            </a:lvl2pPr>
            <a:lvl3pPr marL="0" indent="0">
              <a:spcAft>
                <a:spcPts val="1000"/>
              </a:spcAft>
              <a:buNone/>
              <a:defRPr/>
            </a:lvl3pPr>
            <a:lvl4pPr marL="176400" indent="-176400">
              <a:spcAft>
                <a:spcPts val="1000"/>
              </a:spcAft>
              <a:buFont typeface="Arial" panose="020B0604020202020204" pitchFamily="34" charset="0"/>
              <a:buChar char="•"/>
              <a:defRPr/>
            </a:lvl4pPr>
            <a:lvl5pPr marL="356400" indent="-176400">
              <a:spcAft>
                <a:spcPts val="1000"/>
              </a:spcAft>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0" name="Text Placeholder 8"/>
          <p:cNvSpPr>
            <a:spLocks noGrp="1"/>
          </p:cNvSpPr>
          <p:nvPr>
            <p:ph type="body" sz="quarter" idx="13" hasCustomPrompt="1"/>
          </p:nvPr>
        </p:nvSpPr>
        <p:spPr>
          <a:xfrm>
            <a:off x="376238" y="651600"/>
            <a:ext cx="8371762"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Tree>
    <p:extLst>
      <p:ext uri="{BB962C8B-B14F-4D97-AF65-F5344CB8AC3E}">
        <p14:creationId xmlns:p14="http://schemas.microsoft.com/office/powerpoint/2010/main" val="1735867472"/>
      </p:ext>
    </p:extLst>
  </p:cSld>
  <p:clrMapOvr>
    <a:masterClrMapping/>
  </p:clrMapOvr>
  <p:transition>
    <p:fade/>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4 column icon">
    <p:spTree>
      <p:nvGrpSpPr>
        <p:cNvPr id="1" name=""/>
        <p:cNvGrpSpPr/>
        <p:nvPr/>
      </p:nvGrpSpPr>
      <p:grpSpPr>
        <a:xfrm>
          <a:off x="0" y="0"/>
          <a:ext cx="0" cy="0"/>
          <a:chOff x="0" y="0"/>
          <a:chExt cx="0" cy="0"/>
        </a:xfrm>
      </p:grpSpPr>
      <p:sp>
        <p:nvSpPr>
          <p:cNvPr id="2" name="Title 1"/>
          <p:cNvSpPr>
            <a:spLocks noGrp="1"/>
          </p:cNvSpPr>
          <p:nvPr>
            <p:ph type="title"/>
          </p:nvPr>
        </p:nvSpPr>
        <p:spPr>
          <a:xfrm>
            <a:off x="376238" y="317501"/>
            <a:ext cx="8391525" cy="334099"/>
          </a:xfrm>
        </p:spPr>
        <p:txBody>
          <a:bodyPr/>
          <a:lstStyle/>
          <a:p>
            <a:r>
              <a:rPr lang="en-US" noProof="0"/>
              <a:t>Click to edit Master title style</a:t>
            </a:r>
            <a:endParaRPr lang="en-US" noProof="0" dirty="0"/>
          </a:p>
        </p:txBody>
      </p:sp>
      <p:sp>
        <p:nvSpPr>
          <p:cNvPr id="4" name="Text Placeholder 8"/>
          <p:cNvSpPr>
            <a:spLocks noGrp="1"/>
          </p:cNvSpPr>
          <p:nvPr>
            <p:ph type="body" sz="quarter" idx="17"/>
          </p:nvPr>
        </p:nvSpPr>
        <p:spPr>
          <a:xfrm>
            <a:off x="378000" y="2556000"/>
            <a:ext cx="1944000" cy="3394800"/>
          </a:xfrm>
        </p:spPr>
        <p:txBody>
          <a:bodyPr/>
          <a:lstStyle>
            <a:lvl1pPr>
              <a:defRPr b="1">
                <a:solidFill>
                  <a:schemeClr val="accent1"/>
                </a:solidFill>
              </a:defRPr>
            </a:lvl1pPr>
            <a:lvl2pPr>
              <a:spcAft>
                <a:spcPts val="1000"/>
              </a:spcAft>
              <a:defRPr/>
            </a:lvl2pPr>
            <a:lvl3pPr marL="0" indent="0">
              <a:spcAft>
                <a:spcPts val="1000"/>
              </a:spcAft>
              <a:buNone/>
              <a:defRPr/>
            </a:lvl3pPr>
            <a:lvl4pPr marL="176400" indent="-176400">
              <a:spcAft>
                <a:spcPts val="1000"/>
              </a:spcAft>
              <a:buFont typeface="Arial" panose="020B0604020202020204" pitchFamily="34" charset="0"/>
              <a:buChar char="•"/>
              <a:defRPr/>
            </a:lvl4pPr>
            <a:lvl5pPr marL="356400" indent="-176400">
              <a:spcAft>
                <a:spcPts val="1000"/>
              </a:spcAft>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5" name="Text Placeholder 8"/>
          <p:cNvSpPr>
            <a:spLocks noGrp="1"/>
          </p:cNvSpPr>
          <p:nvPr>
            <p:ph type="body" sz="quarter" idx="18"/>
          </p:nvPr>
        </p:nvSpPr>
        <p:spPr>
          <a:xfrm>
            <a:off x="6822627" y="2556000"/>
            <a:ext cx="1944000" cy="3394800"/>
          </a:xfrm>
        </p:spPr>
        <p:txBody>
          <a:bodyPr/>
          <a:lstStyle>
            <a:lvl1pPr>
              <a:defRPr b="1">
                <a:solidFill>
                  <a:schemeClr val="accent1"/>
                </a:solidFill>
              </a:defRPr>
            </a:lvl1pPr>
            <a:lvl2pPr>
              <a:spcAft>
                <a:spcPts val="1000"/>
              </a:spcAft>
              <a:defRPr/>
            </a:lvl2pPr>
            <a:lvl3pPr marL="0" indent="0">
              <a:spcAft>
                <a:spcPts val="1000"/>
              </a:spcAft>
              <a:buNone/>
              <a:defRPr/>
            </a:lvl3pPr>
            <a:lvl4pPr marL="176400" indent="-176400">
              <a:spcAft>
                <a:spcPts val="1000"/>
              </a:spcAft>
              <a:buFont typeface="Arial" panose="020B0604020202020204" pitchFamily="34" charset="0"/>
              <a:buChar char="•"/>
              <a:defRPr/>
            </a:lvl4pPr>
            <a:lvl5pPr marL="356400" indent="-176400">
              <a:spcAft>
                <a:spcPts val="1000"/>
              </a:spcAft>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6" name="Text Placeholder 8"/>
          <p:cNvSpPr>
            <a:spLocks noGrp="1"/>
          </p:cNvSpPr>
          <p:nvPr>
            <p:ph type="body" sz="quarter" idx="19"/>
          </p:nvPr>
        </p:nvSpPr>
        <p:spPr>
          <a:xfrm>
            <a:off x="2526209" y="2556000"/>
            <a:ext cx="1944000" cy="3394800"/>
          </a:xfrm>
        </p:spPr>
        <p:txBody>
          <a:bodyPr/>
          <a:lstStyle>
            <a:lvl1pPr>
              <a:defRPr b="1">
                <a:solidFill>
                  <a:schemeClr val="accent1"/>
                </a:solidFill>
              </a:defRPr>
            </a:lvl1pPr>
            <a:lvl2pPr>
              <a:spcAft>
                <a:spcPts val="1000"/>
              </a:spcAft>
              <a:defRPr/>
            </a:lvl2pPr>
            <a:lvl3pPr marL="0" indent="0">
              <a:spcAft>
                <a:spcPts val="1000"/>
              </a:spcAft>
              <a:buNone/>
              <a:defRPr/>
            </a:lvl3pPr>
            <a:lvl4pPr marL="176400" indent="-176400">
              <a:spcAft>
                <a:spcPts val="1000"/>
              </a:spcAft>
              <a:buFont typeface="Arial" panose="020B0604020202020204" pitchFamily="34" charset="0"/>
              <a:buChar char="•"/>
              <a:defRPr/>
            </a:lvl4pPr>
            <a:lvl5pPr marL="356400" indent="-176400">
              <a:spcAft>
                <a:spcPts val="1000"/>
              </a:spcAft>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7" name="Text Placeholder 8"/>
          <p:cNvSpPr>
            <a:spLocks noGrp="1"/>
          </p:cNvSpPr>
          <p:nvPr>
            <p:ph type="body" sz="quarter" idx="20"/>
          </p:nvPr>
        </p:nvSpPr>
        <p:spPr>
          <a:xfrm>
            <a:off x="4674418" y="2556000"/>
            <a:ext cx="1944000" cy="3394800"/>
          </a:xfrm>
        </p:spPr>
        <p:txBody>
          <a:bodyPr/>
          <a:lstStyle>
            <a:lvl1pPr>
              <a:defRPr b="1">
                <a:solidFill>
                  <a:schemeClr val="accent1"/>
                </a:solidFill>
              </a:defRPr>
            </a:lvl1pPr>
            <a:lvl2pPr>
              <a:spcAft>
                <a:spcPts val="1000"/>
              </a:spcAft>
              <a:defRPr/>
            </a:lvl2pPr>
            <a:lvl3pPr marL="0" indent="0">
              <a:spcAft>
                <a:spcPts val="1000"/>
              </a:spcAft>
              <a:buNone/>
              <a:defRPr/>
            </a:lvl3pPr>
            <a:lvl4pPr marL="176400" indent="-176400">
              <a:spcAft>
                <a:spcPts val="1000"/>
              </a:spcAft>
              <a:buFont typeface="Arial" panose="020B0604020202020204" pitchFamily="34" charset="0"/>
              <a:buChar char="•"/>
              <a:defRPr/>
            </a:lvl4pPr>
            <a:lvl5pPr marL="356400" indent="-176400">
              <a:spcAft>
                <a:spcPts val="1000"/>
              </a:spcAft>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8" name="Text Placeholder 8"/>
          <p:cNvSpPr>
            <a:spLocks noGrp="1"/>
          </p:cNvSpPr>
          <p:nvPr>
            <p:ph type="body" sz="quarter" idx="13" hasCustomPrompt="1"/>
          </p:nvPr>
        </p:nvSpPr>
        <p:spPr>
          <a:xfrm>
            <a:off x="376237" y="651600"/>
            <a:ext cx="8391525"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Tree>
    <p:extLst>
      <p:ext uri="{BB962C8B-B14F-4D97-AF65-F5344CB8AC3E}">
        <p14:creationId xmlns:p14="http://schemas.microsoft.com/office/powerpoint/2010/main" val="2912430734"/>
      </p:ext>
    </p:extLst>
  </p:cSld>
  <p:clrMapOvr>
    <a:masterClrMapping/>
  </p:clrMapOvr>
  <p:transition>
    <p:fade/>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4 column icon green">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76237" y="317500"/>
            <a:ext cx="8391526" cy="370193"/>
          </a:xfrm>
        </p:spPr>
        <p:txBody>
          <a:bodyPr/>
          <a:lstStyle>
            <a:lvl1pPr>
              <a:defRPr>
                <a:solidFill>
                  <a:schemeClr val="bg1"/>
                </a:solidFill>
              </a:defRPr>
            </a:lvl1pPr>
          </a:lstStyle>
          <a:p>
            <a:r>
              <a:rPr lang="en-US" noProof="0"/>
              <a:t>Click to edit Master title style</a:t>
            </a:r>
            <a:endParaRPr lang="en-US" noProof="0" dirty="0"/>
          </a:p>
        </p:txBody>
      </p:sp>
      <p:sp>
        <p:nvSpPr>
          <p:cNvPr id="4" name="Text Placeholder 8"/>
          <p:cNvSpPr>
            <a:spLocks noGrp="1"/>
          </p:cNvSpPr>
          <p:nvPr>
            <p:ph type="body" sz="quarter" idx="17"/>
          </p:nvPr>
        </p:nvSpPr>
        <p:spPr>
          <a:xfrm>
            <a:off x="378000" y="2556000"/>
            <a:ext cx="1944000" cy="3394800"/>
          </a:xfrm>
        </p:spPr>
        <p:txBody>
          <a:bodyPr/>
          <a:lstStyle>
            <a:lvl1pPr>
              <a:defRPr b="1">
                <a:solidFill>
                  <a:schemeClr val="bg1"/>
                </a:solidFill>
              </a:defRPr>
            </a:lvl1pPr>
            <a:lvl2pPr>
              <a:spcAft>
                <a:spcPts val="1000"/>
              </a:spcAft>
              <a:defRPr>
                <a:solidFill>
                  <a:schemeClr val="bg1"/>
                </a:solidFill>
              </a:defRPr>
            </a:lvl2pPr>
            <a:lvl3pPr marL="0" indent="0">
              <a:spcAft>
                <a:spcPts val="1000"/>
              </a:spcAft>
              <a:buNone/>
              <a:defRPr>
                <a:solidFill>
                  <a:schemeClr val="bg1"/>
                </a:solidFill>
              </a:defRPr>
            </a:lvl3pPr>
            <a:lvl4pPr marL="176400" indent="-176400">
              <a:spcAft>
                <a:spcPts val="1000"/>
              </a:spcAft>
              <a:buFont typeface="Arial" panose="020B0604020202020204" pitchFamily="34" charset="0"/>
              <a:buChar char="•"/>
              <a:defRPr>
                <a:solidFill>
                  <a:schemeClr val="bg1"/>
                </a:solidFill>
              </a:defRPr>
            </a:lvl4pPr>
            <a:lvl5pPr marL="356400" indent="-176400">
              <a:spcAft>
                <a:spcPts val="1000"/>
              </a:spcAft>
              <a:defRPr baseline="0">
                <a:solidFill>
                  <a:schemeClr val="bg1"/>
                </a:solidFill>
              </a:defRPr>
            </a:lvl5pPr>
            <a:lvl6pPr marL="356400" indent="-176400">
              <a:spcAft>
                <a:spcPts val="1000"/>
              </a:spcAft>
              <a:buFont typeface="Verdana" panose="020B0604030504040204" pitchFamily="34" charset="0"/>
              <a:buChar char="−"/>
              <a:defRPr>
                <a:solidFill>
                  <a:schemeClr val="bg1"/>
                </a:solidFill>
              </a:defRPr>
            </a:lvl6pPr>
            <a:lvl7pPr marL="356400" indent="-176400">
              <a:spcAft>
                <a:spcPts val="1000"/>
              </a:spcAft>
              <a:defRPr>
                <a:solidFill>
                  <a:schemeClr val="bg1"/>
                </a:solidFill>
              </a:defRPr>
            </a:lvl7pPr>
            <a:lvl8pPr marL="356400" indent="-176400">
              <a:spcAft>
                <a:spcPts val="1000"/>
              </a:spcAft>
              <a:defRPr>
                <a:solidFill>
                  <a:schemeClr val="bg1"/>
                </a:solidFill>
              </a:defRPr>
            </a:lvl8pPr>
            <a:lvl9pPr marL="356400" indent="-176400">
              <a:spcAft>
                <a:spcPts val="1000"/>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5" name="Text Placeholder 8"/>
          <p:cNvSpPr>
            <a:spLocks noGrp="1"/>
          </p:cNvSpPr>
          <p:nvPr>
            <p:ph type="body" sz="quarter" idx="18"/>
          </p:nvPr>
        </p:nvSpPr>
        <p:spPr>
          <a:xfrm>
            <a:off x="6825564" y="2556000"/>
            <a:ext cx="1944000" cy="3394800"/>
          </a:xfrm>
        </p:spPr>
        <p:txBody>
          <a:bodyPr/>
          <a:lstStyle>
            <a:lvl1pPr>
              <a:defRPr b="1">
                <a:solidFill>
                  <a:schemeClr val="bg1"/>
                </a:solidFill>
              </a:defRPr>
            </a:lvl1pPr>
            <a:lvl2pPr>
              <a:spcAft>
                <a:spcPts val="1000"/>
              </a:spcAft>
              <a:defRPr>
                <a:solidFill>
                  <a:schemeClr val="bg1"/>
                </a:solidFill>
              </a:defRPr>
            </a:lvl2pPr>
            <a:lvl3pPr marL="0" indent="0">
              <a:spcAft>
                <a:spcPts val="1000"/>
              </a:spcAft>
              <a:buNone/>
              <a:defRPr>
                <a:solidFill>
                  <a:schemeClr val="bg1"/>
                </a:solidFill>
              </a:defRPr>
            </a:lvl3pPr>
            <a:lvl4pPr marL="176400" indent="-176400">
              <a:spcAft>
                <a:spcPts val="1000"/>
              </a:spcAft>
              <a:buFont typeface="Arial" panose="020B0604020202020204" pitchFamily="34" charset="0"/>
              <a:buChar char="•"/>
              <a:defRPr>
                <a:solidFill>
                  <a:schemeClr val="bg1"/>
                </a:solidFill>
              </a:defRPr>
            </a:lvl4pPr>
            <a:lvl5pPr marL="356400" indent="-176400">
              <a:spcAft>
                <a:spcPts val="1000"/>
              </a:spcAft>
              <a:defRPr baseline="0">
                <a:solidFill>
                  <a:schemeClr val="bg1"/>
                </a:solidFill>
              </a:defRPr>
            </a:lvl5pPr>
            <a:lvl6pPr marL="356400" indent="-176400">
              <a:spcAft>
                <a:spcPts val="1000"/>
              </a:spcAft>
              <a:buFont typeface="Verdana" panose="020B0604030504040204" pitchFamily="34" charset="0"/>
              <a:buChar char="−"/>
              <a:defRPr>
                <a:solidFill>
                  <a:schemeClr val="bg1"/>
                </a:solidFill>
              </a:defRPr>
            </a:lvl6pPr>
            <a:lvl7pPr marL="356400" indent="-176400">
              <a:spcAft>
                <a:spcPts val="1000"/>
              </a:spcAft>
              <a:defRPr>
                <a:solidFill>
                  <a:schemeClr val="bg1"/>
                </a:solidFill>
              </a:defRPr>
            </a:lvl7pPr>
            <a:lvl8pPr marL="356400" indent="-176400">
              <a:spcAft>
                <a:spcPts val="1000"/>
              </a:spcAft>
              <a:defRPr>
                <a:solidFill>
                  <a:schemeClr val="bg1"/>
                </a:solidFill>
              </a:defRPr>
            </a:lvl8pPr>
            <a:lvl9pPr marL="356400" indent="-176400">
              <a:spcAft>
                <a:spcPts val="1000"/>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6" name="Text Placeholder 8"/>
          <p:cNvSpPr>
            <a:spLocks noGrp="1"/>
          </p:cNvSpPr>
          <p:nvPr>
            <p:ph type="body" sz="quarter" idx="19"/>
          </p:nvPr>
        </p:nvSpPr>
        <p:spPr>
          <a:xfrm>
            <a:off x="2527188" y="2556000"/>
            <a:ext cx="1944000" cy="3394800"/>
          </a:xfrm>
        </p:spPr>
        <p:txBody>
          <a:bodyPr/>
          <a:lstStyle>
            <a:lvl1pPr>
              <a:defRPr b="1">
                <a:solidFill>
                  <a:schemeClr val="bg1"/>
                </a:solidFill>
              </a:defRPr>
            </a:lvl1pPr>
            <a:lvl2pPr>
              <a:spcAft>
                <a:spcPts val="1000"/>
              </a:spcAft>
              <a:defRPr>
                <a:solidFill>
                  <a:schemeClr val="bg1"/>
                </a:solidFill>
              </a:defRPr>
            </a:lvl2pPr>
            <a:lvl3pPr marL="0" indent="0">
              <a:spcAft>
                <a:spcPts val="1000"/>
              </a:spcAft>
              <a:buNone/>
              <a:defRPr>
                <a:solidFill>
                  <a:schemeClr val="bg1"/>
                </a:solidFill>
              </a:defRPr>
            </a:lvl3pPr>
            <a:lvl4pPr marL="176400" indent="-176400">
              <a:spcAft>
                <a:spcPts val="1000"/>
              </a:spcAft>
              <a:buFont typeface="Arial" panose="020B0604020202020204" pitchFamily="34" charset="0"/>
              <a:buChar char="•"/>
              <a:defRPr>
                <a:solidFill>
                  <a:schemeClr val="bg1"/>
                </a:solidFill>
              </a:defRPr>
            </a:lvl4pPr>
            <a:lvl5pPr marL="356400" indent="-176400">
              <a:spcAft>
                <a:spcPts val="1000"/>
              </a:spcAft>
              <a:defRPr baseline="0">
                <a:solidFill>
                  <a:schemeClr val="bg1"/>
                </a:solidFill>
              </a:defRPr>
            </a:lvl5pPr>
            <a:lvl6pPr marL="356400" indent="-176400">
              <a:spcAft>
                <a:spcPts val="1000"/>
              </a:spcAft>
              <a:buFont typeface="Verdana" panose="020B0604030504040204" pitchFamily="34" charset="0"/>
              <a:buChar char="−"/>
              <a:defRPr>
                <a:solidFill>
                  <a:schemeClr val="bg1"/>
                </a:solidFill>
              </a:defRPr>
            </a:lvl6pPr>
            <a:lvl7pPr marL="356400" indent="-176400">
              <a:spcAft>
                <a:spcPts val="1000"/>
              </a:spcAft>
              <a:defRPr>
                <a:solidFill>
                  <a:schemeClr val="bg1"/>
                </a:solidFill>
              </a:defRPr>
            </a:lvl7pPr>
            <a:lvl8pPr marL="356400" indent="-176400">
              <a:spcAft>
                <a:spcPts val="1000"/>
              </a:spcAft>
              <a:defRPr>
                <a:solidFill>
                  <a:schemeClr val="bg1"/>
                </a:solidFill>
              </a:defRPr>
            </a:lvl8pPr>
            <a:lvl9pPr marL="356400" indent="-176400">
              <a:spcAft>
                <a:spcPts val="1000"/>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7" name="Text Placeholder 8"/>
          <p:cNvSpPr>
            <a:spLocks noGrp="1"/>
          </p:cNvSpPr>
          <p:nvPr>
            <p:ph type="body" sz="quarter" idx="20"/>
          </p:nvPr>
        </p:nvSpPr>
        <p:spPr>
          <a:xfrm>
            <a:off x="4676376" y="2556000"/>
            <a:ext cx="1944000" cy="3394800"/>
          </a:xfrm>
        </p:spPr>
        <p:txBody>
          <a:bodyPr/>
          <a:lstStyle>
            <a:lvl1pPr>
              <a:defRPr b="1">
                <a:solidFill>
                  <a:schemeClr val="bg1"/>
                </a:solidFill>
              </a:defRPr>
            </a:lvl1pPr>
            <a:lvl2pPr>
              <a:spcAft>
                <a:spcPts val="1000"/>
              </a:spcAft>
              <a:defRPr>
                <a:solidFill>
                  <a:schemeClr val="bg1"/>
                </a:solidFill>
              </a:defRPr>
            </a:lvl2pPr>
            <a:lvl3pPr marL="0" indent="0">
              <a:spcAft>
                <a:spcPts val="1000"/>
              </a:spcAft>
              <a:buNone/>
              <a:defRPr>
                <a:solidFill>
                  <a:schemeClr val="bg1"/>
                </a:solidFill>
              </a:defRPr>
            </a:lvl3pPr>
            <a:lvl4pPr marL="176400" indent="-176400">
              <a:spcAft>
                <a:spcPts val="1000"/>
              </a:spcAft>
              <a:buFont typeface="Arial" panose="020B0604020202020204" pitchFamily="34" charset="0"/>
              <a:buChar char="•"/>
              <a:defRPr>
                <a:solidFill>
                  <a:schemeClr val="bg1"/>
                </a:solidFill>
              </a:defRPr>
            </a:lvl4pPr>
            <a:lvl5pPr marL="356400" indent="-176400">
              <a:spcAft>
                <a:spcPts val="1000"/>
              </a:spcAft>
              <a:defRPr baseline="0">
                <a:solidFill>
                  <a:schemeClr val="bg1"/>
                </a:solidFill>
              </a:defRPr>
            </a:lvl5pPr>
            <a:lvl6pPr marL="356400" indent="-176400">
              <a:spcAft>
                <a:spcPts val="1000"/>
              </a:spcAft>
              <a:buFont typeface="Verdana" panose="020B0604030504040204" pitchFamily="34" charset="0"/>
              <a:buChar char="−"/>
              <a:defRPr>
                <a:solidFill>
                  <a:schemeClr val="bg1"/>
                </a:solidFill>
              </a:defRPr>
            </a:lvl6pPr>
            <a:lvl7pPr marL="356400" indent="-176400">
              <a:spcAft>
                <a:spcPts val="1000"/>
              </a:spcAft>
              <a:defRPr>
                <a:solidFill>
                  <a:schemeClr val="bg1"/>
                </a:solidFill>
              </a:defRPr>
            </a:lvl7pPr>
            <a:lvl8pPr marL="356400" indent="-176400">
              <a:spcAft>
                <a:spcPts val="1000"/>
              </a:spcAft>
              <a:defRPr>
                <a:solidFill>
                  <a:schemeClr val="bg1"/>
                </a:solidFill>
              </a:defRPr>
            </a:lvl8pPr>
            <a:lvl9pPr marL="356400" indent="-176400">
              <a:spcAft>
                <a:spcPts val="1000"/>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8" name="Text Placeholder 8"/>
          <p:cNvSpPr>
            <a:spLocks noGrp="1"/>
          </p:cNvSpPr>
          <p:nvPr>
            <p:ph type="body" sz="quarter" idx="13" hasCustomPrompt="1"/>
          </p:nvPr>
        </p:nvSpPr>
        <p:spPr>
          <a:xfrm>
            <a:off x="376237" y="687694"/>
            <a:ext cx="8391526" cy="757255"/>
          </a:xfrm>
          <a:prstGeom prst="rect">
            <a:avLst/>
          </a:prstGeom>
        </p:spPr>
        <p:txBody>
          <a:bodyPr lIns="0" tIns="0" rIns="0" bIns="0">
            <a:noAutofit/>
          </a:bodyPr>
          <a:lstStyle>
            <a:lvl1pPr marL="0" indent="0">
              <a:buNone/>
              <a:defRPr sz="2000" b="0">
                <a:solidFill>
                  <a:schemeClr val="bg1"/>
                </a:solidFill>
              </a:defRPr>
            </a:lvl1pPr>
          </a:lstStyle>
          <a:p>
            <a:pPr lvl="0"/>
            <a:r>
              <a:rPr lang="en-US" noProof="0" dirty="0"/>
              <a:t>Click to add subtitle</a:t>
            </a:r>
          </a:p>
        </p:txBody>
      </p:sp>
      <p:sp>
        <p:nvSpPr>
          <p:cNvPr id="13" name="TextBox 12"/>
          <p:cNvSpPr txBox="1"/>
          <p:nvPr userDrawn="1"/>
        </p:nvSpPr>
        <p:spPr>
          <a:xfrm>
            <a:off x="4751388" y="6477000"/>
            <a:ext cx="367242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dirty="0">
                <a:solidFill>
                  <a:schemeClr val="bg1"/>
                </a:solidFill>
              </a:rPr>
              <a:t>Presentation title</a:t>
            </a:r>
            <a:br>
              <a:rPr lang="en-US" sz="650" noProof="0" dirty="0">
                <a:solidFill>
                  <a:schemeClr val="bg1"/>
                </a:solidFill>
              </a:rPr>
            </a:br>
            <a:r>
              <a:rPr lang="en-US" sz="650" noProof="0" dirty="0">
                <a:solidFill>
                  <a:schemeClr val="bg1"/>
                </a:solidFill>
              </a:rPr>
              <a:t>[To edit, click View &gt; Slide Master &gt; Slide Master]</a:t>
            </a:r>
          </a:p>
        </p:txBody>
      </p:sp>
      <p:sp>
        <p:nvSpPr>
          <p:cNvPr id="14" name="TextBox 13"/>
          <p:cNvSpPr txBox="1"/>
          <p:nvPr userDrawn="1"/>
        </p:nvSpPr>
        <p:spPr>
          <a:xfrm>
            <a:off x="376238" y="6477000"/>
            <a:ext cx="4016375" cy="201260"/>
          </a:xfrm>
          <a:prstGeom prst="rect">
            <a:avLst/>
          </a:prstGeom>
          <a:noFill/>
        </p:spPr>
        <p:txBody>
          <a:bodyPr wrap="square" lIns="0" tIns="0" rIns="0" bIns="0" rtlCol="0">
            <a:spAutoFit/>
          </a:bodyPr>
          <a:lstStyle/>
          <a:p>
            <a:pPr marL="0" indent="0">
              <a:spcBef>
                <a:spcPts val="600"/>
              </a:spcBef>
              <a:buSzPct val="100000"/>
              <a:buFont typeface="Arial"/>
              <a:buNone/>
            </a:pPr>
            <a:r>
              <a:rPr lang="en-US" sz="650" noProof="0" dirty="0">
                <a:solidFill>
                  <a:schemeClr val="bg1"/>
                </a:solidFill>
              </a:rPr>
              <a:t>Member firms and DTTL: Insert appropriate copyright</a:t>
            </a:r>
            <a:br>
              <a:rPr lang="en-US" sz="650" noProof="0" dirty="0">
                <a:solidFill>
                  <a:schemeClr val="bg1"/>
                </a:solidFill>
              </a:rPr>
            </a:br>
            <a:r>
              <a:rPr lang="en-US" sz="650" noProof="0" dirty="0">
                <a:solidFill>
                  <a:schemeClr val="bg1"/>
                </a:solidFill>
              </a:rPr>
              <a:t>[To edit, click View &gt; Slide Master &gt; Slide Master]</a:t>
            </a:r>
          </a:p>
        </p:txBody>
      </p:sp>
      <p:sp>
        <p:nvSpPr>
          <p:cNvPr id="15" name="TextBox 14"/>
          <p:cNvSpPr txBox="1"/>
          <p:nvPr userDrawn="1"/>
        </p:nvSpPr>
        <p:spPr>
          <a:xfrm>
            <a:off x="8536782" y="6477000"/>
            <a:ext cx="230981" cy="100027"/>
          </a:xfrm>
          <a:prstGeom prst="rect">
            <a:avLst/>
          </a:prstGeom>
          <a:noFill/>
        </p:spPr>
        <p:txBody>
          <a:bodyPr wrap="square" lIns="0" tIns="0" rIns="0" bIns="0" rtlCol="0">
            <a:spAutoFit/>
          </a:bodyPr>
          <a:lstStyle/>
          <a:p>
            <a:pPr marL="0" indent="0" algn="r">
              <a:spcBef>
                <a:spcPts val="600"/>
              </a:spcBef>
              <a:buSzPct val="100000"/>
              <a:buFont typeface="Arial"/>
              <a:buNone/>
            </a:pPr>
            <a:fld id="{C58DF478-B544-4ED8-9ED4-6A2648E2D233}" type="slidenum">
              <a:rPr lang="en-US" sz="650" noProof="0" smtClean="0">
                <a:solidFill>
                  <a:schemeClr val="bg1"/>
                </a:solidFill>
              </a:rPr>
              <a:pPr marL="0" indent="0" algn="r">
                <a:spcBef>
                  <a:spcPts val="600"/>
                </a:spcBef>
                <a:buSzPct val="100000"/>
                <a:buFont typeface="Arial"/>
                <a:buNone/>
              </a:pPr>
              <a:t>‹#›</a:t>
            </a:fld>
            <a:endParaRPr lang="en-US" sz="650" noProof="0" dirty="0">
              <a:solidFill>
                <a:schemeClr val="bg1"/>
              </a:solidFill>
            </a:endParaRPr>
          </a:p>
        </p:txBody>
      </p:sp>
    </p:spTree>
    <p:extLst>
      <p:ext uri="{BB962C8B-B14F-4D97-AF65-F5344CB8AC3E}">
        <p14:creationId xmlns:p14="http://schemas.microsoft.com/office/powerpoint/2010/main" val="4044370876"/>
      </p:ext>
    </p:extLst>
  </p:cSld>
  <p:clrMapOvr>
    <a:masterClrMapping/>
  </p:clrMapOvr>
  <p:transition>
    <p:fade/>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itle, subtitle, 1 column text with charts">
    <p:spTree>
      <p:nvGrpSpPr>
        <p:cNvPr id="1" name=""/>
        <p:cNvGrpSpPr/>
        <p:nvPr/>
      </p:nvGrpSpPr>
      <p:grpSpPr>
        <a:xfrm>
          <a:off x="0" y="0"/>
          <a:ext cx="0" cy="0"/>
          <a:chOff x="0" y="0"/>
          <a:chExt cx="0" cy="0"/>
        </a:xfrm>
      </p:grpSpPr>
      <p:sp>
        <p:nvSpPr>
          <p:cNvPr id="8" name="Text Placeholder 8"/>
          <p:cNvSpPr>
            <a:spLocks noGrp="1"/>
          </p:cNvSpPr>
          <p:nvPr>
            <p:ph type="body" sz="quarter" idx="13" hasCustomPrompt="1"/>
          </p:nvPr>
        </p:nvSpPr>
        <p:spPr>
          <a:xfrm>
            <a:off x="376237" y="651600"/>
            <a:ext cx="8391525"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9" name="Title Placeholder 1"/>
          <p:cNvSpPr>
            <a:spLocks noGrp="1"/>
          </p:cNvSpPr>
          <p:nvPr>
            <p:ph type="title" hasCustomPrompt="1"/>
          </p:nvPr>
        </p:nvSpPr>
        <p:spPr>
          <a:xfrm>
            <a:off x="376237" y="317499"/>
            <a:ext cx="8391525" cy="334101"/>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10" name="Text Placeholder 18"/>
          <p:cNvSpPr>
            <a:spLocks noGrp="1"/>
          </p:cNvSpPr>
          <p:nvPr>
            <p:ph idx="1"/>
          </p:nvPr>
        </p:nvSpPr>
        <p:spPr>
          <a:xfrm>
            <a:off x="376237" y="1665288"/>
            <a:ext cx="4195763" cy="4716463"/>
          </a:xfrm>
          <a:prstGeom prst="rect">
            <a:avLst/>
          </a:prstGeom>
        </p:spPr>
        <p:txBody>
          <a:bodyPr vert="horz" lIns="0" tIns="0" rIns="0" bIns="0" rtlCol="0">
            <a:noAutofit/>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4167089491"/>
      </p:ext>
    </p:extLst>
  </p:cSld>
  <p:clrMapOvr>
    <a:masterClrMapping/>
  </p:clrMapOvr>
  <p:transition>
    <p:fade/>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a:t>Click to edit Master title style</a:t>
            </a:r>
            <a:endParaRPr lang="en-US" noProof="0" dirty="0"/>
          </a:p>
        </p:txBody>
      </p:sp>
    </p:spTree>
    <p:extLst>
      <p:ext uri="{BB962C8B-B14F-4D97-AF65-F5344CB8AC3E}">
        <p14:creationId xmlns:p14="http://schemas.microsoft.com/office/powerpoint/2010/main" val="3242278702"/>
      </p:ext>
    </p:extLst>
  </p:cSld>
  <p:clrMapOvr>
    <a:masterClrMapping/>
  </p:clrMapOvr>
  <p:transition>
    <p:fade/>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7423936"/>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image" Target="../media/image1.emf"/><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oleObject" Target="../embeddings/oleObject1.bin"/><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tags" Target="../tags/tag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vmlDrawing" Target="../drawings/vmlDrawing1.v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45"/>
            </p:custDataLst>
            <p:extLst>
              <p:ext uri="{D42A27DB-BD31-4B8C-83A1-F6EECF244321}">
                <p14:modId xmlns:p14="http://schemas.microsoft.com/office/powerpoint/2010/main" val="16689181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2303" name="think-cell Slide" r:id="rId46" imgW="270" imgH="270" progId="TCLayout.ActiveDocument.1">
                  <p:embed/>
                </p:oleObj>
              </mc:Choice>
              <mc:Fallback>
                <p:oleObj name="think-cell Slide" r:id="rId46" imgW="270" imgH="270" progId="TCLayout.ActiveDocument.1">
                  <p:embed/>
                  <p:pic>
                    <p:nvPicPr>
                      <p:cNvPr id="0" name=""/>
                      <p:cNvPicPr/>
                      <p:nvPr/>
                    </p:nvPicPr>
                    <p:blipFill>
                      <a:blip r:embed="rId47"/>
                      <a:stretch>
                        <a:fillRect/>
                      </a:stretch>
                    </p:blipFill>
                    <p:spPr>
                      <a:xfrm>
                        <a:off x="1588" y="1588"/>
                        <a:ext cx="1587" cy="1587"/>
                      </a:xfrm>
                      <a:prstGeom prst="rect">
                        <a:avLst/>
                      </a:prstGeom>
                    </p:spPr>
                  </p:pic>
                </p:oleObj>
              </mc:Fallback>
            </mc:AlternateContent>
          </a:graphicData>
        </a:graphic>
      </p:graphicFrame>
      <p:sp>
        <p:nvSpPr>
          <p:cNvPr id="2" name="Title Placeholder 1"/>
          <p:cNvSpPr>
            <a:spLocks noGrp="1"/>
          </p:cNvSpPr>
          <p:nvPr>
            <p:ph type="title"/>
          </p:nvPr>
        </p:nvSpPr>
        <p:spPr bwMode="gray">
          <a:xfrm>
            <a:off x="376238" y="317501"/>
            <a:ext cx="8391525" cy="692150"/>
          </a:xfrm>
          <a:prstGeom prst="rect">
            <a:avLst/>
          </a:prstGeom>
        </p:spPr>
        <p:txBody>
          <a:bodyPr vert="horz" lIns="0" tIns="0" rIns="0" bIns="0" rtlCol="0" anchor="t" anchorCtr="0">
            <a:noAutofit/>
          </a:bodyPr>
          <a:lstStyle/>
          <a:p>
            <a:r>
              <a:rPr lang="en-US" noProof="0"/>
              <a:t>Click to edit Master title style</a:t>
            </a:r>
            <a:endParaRPr lang="en-US" noProof="0" dirty="0"/>
          </a:p>
        </p:txBody>
      </p:sp>
      <p:sp>
        <p:nvSpPr>
          <p:cNvPr id="15" name="TextBox 14"/>
          <p:cNvSpPr txBox="1"/>
          <p:nvPr userDrawn="1"/>
        </p:nvSpPr>
        <p:spPr>
          <a:xfrm>
            <a:off x="4751388" y="6476999"/>
            <a:ext cx="3672420" cy="200055"/>
          </a:xfrm>
          <a:prstGeom prst="rect">
            <a:avLst/>
          </a:prstGeom>
          <a:noFill/>
        </p:spPr>
        <p:txBody>
          <a:bodyPr wrap="square" lIns="0" tIns="0" rIns="0" bIns="0" rtlCol="0">
            <a:noAutofit/>
          </a:bodyPr>
          <a:lstStyle/>
          <a:p>
            <a:pPr marL="0" indent="0" algn="r">
              <a:spcBef>
                <a:spcPts val="0"/>
              </a:spcBef>
              <a:buSzPct val="100000"/>
              <a:buFont typeface="Arial"/>
              <a:buNone/>
            </a:pPr>
            <a:r>
              <a:rPr lang="en-US" sz="650" noProof="0" dirty="0">
                <a:solidFill>
                  <a:schemeClr val="tx1"/>
                </a:solidFill>
              </a:rPr>
              <a:t>SAP Cloud Platform Integration – PI</a:t>
            </a:r>
          </a:p>
        </p:txBody>
      </p:sp>
      <p:sp>
        <p:nvSpPr>
          <p:cNvPr id="18" name="TextBox 17"/>
          <p:cNvSpPr txBox="1"/>
          <p:nvPr userDrawn="1"/>
        </p:nvSpPr>
        <p:spPr>
          <a:xfrm>
            <a:off x="376237" y="6477000"/>
            <a:ext cx="4016376" cy="201260"/>
          </a:xfrm>
          <a:prstGeom prst="rect">
            <a:avLst/>
          </a:prstGeom>
          <a:noFill/>
        </p:spPr>
        <p:txBody>
          <a:bodyPr wrap="square" lIns="0" tIns="0" rIns="0" bIns="0" rtlCol="0">
            <a:noAutofit/>
          </a:bodyPr>
          <a:lstStyle/>
          <a:p>
            <a:pPr marL="0" indent="0">
              <a:spcBef>
                <a:spcPts val="600"/>
              </a:spcBef>
              <a:buSzPct val="100000"/>
              <a:buFont typeface="Arial"/>
              <a:buNone/>
            </a:pPr>
            <a:r>
              <a:rPr lang="en-US" sz="650" noProof="0" dirty="0">
                <a:solidFill>
                  <a:schemeClr val="tx1"/>
                </a:solidFill>
              </a:rPr>
              <a:t>Copyright © 2019 Deloitte Development LLC. All rights reserved.</a:t>
            </a:r>
          </a:p>
        </p:txBody>
      </p:sp>
      <p:sp>
        <p:nvSpPr>
          <p:cNvPr id="19" name="Text Placeholder 18"/>
          <p:cNvSpPr>
            <a:spLocks noGrp="1"/>
          </p:cNvSpPr>
          <p:nvPr>
            <p:ph type="body" idx="1"/>
          </p:nvPr>
        </p:nvSpPr>
        <p:spPr>
          <a:xfrm>
            <a:off x="376237" y="1665289"/>
            <a:ext cx="8391525" cy="4716462"/>
          </a:xfrm>
          <a:prstGeom prst="rect">
            <a:avLst/>
          </a:prstGeom>
        </p:spPr>
        <p:txBody>
          <a:bodyPr vert="horz" lIns="0" tIns="0" rIns="0" bIns="0" rtlCol="0">
            <a:noAutofit/>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3" name="TextBox 2"/>
          <p:cNvSpPr txBox="1"/>
          <p:nvPr userDrawn="1"/>
        </p:nvSpPr>
        <p:spPr>
          <a:xfrm>
            <a:off x="8536782" y="6477000"/>
            <a:ext cx="230981" cy="100027"/>
          </a:xfrm>
          <a:prstGeom prst="rect">
            <a:avLst/>
          </a:prstGeom>
          <a:noFill/>
        </p:spPr>
        <p:txBody>
          <a:bodyPr wrap="square" lIns="0" tIns="0" rIns="0" bIns="0" rtlCol="0">
            <a:noAutofit/>
          </a:bodyPr>
          <a:lstStyle/>
          <a:p>
            <a:pPr marL="0" indent="0" algn="r">
              <a:spcBef>
                <a:spcPts val="600"/>
              </a:spcBef>
              <a:buSzPct val="100000"/>
              <a:buFont typeface="Arial"/>
              <a:buNone/>
            </a:pPr>
            <a:fld id="{C58DF478-B544-4ED8-9ED4-6A2648E2D233}" type="slidenum">
              <a:rPr lang="en-US" sz="650" noProof="0" smtClean="0">
                <a:solidFill>
                  <a:schemeClr val="tx1"/>
                </a:solidFill>
              </a:rPr>
              <a:pPr marL="0" indent="0" algn="r">
                <a:spcBef>
                  <a:spcPts val="600"/>
                </a:spcBef>
                <a:buSzPct val="100000"/>
                <a:buFont typeface="Arial"/>
                <a:buNone/>
              </a:pPr>
              <a:t>‹#›</a:t>
            </a:fld>
            <a:endParaRPr lang="en-US" sz="650" noProof="0" dirty="0">
              <a:solidFill>
                <a:schemeClr val="tx1"/>
              </a:solidFill>
            </a:endParaRPr>
          </a:p>
        </p:txBody>
      </p:sp>
    </p:spTree>
  </p:cSld>
  <p:clrMap bg1="lt1" tx1="dk1" bg2="lt2" tx2="dk2" accent1="accent1" accent2="accent2" accent3="accent3" accent4="accent4" accent5="accent5" accent6="accent6" hlink="hlink" folHlink="folHlink"/>
  <p:sldLayoutIdLst>
    <p:sldLayoutId id="2147483701" r:id="rId1"/>
    <p:sldLayoutId id="2147483702" r:id="rId2"/>
    <p:sldLayoutId id="2147483756" r:id="rId3"/>
    <p:sldLayoutId id="2147483755" r:id="rId4"/>
    <p:sldLayoutId id="2147483703" r:id="rId5"/>
    <p:sldLayoutId id="2147483704" r:id="rId6"/>
    <p:sldLayoutId id="2147483705" r:id="rId7"/>
    <p:sldLayoutId id="2147483706" r:id="rId8"/>
    <p:sldLayoutId id="2147483757" r:id="rId9"/>
    <p:sldLayoutId id="2147483758" r:id="rId10"/>
    <p:sldLayoutId id="2147483707" r:id="rId11"/>
    <p:sldLayoutId id="2147483713" r:id="rId12"/>
    <p:sldLayoutId id="2147483708" r:id="rId13"/>
    <p:sldLayoutId id="2147483710" r:id="rId14"/>
    <p:sldLayoutId id="2147483754" r:id="rId15"/>
    <p:sldLayoutId id="2147483711" r:id="rId16"/>
    <p:sldLayoutId id="2147483753" r:id="rId17"/>
    <p:sldLayoutId id="2147483679" r:id="rId18"/>
    <p:sldLayoutId id="2147483712" r:id="rId19"/>
    <p:sldLayoutId id="2147483678" r:id="rId20"/>
    <p:sldLayoutId id="2147483681" r:id="rId21"/>
    <p:sldLayoutId id="2147483735" r:id="rId22"/>
    <p:sldLayoutId id="2147483699" r:id="rId23"/>
    <p:sldLayoutId id="2147483714" r:id="rId24"/>
    <p:sldLayoutId id="2147483697" r:id="rId25"/>
    <p:sldLayoutId id="2147483715" r:id="rId26"/>
    <p:sldLayoutId id="2147483716" r:id="rId27"/>
    <p:sldLayoutId id="2147483717" r:id="rId28"/>
    <p:sldLayoutId id="2147483718" r:id="rId29"/>
    <p:sldLayoutId id="2147483728" r:id="rId30"/>
    <p:sldLayoutId id="2147483720" r:id="rId31"/>
    <p:sldLayoutId id="2147483721" r:id="rId32"/>
    <p:sldLayoutId id="2147483722" r:id="rId33"/>
    <p:sldLayoutId id="2147483695" r:id="rId34"/>
    <p:sldLayoutId id="2147483751" r:id="rId35"/>
    <p:sldLayoutId id="2147483724" r:id="rId36"/>
    <p:sldLayoutId id="2147483725" r:id="rId37"/>
    <p:sldLayoutId id="2147483726" r:id="rId38"/>
    <p:sldLayoutId id="2147483727" r:id="rId39"/>
    <p:sldLayoutId id="2147483698" r:id="rId40"/>
    <p:sldLayoutId id="2147483752" r:id="rId41"/>
    <p:sldLayoutId id="2147483696" r:id="rId42"/>
  </p:sldLayoutIdLst>
  <p:transition>
    <p:fade/>
  </p:transition>
  <p:hf hdr="0" dt="0"/>
  <p:txStyles>
    <p:titleStyle>
      <a:lvl1pPr algn="l" defTabSz="914400" rtl="0" eaLnBrk="1" latinLnBrk="0" hangingPunct="1">
        <a:spcBef>
          <a:spcPct val="0"/>
        </a:spcBef>
        <a:buNone/>
        <a:defRPr sz="2000" kern="1200">
          <a:solidFill>
            <a:schemeClr val="tx1"/>
          </a:solidFill>
          <a:latin typeface="+mj-lt"/>
          <a:ea typeface="+mj-ea"/>
          <a:cs typeface="+mj-cs"/>
        </a:defRPr>
      </a:lvl1pPr>
    </p:titleStyle>
    <p:bodyStyle>
      <a:lvl1pPr marL="0" indent="0" algn="l" defTabSz="914400" rtl="0" eaLnBrk="1" latinLnBrk="0" hangingPunct="1">
        <a:spcBef>
          <a:spcPts val="0"/>
        </a:spcBef>
        <a:spcAft>
          <a:spcPts val="1000"/>
        </a:spcAft>
        <a:buSzPct val="100000"/>
        <a:buFont typeface="Arial" panose="020B0604020202020204" pitchFamily="34" charset="0"/>
        <a:buNone/>
        <a:defRPr sz="1200" b="0" kern="1200">
          <a:solidFill>
            <a:schemeClr val="tx1"/>
          </a:solidFill>
          <a:latin typeface="+mn-lt"/>
          <a:ea typeface="+mn-ea"/>
          <a:cs typeface="+mn-cs"/>
        </a:defRPr>
      </a:lvl1pPr>
      <a:lvl2pPr marL="0" indent="0" algn="l" defTabSz="914400" rtl="0" eaLnBrk="1" latinLnBrk="0" hangingPunct="1">
        <a:spcBef>
          <a:spcPts val="0"/>
        </a:spcBef>
        <a:spcAft>
          <a:spcPts val="1000"/>
        </a:spcAft>
        <a:buClrTx/>
        <a:buSzPct val="100000"/>
        <a:buFont typeface="Arial"/>
        <a:buNone/>
        <a:defRPr lang="en-US" sz="1200" b="1" kern="1200" dirty="0" smtClean="0">
          <a:solidFill>
            <a:schemeClr val="tx1"/>
          </a:solidFill>
          <a:latin typeface="+mn-lt"/>
          <a:ea typeface="+mn-ea"/>
          <a:cs typeface="+mn-cs"/>
        </a:defRPr>
      </a:lvl2pPr>
      <a:lvl3pPr marL="176400" indent="-176400" algn="l" defTabSz="914400" rtl="0" eaLnBrk="1" latinLnBrk="0" hangingPunct="1">
        <a:spcBef>
          <a:spcPts val="0"/>
        </a:spcBef>
        <a:spcAft>
          <a:spcPts val="1000"/>
        </a:spcAft>
        <a:buClrTx/>
        <a:buSzPct val="100000"/>
        <a:buFont typeface="Arial" panose="020B0604020202020204" pitchFamily="34" charset="0"/>
        <a:buChar char="•"/>
        <a:defRPr lang="en-US" sz="1200" kern="1200" dirty="0" smtClean="0">
          <a:solidFill>
            <a:schemeClr val="tx1"/>
          </a:solidFill>
          <a:latin typeface="+mn-lt"/>
          <a:ea typeface="+mn-ea"/>
          <a:cs typeface="+mn-cs"/>
        </a:defRPr>
      </a:lvl3pPr>
      <a:lvl4pPr marL="356400" indent="-176400" algn="l" defTabSz="914400" rtl="0" eaLnBrk="1" latinLnBrk="0" hangingPunct="1">
        <a:spcBef>
          <a:spcPts val="0"/>
        </a:spcBef>
        <a:spcAft>
          <a:spcPts val="1000"/>
        </a:spcAft>
        <a:buClrTx/>
        <a:buSzPct val="100000"/>
        <a:buFont typeface="Verdana" panose="020B0604030504040204" pitchFamily="34" charset="0"/>
        <a:buChar char="−"/>
        <a:defRPr lang="en-US" sz="1200" kern="1200" baseline="0" dirty="0" smtClean="0">
          <a:solidFill>
            <a:schemeClr val="tx1"/>
          </a:solidFill>
          <a:latin typeface="+mn-lt"/>
          <a:ea typeface="+mn-ea"/>
          <a:cs typeface="+mn-cs"/>
        </a:defRPr>
      </a:lvl4pPr>
      <a:lvl5pPr marL="532800" indent="-176400" algn="l" defTabSz="798513" rtl="0" eaLnBrk="1" latinLnBrk="0" hangingPunct="1">
        <a:spcBef>
          <a:spcPts val="0"/>
        </a:spcBef>
        <a:spcAft>
          <a:spcPts val="1000"/>
        </a:spcAft>
        <a:buClrTx/>
        <a:buSzPct val="100000"/>
        <a:buFont typeface="Verdana" panose="020B0604030504040204" pitchFamily="34" charset="0"/>
        <a:buChar char="−"/>
        <a:tabLst/>
        <a:defRPr lang="en-US" sz="1200" kern="1200" baseline="0" dirty="0" smtClean="0">
          <a:solidFill>
            <a:schemeClr val="tx1"/>
          </a:solidFill>
          <a:latin typeface="+mn-lt"/>
          <a:ea typeface="+mn-ea"/>
          <a:cs typeface="+mn-cs"/>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pos="3834" userDrawn="1">
          <p15:clr>
            <a:srgbClr val="F26B43"/>
          </p15:clr>
        </p15:guide>
        <p15:guide id="2" orient="horz" pos="2160" userDrawn="1">
          <p15:clr>
            <a:srgbClr val="F26B43"/>
          </p15:clr>
        </p15:guide>
        <p15:guide id="3" orient="horz" pos="4020" userDrawn="1">
          <p15:clr>
            <a:srgbClr val="F26B43"/>
          </p15:clr>
        </p15:guide>
        <p15:guide id="4" pos="237" userDrawn="1">
          <p15:clr>
            <a:srgbClr val="F26B43"/>
          </p15:clr>
        </p15:guide>
        <p15:guide id="5" pos="5523" userDrawn="1">
          <p15:clr>
            <a:srgbClr val="F26B43"/>
          </p15:clr>
        </p15:guide>
        <p15:guide id="6" orient="horz" pos="874" userDrawn="1">
          <p15:clr>
            <a:srgbClr val="F26B43"/>
          </p15:clr>
        </p15:guide>
        <p15:guide id="7" orient="horz" pos="200" userDrawn="1">
          <p15:clr>
            <a:srgbClr val="F26B43"/>
          </p15:clr>
        </p15:guide>
        <p15:guide id="8" orient="horz" pos="4080" userDrawn="1">
          <p15:clr>
            <a:srgbClr val="F26B43"/>
          </p15:clr>
        </p15:guide>
        <p15:guide id="10" pos="3721" userDrawn="1">
          <p15:clr>
            <a:srgbClr val="F26B43"/>
          </p15:clr>
        </p15:guide>
        <p15:guide id="11" orient="horz" pos="236" userDrawn="1">
          <p15:clr>
            <a:srgbClr val="F26B43"/>
          </p15:clr>
        </p15:guide>
        <p15:guide id="12" pos="1022" userDrawn="1">
          <p15:clr>
            <a:srgbClr val="F26B43"/>
          </p15:clr>
        </p15:guide>
        <p15:guide id="13" pos="1137" userDrawn="1">
          <p15:clr>
            <a:srgbClr val="F26B43"/>
          </p15:clr>
        </p15:guide>
        <p15:guide id="14" pos="1920" userDrawn="1">
          <p15:clr>
            <a:srgbClr val="F26B43"/>
          </p15:clr>
        </p15:guide>
        <p15:guide id="15" pos="2033" userDrawn="1">
          <p15:clr>
            <a:srgbClr val="F26B43"/>
          </p15:clr>
        </p15:guide>
        <p15:guide id="16" pos="4620" userDrawn="1">
          <p15:clr>
            <a:srgbClr val="F26B43"/>
          </p15:clr>
        </p15:guide>
        <p15:guide id="17" pos="2823" userDrawn="1">
          <p15:clr>
            <a:srgbClr val="F26B43"/>
          </p15:clr>
        </p15:guide>
        <p15:guide id="18" pos="2937" userDrawn="1">
          <p15:clr>
            <a:srgbClr val="F26B43"/>
          </p15:clr>
        </p15:guide>
        <p15:guide id="19" pos="2880" userDrawn="1">
          <p15:clr>
            <a:srgbClr val="F26B43"/>
          </p15:clr>
        </p15:guide>
        <p15:guide id="20" pos="4734" userDrawn="1">
          <p15:clr>
            <a:srgbClr val="F26B43"/>
          </p15:clr>
        </p15:guide>
        <p15:guide id="21" orient="horz" pos="851" userDrawn="1">
          <p15:clr>
            <a:srgbClr val="F26B43"/>
          </p15:clr>
        </p15:guide>
        <p15:guide id="22" orient="horz" pos="64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7" Type="http://schemas.openxmlformats.org/officeDocument/2006/relationships/image" Target="../media/image5.wmf"/><Relationship Id="rId2" Type="http://schemas.openxmlformats.org/officeDocument/2006/relationships/slideLayout" Target="../slideLayouts/slideLayout41.xml"/><Relationship Id="rId1" Type="http://schemas.openxmlformats.org/officeDocument/2006/relationships/vmlDrawing" Target="../drawings/vmlDrawing2.vml"/><Relationship Id="rId6" Type="http://schemas.openxmlformats.org/officeDocument/2006/relationships/oleObject" Target="../embeddings/oleObject3.bin"/><Relationship Id="rId5" Type="http://schemas.openxmlformats.org/officeDocument/2006/relationships/image" Target="../media/image4.emf"/><Relationship Id="rId4" Type="http://schemas.openxmlformats.org/officeDocument/2006/relationships/oleObject" Target="../embeddings/oleObject2.bin"/></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41.xml"/><Relationship Id="rId1" Type="http://schemas.openxmlformats.org/officeDocument/2006/relationships/themeOverride" Target="../theme/themeOverride1.xm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41.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41.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41.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41.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41.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41.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41.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41.xml"/></Relationships>
</file>

<file path=ppt/slides/_rels/slide12.xml.rels><?xml version="1.0" encoding="UTF-8" standalone="yes"?>
<Relationships xmlns="http://schemas.openxmlformats.org/package/2006/relationships"><Relationship Id="rId3" Type="http://schemas.openxmlformats.org/officeDocument/2006/relationships/hyperlink" Target="http://www.dneonline.com/calculator.asmx" TargetMode="External"/><Relationship Id="rId2" Type="http://schemas.openxmlformats.org/officeDocument/2006/relationships/notesSlide" Target="../notesSlides/notesSlide12.xml"/><Relationship Id="rId1" Type="http://schemas.openxmlformats.org/officeDocument/2006/relationships/slideLayout" Target="../slideLayouts/slideLayout41.xml"/><Relationship Id="rId4" Type="http://schemas.openxmlformats.org/officeDocument/2006/relationships/image" Target="../media/image15.png"/></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3.xml"/><Relationship Id="rId1" Type="http://schemas.openxmlformats.org/officeDocument/2006/relationships/slideLayout" Target="../slideLayouts/slideLayout41.xml"/></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4.xml"/><Relationship Id="rId1" Type="http://schemas.openxmlformats.org/officeDocument/2006/relationships/slideLayout" Target="../slideLayouts/slideLayout41.xml"/></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5.xml"/><Relationship Id="rId1" Type="http://schemas.openxmlformats.org/officeDocument/2006/relationships/slideLayout" Target="../slideLayouts/slideLayout34.xml"/></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6.xml"/><Relationship Id="rId1" Type="http://schemas.openxmlformats.org/officeDocument/2006/relationships/slideLayout" Target="../slideLayouts/slideLayout34.xml"/></Relationships>
</file>

<file path=ppt/slides/_rels/slide1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7.xml"/><Relationship Id="rId1" Type="http://schemas.openxmlformats.org/officeDocument/2006/relationships/slideLayout" Target="../slideLayouts/slideLayout34.xml"/></Relationships>
</file>

<file path=ppt/slides/_rels/slide18.xml.rels><?xml version="1.0" encoding="UTF-8" standalone="yes"?>
<Relationships xmlns="http://schemas.openxmlformats.org/package/2006/relationships"><Relationship Id="rId3" Type="http://schemas.openxmlformats.org/officeDocument/2006/relationships/hyperlink" Target="http://www.deloitte.com/about" TargetMode="External"/><Relationship Id="rId2" Type="http://schemas.openxmlformats.org/officeDocument/2006/relationships/notesSlide" Target="../notesSlides/notesSlide18.xml"/><Relationship Id="rId1" Type="http://schemas.openxmlformats.org/officeDocument/2006/relationships/slideLayout" Target="../slideLayouts/slideLayout4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CCE34412-3997-433D-A298-9D83B66AA1AD}"/>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2179320" y="783101"/>
            <a:ext cx="4785360" cy="4785360"/>
          </a:xfrm>
          <a:prstGeom prst="rect">
            <a:avLst/>
          </a:prstGeom>
        </p:spPr>
      </p:pic>
      <p:sp>
        <p:nvSpPr>
          <p:cNvPr id="4" name="Subtitle 3"/>
          <p:cNvSpPr>
            <a:spLocks noGrp="1"/>
          </p:cNvSpPr>
          <p:nvPr>
            <p:ph type="subTitle" idx="1"/>
          </p:nvPr>
        </p:nvSpPr>
        <p:spPr>
          <a:xfrm>
            <a:off x="376238" y="5864229"/>
            <a:ext cx="4763159" cy="505645"/>
          </a:xfrm>
        </p:spPr>
        <p:txBody>
          <a:bodyPr/>
          <a:lstStyle/>
          <a:p>
            <a:pPr lvl="0"/>
            <a:r>
              <a:rPr lang="en-US" dirty="0">
                <a:solidFill>
                  <a:prstClr val="black"/>
                </a:solidFill>
              </a:rPr>
              <a:t>SAP Cloud Platform Integration Training </a:t>
            </a:r>
          </a:p>
          <a:p>
            <a:r>
              <a:rPr lang="en-US" dirty="0"/>
              <a:t>Day 1: SOAP To SOAP Scenario </a:t>
            </a:r>
          </a:p>
        </p:txBody>
      </p:sp>
      <p:sp>
        <p:nvSpPr>
          <p:cNvPr id="5" name="Text Placeholder 4"/>
          <p:cNvSpPr>
            <a:spLocks noGrp="1"/>
          </p:cNvSpPr>
          <p:nvPr>
            <p:ph type="body" sz="quarter" idx="10"/>
          </p:nvPr>
        </p:nvSpPr>
        <p:spPr/>
        <p:txBody>
          <a:bodyPr/>
          <a:lstStyle/>
          <a:p>
            <a:r>
              <a:rPr lang="en-US" noProof="0" dirty="0"/>
              <a:t>September 2019</a:t>
            </a:r>
          </a:p>
        </p:txBody>
      </p:sp>
    </p:spTree>
    <p:extLst>
      <p:ext uri="{BB962C8B-B14F-4D97-AF65-F5344CB8AC3E}">
        <p14:creationId xmlns:p14="http://schemas.microsoft.com/office/powerpoint/2010/main" val="861957290"/>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a:t>Business Scenario</a:t>
            </a:r>
          </a:p>
        </p:txBody>
      </p:sp>
      <p:grpSp>
        <p:nvGrpSpPr>
          <p:cNvPr id="44" name="Group 43">
            <a:extLst>
              <a:ext uri="{FF2B5EF4-FFF2-40B4-BE49-F238E27FC236}">
                <a16:creationId xmlns:a16="http://schemas.microsoft.com/office/drawing/2014/main" id="{364BCDC8-AE71-4AEC-844B-CF09E0497788}"/>
              </a:ext>
            </a:extLst>
          </p:cNvPr>
          <p:cNvGrpSpPr/>
          <p:nvPr/>
        </p:nvGrpSpPr>
        <p:grpSpPr>
          <a:xfrm>
            <a:off x="376236" y="1387475"/>
            <a:ext cx="8391525" cy="4994275"/>
            <a:chOff x="376237" y="1387475"/>
            <a:chExt cx="4105276" cy="4994275"/>
          </a:xfrm>
          <a:solidFill>
            <a:schemeClr val="tx1">
              <a:lumMod val="85000"/>
              <a:lumOff val="15000"/>
            </a:schemeClr>
          </a:solidFill>
        </p:grpSpPr>
        <p:sp>
          <p:nvSpPr>
            <p:cNvPr id="45" name="Rectangle: Top Corners Rounded 44">
              <a:extLst>
                <a:ext uri="{FF2B5EF4-FFF2-40B4-BE49-F238E27FC236}">
                  <a16:creationId xmlns:a16="http://schemas.microsoft.com/office/drawing/2014/main" id="{8D8A859D-BDFE-4EA6-82BB-830F1A83C079}"/>
                </a:ext>
              </a:extLst>
            </p:cNvPr>
            <p:cNvSpPr/>
            <p:nvPr/>
          </p:nvSpPr>
          <p:spPr bwMode="gray">
            <a:xfrm>
              <a:off x="376237" y="1387475"/>
              <a:ext cx="4105276" cy="89633"/>
            </a:xfrm>
            <a:prstGeom prst="round2SameRect">
              <a:avLst>
                <a:gd name="adj1" fmla="val 50000"/>
                <a:gd name="adj2" fmla="val 0"/>
              </a:avLst>
            </a:prstGeom>
            <a:grp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46" name="Rectangle: Top Corners Rounded 45">
              <a:extLst>
                <a:ext uri="{FF2B5EF4-FFF2-40B4-BE49-F238E27FC236}">
                  <a16:creationId xmlns:a16="http://schemas.microsoft.com/office/drawing/2014/main" id="{E097257A-EE20-4EA0-82AF-6B10D440FC2D}"/>
                </a:ext>
              </a:extLst>
            </p:cNvPr>
            <p:cNvSpPr/>
            <p:nvPr/>
          </p:nvSpPr>
          <p:spPr bwMode="gray">
            <a:xfrm rot="10800000">
              <a:off x="376237" y="6292117"/>
              <a:ext cx="4105276" cy="89633"/>
            </a:xfrm>
            <a:prstGeom prst="round2SameRect">
              <a:avLst>
                <a:gd name="adj1" fmla="val 50000"/>
                <a:gd name="adj2" fmla="val 0"/>
              </a:avLst>
            </a:prstGeom>
            <a:grp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grpSp>
      <p:sp>
        <p:nvSpPr>
          <p:cNvPr id="47" name="Rectangle 46">
            <a:extLst>
              <a:ext uri="{FF2B5EF4-FFF2-40B4-BE49-F238E27FC236}">
                <a16:creationId xmlns:a16="http://schemas.microsoft.com/office/drawing/2014/main" id="{5CE29588-2B9E-4677-8E12-774CAB8399BC}"/>
              </a:ext>
            </a:extLst>
          </p:cNvPr>
          <p:cNvSpPr/>
          <p:nvPr/>
        </p:nvSpPr>
        <p:spPr bwMode="gray">
          <a:xfrm>
            <a:off x="464233" y="1518481"/>
            <a:ext cx="8224911" cy="4732264"/>
          </a:xfrm>
          <a:prstGeom prst="rect">
            <a:avLst/>
          </a:prstGeom>
          <a:solidFill>
            <a:schemeClr val="bg1">
              <a:lumMod val="95000"/>
            </a:schemeClr>
          </a:solidFill>
          <a:ln w="6350" algn="ctr">
            <a:solidFill>
              <a:schemeClr val="tx1">
                <a:lumMod val="95000"/>
                <a:lumOff val="5000"/>
              </a:schemeClr>
            </a:solidFill>
            <a:miter lim="800000"/>
            <a:headEnd/>
            <a:tailEnd/>
          </a:ln>
        </p:spPr>
        <p:txBody>
          <a:bodyPr wrap="square" lIns="88900" tIns="45720" rIns="88900" bIns="88900" rtlCol="0" anchor="t"/>
          <a:lstStyle/>
          <a:p>
            <a:pPr>
              <a:spcBef>
                <a:spcPts val="600"/>
              </a:spcBef>
            </a:pPr>
            <a:r>
              <a:rPr lang="en-US" sz="1100" dirty="0"/>
              <a:t>To obtain Calculator service in real time. Consume a synchronous webservice using SAP CPI(Cloud Platform Integration) and return the conversion rate (response from webservice) back to the sender system.</a:t>
            </a:r>
          </a:p>
        </p:txBody>
      </p:sp>
      <p:graphicFrame>
        <p:nvGraphicFramePr>
          <p:cNvPr id="8" name="Object 7">
            <a:extLst>
              <a:ext uri="{FF2B5EF4-FFF2-40B4-BE49-F238E27FC236}">
                <a16:creationId xmlns:a16="http://schemas.microsoft.com/office/drawing/2014/main" id="{3B9D6E31-DCFD-43F4-A100-8DF8B7523646}"/>
              </a:ext>
            </a:extLst>
          </p:cNvPr>
          <p:cNvGraphicFramePr>
            <a:graphicFrameLocks noChangeAspect="1"/>
          </p:cNvGraphicFramePr>
          <p:nvPr>
            <p:extLst>
              <p:ext uri="{D42A27DB-BD31-4B8C-83A1-F6EECF244321}">
                <p14:modId xmlns:p14="http://schemas.microsoft.com/office/powerpoint/2010/main" val="385592204"/>
              </p:ext>
            </p:extLst>
          </p:nvPr>
        </p:nvGraphicFramePr>
        <p:xfrm>
          <a:off x="569343" y="1890264"/>
          <a:ext cx="8614287" cy="3047496"/>
        </p:xfrm>
        <a:graphic>
          <a:graphicData uri="http://schemas.openxmlformats.org/presentationml/2006/ole">
            <mc:AlternateContent xmlns:mc="http://schemas.openxmlformats.org/markup-compatibility/2006">
              <mc:Choice xmlns:v="urn:schemas-microsoft-com:vml" Requires="v">
                <p:oleObj spid="_x0000_s3114" name="Visio" r:id="rId4" imgW="5962469" imgH="2698727" progId="Visio.Drawing.11">
                  <p:embed/>
                </p:oleObj>
              </mc:Choice>
              <mc:Fallback>
                <p:oleObj name="Visio" r:id="rId4" imgW="5962469" imgH="2698727" progId="Visio.Drawing.11">
                  <p:embed/>
                  <p:pic>
                    <p:nvPicPr>
                      <p:cNvPr id="4" name="Object 3"/>
                      <p:cNvPicPr>
                        <a:picLocks noChangeAspect="1" noChangeArrowheads="1"/>
                      </p:cNvPicPr>
                      <p:nvPr/>
                    </p:nvPicPr>
                    <p:blipFill>
                      <a:blip r:embed="rId5"/>
                      <a:srcRect/>
                      <a:stretch>
                        <a:fillRect/>
                      </a:stretch>
                    </p:blipFill>
                    <p:spPr bwMode="auto">
                      <a:xfrm>
                        <a:off x="569343" y="1890264"/>
                        <a:ext cx="8614287" cy="3047496"/>
                      </a:xfrm>
                      <a:prstGeom prst="rect">
                        <a:avLst/>
                      </a:prstGeom>
                      <a:noFill/>
                    </p:spPr>
                  </p:pic>
                </p:oleObj>
              </mc:Fallback>
            </mc:AlternateContent>
          </a:graphicData>
        </a:graphic>
      </p:graphicFrame>
      <p:sp>
        <p:nvSpPr>
          <p:cNvPr id="2" name="Rectangle 1">
            <a:extLst>
              <a:ext uri="{FF2B5EF4-FFF2-40B4-BE49-F238E27FC236}">
                <a16:creationId xmlns:a16="http://schemas.microsoft.com/office/drawing/2014/main" id="{A0DDD5CD-260D-4CD7-8C6F-9CB285E74C85}"/>
              </a:ext>
            </a:extLst>
          </p:cNvPr>
          <p:cNvSpPr/>
          <p:nvPr/>
        </p:nvSpPr>
        <p:spPr>
          <a:xfrm>
            <a:off x="579120" y="5178475"/>
            <a:ext cx="4572000" cy="169277"/>
          </a:xfrm>
          <a:prstGeom prst="rect">
            <a:avLst/>
          </a:prstGeom>
        </p:spPr>
        <p:txBody>
          <a:bodyPr lIns="0" tIns="0" rIns="0" bIns="0">
            <a:spAutoFit/>
          </a:bodyPr>
          <a:lstStyle/>
          <a:p>
            <a:r>
              <a:rPr lang="en-US" sz="1100" dirty="0"/>
              <a:t>Attached is the WSDL used in the scenario. </a:t>
            </a:r>
          </a:p>
        </p:txBody>
      </p:sp>
      <p:graphicFrame>
        <p:nvGraphicFramePr>
          <p:cNvPr id="10" name="Object 9">
            <a:extLst>
              <a:ext uri="{FF2B5EF4-FFF2-40B4-BE49-F238E27FC236}">
                <a16:creationId xmlns:a16="http://schemas.microsoft.com/office/drawing/2014/main" id="{8132EC29-CD7E-43F0-A712-D834F9360503}"/>
              </a:ext>
            </a:extLst>
          </p:cNvPr>
          <p:cNvGraphicFramePr>
            <a:graphicFrameLocks noChangeAspect="1"/>
          </p:cNvGraphicFramePr>
          <p:nvPr>
            <p:extLst>
              <p:ext uri="{D42A27DB-BD31-4B8C-83A1-F6EECF244321}">
                <p14:modId xmlns:p14="http://schemas.microsoft.com/office/powerpoint/2010/main" val="1444527887"/>
              </p:ext>
            </p:extLst>
          </p:nvPr>
        </p:nvGraphicFramePr>
        <p:xfrm>
          <a:off x="490963" y="5511807"/>
          <a:ext cx="1166559" cy="655052"/>
        </p:xfrm>
        <a:graphic>
          <a:graphicData uri="http://schemas.openxmlformats.org/presentationml/2006/ole">
            <mc:AlternateContent xmlns:mc="http://schemas.openxmlformats.org/markup-compatibility/2006">
              <mc:Choice xmlns:v="urn:schemas-microsoft-com:vml" Requires="v">
                <p:oleObj spid="_x0000_s3115" name="Packager Shell Object" showAsIcon="1" r:id="rId6" imgW="799200" imgH="456480" progId="Package">
                  <p:embed/>
                </p:oleObj>
              </mc:Choice>
              <mc:Fallback>
                <p:oleObj name="Packager Shell Object" showAsIcon="1" r:id="rId6" imgW="799200" imgH="456480" progId="Package">
                  <p:embed/>
                  <p:pic>
                    <p:nvPicPr>
                      <p:cNvPr id="6" name="Object 5">
                        <a:extLst>
                          <a:ext uri="{FF2B5EF4-FFF2-40B4-BE49-F238E27FC236}">
                            <a16:creationId xmlns:a16="http://schemas.microsoft.com/office/drawing/2014/main" id="{ABEDBAF7-72AF-49F2-AC3D-8486F6322B4B}"/>
                          </a:ext>
                        </a:extLst>
                      </p:cNvPr>
                      <p:cNvPicPr/>
                      <p:nvPr/>
                    </p:nvPicPr>
                    <p:blipFill>
                      <a:blip r:embed="rId7"/>
                      <a:stretch>
                        <a:fillRect/>
                      </a:stretch>
                    </p:blipFill>
                    <p:spPr>
                      <a:xfrm>
                        <a:off x="490963" y="5511807"/>
                        <a:ext cx="1166559" cy="655052"/>
                      </a:xfrm>
                      <a:prstGeom prst="rect">
                        <a:avLst/>
                      </a:prstGeom>
                    </p:spPr>
                  </p:pic>
                </p:oleObj>
              </mc:Fallback>
            </mc:AlternateContent>
          </a:graphicData>
        </a:graphic>
      </p:graphicFrame>
    </p:spTree>
    <p:extLst>
      <p:ext uri="{BB962C8B-B14F-4D97-AF65-F5344CB8AC3E}">
        <p14:creationId xmlns:p14="http://schemas.microsoft.com/office/powerpoint/2010/main" val="1886603993"/>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a:t>Creating End to End SOAP Scenario using Web UI</a:t>
            </a:r>
          </a:p>
        </p:txBody>
      </p:sp>
      <p:grpSp>
        <p:nvGrpSpPr>
          <p:cNvPr id="44" name="Group 43">
            <a:extLst>
              <a:ext uri="{FF2B5EF4-FFF2-40B4-BE49-F238E27FC236}">
                <a16:creationId xmlns:a16="http://schemas.microsoft.com/office/drawing/2014/main" id="{364BCDC8-AE71-4AEC-844B-CF09E0497788}"/>
              </a:ext>
            </a:extLst>
          </p:cNvPr>
          <p:cNvGrpSpPr/>
          <p:nvPr/>
        </p:nvGrpSpPr>
        <p:grpSpPr>
          <a:xfrm>
            <a:off x="376236" y="1387475"/>
            <a:ext cx="8391525" cy="4994275"/>
            <a:chOff x="376237" y="1387475"/>
            <a:chExt cx="4105276" cy="4994275"/>
          </a:xfrm>
          <a:solidFill>
            <a:schemeClr val="tx1">
              <a:lumMod val="85000"/>
              <a:lumOff val="15000"/>
            </a:schemeClr>
          </a:solidFill>
        </p:grpSpPr>
        <p:sp>
          <p:nvSpPr>
            <p:cNvPr id="45" name="Rectangle: Top Corners Rounded 44">
              <a:extLst>
                <a:ext uri="{FF2B5EF4-FFF2-40B4-BE49-F238E27FC236}">
                  <a16:creationId xmlns:a16="http://schemas.microsoft.com/office/drawing/2014/main" id="{8D8A859D-BDFE-4EA6-82BB-830F1A83C079}"/>
                </a:ext>
              </a:extLst>
            </p:cNvPr>
            <p:cNvSpPr/>
            <p:nvPr/>
          </p:nvSpPr>
          <p:spPr bwMode="gray">
            <a:xfrm>
              <a:off x="376237" y="1387475"/>
              <a:ext cx="4105276" cy="89633"/>
            </a:xfrm>
            <a:prstGeom prst="round2SameRect">
              <a:avLst>
                <a:gd name="adj1" fmla="val 50000"/>
                <a:gd name="adj2" fmla="val 0"/>
              </a:avLst>
            </a:prstGeom>
            <a:grp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46" name="Rectangle: Top Corners Rounded 45">
              <a:extLst>
                <a:ext uri="{FF2B5EF4-FFF2-40B4-BE49-F238E27FC236}">
                  <a16:creationId xmlns:a16="http://schemas.microsoft.com/office/drawing/2014/main" id="{E097257A-EE20-4EA0-82AF-6B10D440FC2D}"/>
                </a:ext>
              </a:extLst>
            </p:cNvPr>
            <p:cNvSpPr/>
            <p:nvPr/>
          </p:nvSpPr>
          <p:spPr bwMode="gray">
            <a:xfrm rot="10800000">
              <a:off x="376237" y="6292117"/>
              <a:ext cx="4105276" cy="89633"/>
            </a:xfrm>
            <a:prstGeom prst="round2SameRect">
              <a:avLst>
                <a:gd name="adj1" fmla="val 50000"/>
                <a:gd name="adj2" fmla="val 0"/>
              </a:avLst>
            </a:prstGeom>
            <a:grp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grpSp>
      <p:sp>
        <p:nvSpPr>
          <p:cNvPr id="47" name="Rectangle 46">
            <a:extLst>
              <a:ext uri="{FF2B5EF4-FFF2-40B4-BE49-F238E27FC236}">
                <a16:creationId xmlns:a16="http://schemas.microsoft.com/office/drawing/2014/main" id="{5CE29588-2B9E-4677-8E12-774CAB8399BC}"/>
              </a:ext>
            </a:extLst>
          </p:cNvPr>
          <p:cNvSpPr/>
          <p:nvPr/>
        </p:nvSpPr>
        <p:spPr bwMode="gray">
          <a:xfrm>
            <a:off x="464233" y="1518481"/>
            <a:ext cx="8224911" cy="4732264"/>
          </a:xfrm>
          <a:prstGeom prst="rect">
            <a:avLst/>
          </a:prstGeom>
          <a:solidFill>
            <a:schemeClr val="bg1">
              <a:lumMod val="95000"/>
            </a:schemeClr>
          </a:solidFill>
          <a:ln w="6350" algn="ctr">
            <a:solidFill>
              <a:schemeClr val="tx1">
                <a:lumMod val="95000"/>
                <a:lumOff val="5000"/>
              </a:schemeClr>
            </a:solidFill>
            <a:miter lim="800000"/>
            <a:headEnd/>
            <a:tailEnd/>
          </a:ln>
        </p:spPr>
        <p:txBody>
          <a:bodyPr wrap="square" lIns="88900" tIns="45720" rIns="88900" bIns="88900" rtlCol="0" anchor="t"/>
          <a:lstStyle/>
          <a:p>
            <a:pPr marL="228600" indent="-228600">
              <a:spcBef>
                <a:spcPts val="600"/>
              </a:spcBef>
              <a:buFont typeface="+mj-lt"/>
              <a:buAutoNum type="arabicPeriod"/>
            </a:pPr>
            <a:r>
              <a:rPr lang="en-US" sz="1100" dirty="0"/>
              <a:t>Click on Design Icon . Under the Design , Click on Create a Package . Enter the mentioned values and save them </a:t>
            </a:r>
          </a:p>
        </p:txBody>
      </p:sp>
      <p:pic>
        <p:nvPicPr>
          <p:cNvPr id="2" name="Picture 1">
            <a:extLst>
              <a:ext uri="{FF2B5EF4-FFF2-40B4-BE49-F238E27FC236}">
                <a16:creationId xmlns:a16="http://schemas.microsoft.com/office/drawing/2014/main" id="{C7848190-DE54-4672-BF24-A28E84273465}"/>
              </a:ext>
            </a:extLst>
          </p:cNvPr>
          <p:cNvPicPr>
            <a:picLocks noChangeAspect="1"/>
          </p:cNvPicPr>
          <p:nvPr/>
        </p:nvPicPr>
        <p:blipFill>
          <a:blip r:embed="rId4"/>
          <a:stretch>
            <a:fillRect/>
          </a:stretch>
        </p:blipFill>
        <p:spPr>
          <a:xfrm>
            <a:off x="1074656" y="1946980"/>
            <a:ext cx="6787299" cy="4112107"/>
          </a:xfrm>
          <a:prstGeom prst="rect">
            <a:avLst/>
          </a:prstGeom>
        </p:spPr>
      </p:pic>
    </p:spTree>
    <p:extLst>
      <p:ext uri="{BB962C8B-B14F-4D97-AF65-F5344CB8AC3E}">
        <p14:creationId xmlns:p14="http://schemas.microsoft.com/office/powerpoint/2010/main" val="4044281567"/>
      </p:ext>
    </p:extLst>
  </p:cSld>
  <p:clrMapOvr>
    <a:overrideClrMapping bg1="lt1" tx1="dk1" bg2="lt2" tx2="dk2" accent1="accent1" accent2="accent2" accent3="accent3" accent4="accent4" accent5="accent5" accent6="accent6" hlink="hlink" folHlink="folHlink"/>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a:t>Creating End to End SOAP Scenario using Web UI (Cont’d…)</a:t>
            </a:r>
          </a:p>
        </p:txBody>
      </p:sp>
      <p:grpSp>
        <p:nvGrpSpPr>
          <p:cNvPr id="44" name="Group 43">
            <a:extLst>
              <a:ext uri="{FF2B5EF4-FFF2-40B4-BE49-F238E27FC236}">
                <a16:creationId xmlns:a16="http://schemas.microsoft.com/office/drawing/2014/main" id="{364BCDC8-AE71-4AEC-844B-CF09E0497788}"/>
              </a:ext>
            </a:extLst>
          </p:cNvPr>
          <p:cNvGrpSpPr/>
          <p:nvPr/>
        </p:nvGrpSpPr>
        <p:grpSpPr>
          <a:xfrm>
            <a:off x="376236" y="1387475"/>
            <a:ext cx="8391525" cy="4994275"/>
            <a:chOff x="376237" y="1387475"/>
            <a:chExt cx="4105276" cy="4994275"/>
          </a:xfrm>
          <a:solidFill>
            <a:schemeClr val="tx1">
              <a:lumMod val="85000"/>
              <a:lumOff val="15000"/>
            </a:schemeClr>
          </a:solidFill>
        </p:grpSpPr>
        <p:sp>
          <p:nvSpPr>
            <p:cNvPr id="45" name="Rectangle: Top Corners Rounded 44">
              <a:extLst>
                <a:ext uri="{FF2B5EF4-FFF2-40B4-BE49-F238E27FC236}">
                  <a16:creationId xmlns:a16="http://schemas.microsoft.com/office/drawing/2014/main" id="{8D8A859D-BDFE-4EA6-82BB-830F1A83C079}"/>
                </a:ext>
              </a:extLst>
            </p:cNvPr>
            <p:cNvSpPr/>
            <p:nvPr/>
          </p:nvSpPr>
          <p:spPr bwMode="gray">
            <a:xfrm>
              <a:off x="376237" y="1387475"/>
              <a:ext cx="4105276" cy="89633"/>
            </a:xfrm>
            <a:prstGeom prst="round2SameRect">
              <a:avLst>
                <a:gd name="adj1" fmla="val 50000"/>
                <a:gd name="adj2" fmla="val 0"/>
              </a:avLst>
            </a:prstGeom>
            <a:grp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46" name="Rectangle: Top Corners Rounded 45">
              <a:extLst>
                <a:ext uri="{FF2B5EF4-FFF2-40B4-BE49-F238E27FC236}">
                  <a16:creationId xmlns:a16="http://schemas.microsoft.com/office/drawing/2014/main" id="{E097257A-EE20-4EA0-82AF-6B10D440FC2D}"/>
                </a:ext>
              </a:extLst>
            </p:cNvPr>
            <p:cNvSpPr/>
            <p:nvPr/>
          </p:nvSpPr>
          <p:spPr bwMode="gray">
            <a:xfrm rot="10800000">
              <a:off x="376237" y="6292117"/>
              <a:ext cx="4105276" cy="89633"/>
            </a:xfrm>
            <a:prstGeom prst="round2SameRect">
              <a:avLst>
                <a:gd name="adj1" fmla="val 50000"/>
                <a:gd name="adj2" fmla="val 0"/>
              </a:avLst>
            </a:prstGeom>
            <a:grp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grpSp>
      <p:sp>
        <p:nvSpPr>
          <p:cNvPr id="47" name="Rectangle 46">
            <a:extLst>
              <a:ext uri="{FF2B5EF4-FFF2-40B4-BE49-F238E27FC236}">
                <a16:creationId xmlns:a16="http://schemas.microsoft.com/office/drawing/2014/main" id="{5CE29588-2B9E-4677-8E12-774CAB8399BC}"/>
              </a:ext>
            </a:extLst>
          </p:cNvPr>
          <p:cNvSpPr/>
          <p:nvPr/>
        </p:nvSpPr>
        <p:spPr bwMode="gray">
          <a:xfrm>
            <a:off x="464233" y="1518481"/>
            <a:ext cx="8224911" cy="4732264"/>
          </a:xfrm>
          <a:prstGeom prst="rect">
            <a:avLst/>
          </a:prstGeom>
          <a:solidFill>
            <a:schemeClr val="bg1">
              <a:lumMod val="95000"/>
            </a:schemeClr>
          </a:solidFill>
          <a:ln w="6350" algn="ctr">
            <a:solidFill>
              <a:schemeClr val="tx1">
                <a:lumMod val="95000"/>
                <a:lumOff val="5000"/>
              </a:schemeClr>
            </a:solidFill>
            <a:miter lim="800000"/>
            <a:headEnd/>
            <a:tailEnd/>
          </a:ln>
        </p:spPr>
        <p:txBody>
          <a:bodyPr wrap="square" lIns="88900" tIns="45720" rIns="88900" bIns="88900" rtlCol="0" anchor="t"/>
          <a:lstStyle/>
          <a:p>
            <a:pPr marL="228600" indent="-228600">
              <a:spcBef>
                <a:spcPts val="600"/>
              </a:spcBef>
              <a:buFont typeface="+mj-lt"/>
              <a:buAutoNum type="arabicPeriod" startAt="2"/>
            </a:pPr>
            <a:r>
              <a:rPr lang="en-US" sz="1100" dirty="0"/>
              <a:t>Under the package, </a:t>
            </a:r>
          </a:p>
          <a:p>
            <a:pPr marL="398463" lvl="1" indent="-168275">
              <a:spcBef>
                <a:spcPts val="600"/>
              </a:spcBef>
              <a:buFont typeface="Verdana" panose="020B0604030504040204" pitchFamily="34" charset="0"/>
              <a:buChar char="–"/>
            </a:pPr>
            <a:r>
              <a:rPr lang="en-US" sz="1100" dirty="0"/>
              <a:t>Click on Artifact to include objects into your package.  </a:t>
            </a:r>
          </a:p>
          <a:p>
            <a:pPr marL="398463" lvl="1" indent="-168275">
              <a:spcBef>
                <a:spcPts val="600"/>
              </a:spcBef>
              <a:buFont typeface="Verdana" panose="020B0604030504040204" pitchFamily="34" charset="0"/>
              <a:buChar char="–"/>
            </a:pPr>
            <a:r>
              <a:rPr lang="en-US" sz="1100" b="1" dirty="0"/>
              <a:t>Add</a:t>
            </a:r>
            <a:r>
              <a:rPr lang="en-US" sz="1100" dirty="0"/>
              <a:t> Option will help us to create Integration </a:t>
            </a:r>
            <a:r>
              <a:rPr lang="en-US" sz="1100" dirty="0" err="1"/>
              <a:t>IFlow</a:t>
            </a:r>
            <a:r>
              <a:rPr lang="en-US" sz="1100" dirty="0"/>
              <a:t>. </a:t>
            </a:r>
          </a:p>
        </p:txBody>
      </p:sp>
      <p:pic>
        <p:nvPicPr>
          <p:cNvPr id="3" name="Picture 2">
            <a:extLst>
              <a:ext uri="{FF2B5EF4-FFF2-40B4-BE49-F238E27FC236}">
                <a16:creationId xmlns:a16="http://schemas.microsoft.com/office/drawing/2014/main" id="{8029AA95-02E4-454D-B48B-7B3B62F9A98B}"/>
              </a:ext>
            </a:extLst>
          </p:cNvPr>
          <p:cNvPicPr>
            <a:picLocks noChangeAspect="1"/>
          </p:cNvPicPr>
          <p:nvPr/>
        </p:nvPicPr>
        <p:blipFill>
          <a:blip r:embed="rId3"/>
          <a:stretch>
            <a:fillRect/>
          </a:stretch>
        </p:blipFill>
        <p:spPr>
          <a:xfrm>
            <a:off x="618613" y="2680609"/>
            <a:ext cx="7906769" cy="2272418"/>
          </a:xfrm>
          <a:prstGeom prst="rect">
            <a:avLst/>
          </a:prstGeom>
        </p:spPr>
      </p:pic>
    </p:spTree>
    <p:extLst>
      <p:ext uri="{BB962C8B-B14F-4D97-AF65-F5344CB8AC3E}">
        <p14:creationId xmlns:p14="http://schemas.microsoft.com/office/powerpoint/2010/main" val="2417622439"/>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a:t>Creating End to End SOAP Scenario using Web UI (Cont’d…)</a:t>
            </a:r>
          </a:p>
        </p:txBody>
      </p:sp>
      <p:grpSp>
        <p:nvGrpSpPr>
          <p:cNvPr id="44" name="Group 43">
            <a:extLst>
              <a:ext uri="{FF2B5EF4-FFF2-40B4-BE49-F238E27FC236}">
                <a16:creationId xmlns:a16="http://schemas.microsoft.com/office/drawing/2014/main" id="{364BCDC8-AE71-4AEC-844B-CF09E0497788}"/>
              </a:ext>
            </a:extLst>
          </p:cNvPr>
          <p:cNvGrpSpPr/>
          <p:nvPr/>
        </p:nvGrpSpPr>
        <p:grpSpPr>
          <a:xfrm>
            <a:off x="376236" y="1387475"/>
            <a:ext cx="8391525" cy="4994275"/>
            <a:chOff x="376237" y="1387475"/>
            <a:chExt cx="4105276" cy="4994275"/>
          </a:xfrm>
          <a:solidFill>
            <a:schemeClr val="tx1">
              <a:lumMod val="85000"/>
              <a:lumOff val="15000"/>
            </a:schemeClr>
          </a:solidFill>
        </p:grpSpPr>
        <p:sp>
          <p:nvSpPr>
            <p:cNvPr id="45" name="Rectangle: Top Corners Rounded 44">
              <a:extLst>
                <a:ext uri="{FF2B5EF4-FFF2-40B4-BE49-F238E27FC236}">
                  <a16:creationId xmlns:a16="http://schemas.microsoft.com/office/drawing/2014/main" id="{8D8A859D-BDFE-4EA6-82BB-830F1A83C079}"/>
                </a:ext>
              </a:extLst>
            </p:cNvPr>
            <p:cNvSpPr/>
            <p:nvPr/>
          </p:nvSpPr>
          <p:spPr bwMode="gray">
            <a:xfrm>
              <a:off x="376237" y="1387475"/>
              <a:ext cx="4105276" cy="89633"/>
            </a:xfrm>
            <a:prstGeom prst="round2SameRect">
              <a:avLst>
                <a:gd name="adj1" fmla="val 50000"/>
                <a:gd name="adj2" fmla="val 0"/>
              </a:avLst>
            </a:prstGeom>
            <a:grp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46" name="Rectangle: Top Corners Rounded 45">
              <a:extLst>
                <a:ext uri="{FF2B5EF4-FFF2-40B4-BE49-F238E27FC236}">
                  <a16:creationId xmlns:a16="http://schemas.microsoft.com/office/drawing/2014/main" id="{E097257A-EE20-4EA0-82AF-6B10D440FC2D}"/>
                </a:ext>
              </a:extLst>
            </p:cNvPr>
            <p:cNvSpPr/>
            <p:nvPr/>
          </p:nvSpPr>
          <p:spPr bwMode="gray">
            <a:xfrm rot="10800000">
              <a:off x="376237" y="6292117"/>
              <a:ext cx="4105276" cy="89633"/>
            </a:xfrm>
            <a:prstGeom prst="round2SameRect">
              <a:avLst>
                <a:gd name="adj1" fmla="val 50000"/>
                <a:gd name="adj2" fmla="val 0"/>
              </a:avLst>
            </a:prstGeom>
            <a:grp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grpSp>
      <p:sp>
        <p:nvSpPr>
          <p:cNvPr id="47" name="Rectangle 46">
            <a:extLst>
              <a:ext uri="{FF2B5EF4-FFF2-40B4-BE49-F238E27FC236}">
                <a16:creationId xmlns:a16="http://schemas.microsoft.com/office/drawing/2014/main" id="{5CE29588-2B9E-4677-8E12-774CAB8399BC}"/>
              </a:ext>
            </a:extLst>
          </p:cNvPr>
          <p:cNvSpPr/>
          <p:nvPr/>
        </p:nvSpPr>
        <p:spPr bwMode="gray">
          <a:xfrm>
            <a:off x="464233" y="1518481"/>
            <a:ext cx="8224911" cy="4732264"/>
          </a:xfrm>
          <a:prstGeom prst="rect">
            <a:avLst/>
          </a:prstGeom>
          <a:solidFill>
            <a:schemeClr val="bg1">
              <a:lumMod val="95000"/>
            </a:schemeClr>
          </a:solidFill>
          <a:ln w="6350" algn="ctr">
            <a:solidFill>
              <a:schemeClr val="tx1">
                <a:lumMod val="95000"/>
                <a:lumOff val="5000"/>
              </a:schemeClr>
            </a:solidFill>
            <a:miter lim="800000"/>
            <a:headEnd/>
            <a:tailEnd/>
          </a:ln>
        </p:spPr>
        <p:txBody>
          <a:bodyPr wrap="square" lIns="88900" tIns="45720" rIns="88900" bIns="88900" rtlCol="0" anchor="t"/>
          <a:lstStyle/>
          <a:p>
            <a:pPr marL="228600" indent="-228600">
              <a:spcBef>
                <a:spcPts val="600"/>
              </a:spcBef>
              <a:buFont typeface="+mj-lt"/>
              <a:buAutoNum type="arabicPeriod" startAt="3"/>
            </a:pPr>
            <a:r>
              <a:rPr lang="en-US" sz="1100" dirty="0"/>
              <a:t>Create </a:t>
            </a:r>
            <a:r>
              <a:rPr lang="en-US" sz="1100" dirty="0" err="1"/>
              <a:t>IFlow</a:t>
            </a:r>
            <a:r>
              <a:rPr lang="en-US" sz="1100" dirty="0"/>
              <a:t>. Enter name , Description , Sender &amp; Receiver and Click OK.</a:t>
            </a:r>
          </a:p>
        </p:txBody>
      </p:sp>
      <p:pic>
        <p:nvPicPr>
          <p:cNvPr id="8" name="Picture 7">
            <a:extLst>
              <a:ext uri="{FF2B5EF4-FFF2-40B4-BE49-F238E27FC236}">
                <a16:creationId xmlns:a16="http://schemas.microsoft.com/office/drawing/2014/main" id="{21772CC8-FA45-494B-B58E-2A1B3C959C33}"/>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83150" y="1848460"/>
            <a:ext cx="7985380" cy="4242851"/>
          </a:xfrm>
          <a:prstGeom prst="rect">
            <a:avLst/>
          </a:prstGeom>
        </p:spPr>
      </p:pic>
    </p:spTree>
    <p:extLst>
      <p:ext uri="{BB962C8B-B14F-4D97-AF65-F5344CB8AC3E}">
        <p14:creationId xmlns:p14="http://schemas.microsoft.com/office/powerpoint/2010/main" val="3964485088"/>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a:t>Creating End to End SOAP Scenario using Web UI (Cont’d…)</a:t>
            </a:r>
          </a:p>
        </p:txBody>
      </p:sp>
      <p:grpSp>
        <p:nvGrpSpPr>
          <p:cNvPr id="44" name="Group 43">
            <a:extLst>
              <a:ext uri="{FF2B5EF4-FFF2-40B4-BE49-F238E27FC236}">
                <a16:creationId xmlns:a16="http://schemas.microsoft.com/office/drawing/2014/main" id="{364BCDC8-AE71-4AEC-844B-CF09E0497788}"/>
              </a:ext>
            </a:extLst>
          </p:cNvPr>
          <p:cNvGrpSpPr/>
          <p:nvPr/>
        </p:nvGrpSpPr>
        <p:grpSpPr>
          <a:xfrm>
            <a:off x="376236" y="1387475"/>
            <a:ext cx="8391525" cy="4994275"/>
            <a:chOff x="376237" y="1387475"/>
            <a:chExt cx="4105276" cy="4994275"/>
          </a:xfrm>
          <a:solidFill>
            <a:schemeClr val="tx1">
              <a:lumMod val="85000"/>
              <a:lumOff val="15000"/>
            </a:schemeClr>
          </a:solidFill>
        </p:grpSpPr>
        <p:sp>
          <p:nvSpPr>
            <p:cNvPr id="45" name="Rectangle: Top Corners Rounded 44">
              <a:extLst>
                <a:ext uri="{FF2B5EF4-FFF2-40B4-BE49-F238E27FC236}">
                  <a16:creationId xmlns:a16="http://schemas.microsoft.com/office/drawing/2014/main" id="{8D8A859D-BDFE-4EA6-82BB-830F1A83C079}"/>
                </a:ext>
              </a:extLst>
            </p:cNvPr>
            <p:cNvSpPr/>
            <p:nvPr/>
          </p:nvSpPr>
          <p:spPr bwMode="gray">
            <a:xfrm>
              <a:off x="376237" y="1387475"/>
              <a:ext cx="4105276" cy="89633"/>
            </a:xfrm>
            <a:prstGeom prst="round2SameRect">
              <a:avLst>
                <a:gd name="adj1" fmla="val 50000"/>
                <a:gd name="adj2" fmla="val 0"/>
              </a:avLst>
            </a:prstGeom>
            <a:grp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46" name="Rectangle: Top Corners Rounded 45">
              <a:extLst>
                <a:ext uri="{FF2B5EF4-FFF2-40B4-BE49-F238E27FC236}">
                  <a16:creationId xmlns:a16="http://schemas.microsoft.com/office/drawing/2014/main" id="{E097257A-EE20-4EA0-82AF-6B10D440FC2D}"/>
                </a:ext>
              </a:extLst>
            </p:cNvPr>
            <p:cNvSpPr/>
            <p:nvPr/>
          </p:nvSpPr>
          <p:spPr bwMode="gray">
            <a:xfrm rot="10800000">
              <a:off x="376237" y="6292117"/>
              <a:ext cx="4105276" cy="89633"/>
            </a:xfrm>
            <a:prstGeom prst="round2SameRect">
              <a:avLst>
                <a:gd name="adj1" fmla="val 50000"/>
                <a:gd name="adj2" fmla="val 0"/>
              </a:avLst>
            </a:prstGeom>
            <a:grp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grpSp>
      <p:sp>
        <p:nvSpPr>
          <p:cNvPr id="47" name="Rectangle 46">
            <a:extLst>
              <a:ext uri="{FF2B5EF4-FFF2-40B4-BE49-F238E27FC236}">
                <a16:creationId xmlns:a16="http://schemas.microsoft.com/office/drawing/2014/main" id="{5CE29588-2B9E-4677-8E12-774CAB8399BC}"/>
              </a:ext>
            </a:extLst>
          </p:cNvPr>
          <p:cNvSpPr/>
          <p:nvPr/>
        </p:nvSpPr>
        <p:spPr bwMode="gray">
          <a:xfrm>
            <a:off x="464233" y="1518481"/>
            <a:ext cx="8224911" cy="4732264"/>
          </a:xfrm>
          <a:prstGeom prst="rect">
            <a:avLst/>
          </a:prstGeom>
          <a:solidFill>
            <a:schemeClr val="bg1">
              <a:lumMod val="95000"/>
            </a:schemeClr>
          </a:solidFill>
          <a:ln w="6350" algn="ctr">
            <a:solidFill>
              <a:schemeClr val="tx1">
                <a:lumMod val="95000"/>
                <a:lumOff val="5000"/>
              </a:schemeClr>
            </a:solidFill>
            <a:miter lim="800000"/>
            <a:headEnd/>
            <a:tailEnd/>
          </a:ln>
        </p:spPr>
        <p:txBody>
          <a:bodyPr wrap="square" lIns="88900" tIns="45720" rIns="88900" bIns="88900" rtlCol="0" anchor="t"/>
          <a:lstStyle/>
          <a:p>
            <a:pPr marL="228600" indent="-228600">
              <a:spcBef>
                <a:spcPts val="600"/>
              </a:spcBef>
              <a:buFont typeface="+mj-lt"/>
              <a:buAutoNum type="arabicPeriod" startAt="4"/>
            </a:pPr>
            <a:r>
              <a:rPr lang="en-US" sz="1100" dirty="0"/>
              <a:t>Basic </a:t>
            </a:r>
            <a:r>
              <a:rPr lang="en-US" sz="1100" dirty="0" err="1"/>
              <a:t>Iflow</a:t>
            </a:r>
            <a:r>
              <a:rPr lang="en-US" sz="1100" dirty="0"/>
              <a:t> will be created. Click on Edit to Add the Sender &amp; Receiver channels.</a:t>
            </a:r>
          </a:p>
        </p:txBody>
      </p:sp>
      <p:pic>
        <p:nvPicPr>
          <p:cNvPr id="2" name="Picture 1">
            <a:extLst>
              <a:ext uri="{FF2B5EF4-FFF2-40B4-BE49-F238E27FC236}">
                <a16:creationId xmlns:a16="http://schemas.microsoft.com/office/drawing/2014/main" id="{CDE38D9D-8820-4300-8C93-1385F5DA0E7B}"/>
              </a:ext>
            </a:extLst>
          </p:cNvPr>
          <p:cNvPicPr>
            <a:picLocks noChangeAspect="1"/>
          </p:cNvPicPr>
          <p:nvPr/>
        </p:nvPicPr>
        <p:blipFill>
          <a:blip r:embed="rId3"/>
          <a:stretch>
            <a:fillRect/>
          </a:stretch>
        </p:blipFill>
        <p:spPr>
          <a:xfrm>
            <a:off x="641583" y="2140214"/>
            <a:ext cx="7860833" cy="2837139"/>
          </a:xfrm>
          <a:prstGeom prst="rect">
            <a:avLst/>
          </a:prstGeom>
        </p:spPr>
      </p:pic>
    </p:spTree>
    <p:extLst>
      <p:ext uri="{BB962C8B-B14F-4D97-AF65-F5344CB8AC3E}">
        <p14:creationId xmlns:p14="http://schemas.microsoft.com/office/powerpoint/2010/main" val="3263106874"/>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a:t>Creating End to End SOAP Scenario using Web UI (Cont’d…)</a:t>
            </a:r>
          </a:p>
        </p:txBody>
      </p:sp>
      <p:grpSp>
        <p:nvGrpSpPr>
          <p:cNvPr id="44" name="Group 43">
            <a:extLst>
              <a:ext uri="{FF2B5EF4-FFF2-40B4-BE49-F238E27FC236}">
                <a16:creationId xmlns:a16="http://schemas.microsoft.com/office/drawing/2014/main" id="{364BCDC8-AE71-4AEC-844B-CF09E0497788}"/>
              </a:ext>
            </a:extLst>
          </p:cNvPr>
          <p:cNvGrpSpPr/>
          <p:nvPr/>
        </p:nvGrpSpPr>
        <p:grpSpPr>
          <a:xfrm>
            <a:off x="376236" y="1387475"/>
            <a:ext cx="8391525" cy="4994275"/>
            <a:chOff x="376237" y="1387475"/>
            <a:chExt cx="4105276" cy="4994275"/>
          </a:xfrm>
          <a:solidFill>
            <a:schemeClr val="tx1">
              <a:lumMod val="85000"/>
              <a:lumOff val="15000"/>
            </a:schemeClr>
          </a:solidFill>
        </p:grpSpPr>
        <p:sp>
          <p:nvSpPr>
            <p:cNvPr id="45" name="Rectangle: Top Corners Rounded 44">
              <a:extLst>
                <a:ext uri="{FF2B5EF4-FFF2-40B4-BE49-F238E27FC236}">
                  <a16:creationId xmlns:a16="http://schemas.microsoft.com/office/drawing/2014/main" id="{8D8A859D-BDFE-4EA6-82BB-830F1A83C079}"/>
                </a:ext>
              </a:extLst>
            </p:cNvPr>
            <p:cNvSpPr/>
            <p:nvPr/>
          </p:nvSpPr>
          <p:spPr bwMode="gray">
            <a:xfrm>
              <a:off x="376237" y="1387475"/>
              <a:ext cx="4105276" cy="89633"/>
            </a:xfrm>
            <a:prstGeom prst="round2SameRect">
              <a:avLst>
                <a:gd name="adj1" fmla="val 50000"/>
                <a:gd name="adj2" fmla="val 0"/>
              </a:avLst>
            </a:prstGeom>
            <a:grp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46" name="Rectangle: Top Corners Rounded 45">
              <a:extLst>
                <a:ext uri="{FF2B5EF4-FFF2-40B4-BE49-F238E27FC236}">
                  <a16:creationId xmlns:a16="http://schemas.microsoft.com/office/drawing/2014/main" id="{E097257A-EE20-4EA0-82AF-6B10D440FC2D}"/>
                </a:ext>
              </a:extLst>
            </p:cNvPr>
            <p:cNvSpPr/>
            <p:nvPr/>
          </p:nvSpPr>
          <p:spPr bwMode="gray">
            <a:xfrm rot="10800000">
              <a:off x="376237" y="6292117"/>
              <a:ext cx="4105276" cy="89633"/>
            </a:xfrm>
            <a:prstGeom prst="round2SameRect">
              <a:avLst>
                <a:gd name="adj1" fmla="val 50000"/>
                <a:gd name="adj2" fmla="val 0"/>
              </a:avLst>
            </a:prstGeom>
            <a:grp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grpSp>
      <p:sp>
        <p:nvSpPr>
          <p:cNvPr id="47" name="Rectangle 46">
            <a:extLst>
              <a:ext uri="{FF2B5EF4-FFF2-40B4-BE49-F238E27FC236}">
                <a16:creationId xmlns:a16="http://schemas.microsoft.com/office/drawing/2014/main" id="{5CE29588-2B9E-4677-8E12-774CAB8399BC}"/>
              </a:ext>
            </a:extLst>
          </p:cNvPr>
          <p:cNvSpPr/>
          <p:nvPr/>
        </p:nvSpPr>
        <p:spPr bwMode="gray">
          <a:xfrm>
            <a:off x="464233" y="1518481"/>
            <a:ext cx="8224911" cy="4732264"/>
          </a:xfrm>
          <a:prstGeom prst="rect">
            <a:avLst/>
          </a:prstGeom>
          <a:solidFill>
            <a:schemeClr val="bg1">
              <a:lumMod val="95000"/>
            </a:schemeClr>
          </a:solidFill>
          <a:ln w="6350" algn="ctr">
            <a:solidFill>
              <a:schemeClr val="tx1">
                <a:lumMod val="95000"/>
                <a:lumOff val="5000"/>
              </a:schemeClr>
            </a:solidFill>
            <a:miter lim="800000"/>
            <a:headEnd/>
            <a:tailEnd/>
          </a:ln>
        </p:spPr>
        <p:txBody>
          <a:bodyPr wrap="square" lIns="88900" tIns="45720" rIns="88900" bIns="88900" rtlCol="0" anchor="t"/>
          <a:lstStyle/>
          <a:p>
            <a:pPr marL="228600" indent="-228600">
              <a:spcBef>
                <a:spcPts val="600"/>
              </a:spcBef>
              <a:buFont typeface="+mj-lt"/>
              <a:buAutoNum type="arabicPeriod" startAt="5"/>
            </a:pPr>
            <a:r>
              <a:rPr lang="en-US" sz="1100" dirty="0"/>
              <a:t>Click on the Sender to Add the Sender adapter using Arrow.</a:t>
            </a:r>
            <a:br>
              <a:rPr lang="en-US" sz="1100" dirty="0"/>
            </a:br>
            <a:r>
              <a:rPr lang="en-US" sz="1100" dirty="0"/>
              <a:t>Similarly Create Receiver channel.</a:t>
            </a:r>
            <a:br>
              <a:rPr lang="en-US" sz="1100" dirty="0"/>
            </a:br>
            <a:br>
              <a:rPr lang="en-US" sz="1100" dirty="0"/>
            </a:br>
            <a:endParaRPr lang="en-US" sz="1100" dirty="0"/>
          </a:p>
        </p:txBody>
      </p:sp>
      <p:pic>
        <p:nvPicPr>
          <p:cNvPr id="2" name="Picture 1">
            <a:extLst>
              <a:ext uri="{FF2B5EF4-FFF2-40B4-BE49-F238E27FC236}">
                <a16:creationId xmlns:a16="http://schemas.microsoft.com/office/drawing/2014/main" id="{2CBF570D-CCF6-46C8-80FC-C203B573CD3A}"/>
              </a:ext>
            </a:extLst>
          </p:cNvPr>
          <p:cNvPicPr>
            <a:picLocks noChangeAspect="1"/>
          </p:cNvPicPr>
          <p:nvPr/>
        </p:nvPicPr>
        <p:blipFill>
          <a:blip r:embed="rId3"/>
          <a:stretch>
            <a:fillRect/>
          </a:stretch>
        </p:blipFill>
        <p:spPr>
          <a:xfrm>
            <a:off x="687572" y="2401741"/>
            <a:ext cx="7811386" cy="3068784"/>
          </a:xfrm>
          <a:prstGeom prst="rect">
            <a:avLst/>
          </a:prstGeom>
        </p:spPr>
      </p:pic>
    </p:spTree>
    <p:extLst>
      <p:ext uri="{BB962C8B-B14F-4D97-AF65-F5344CB8AC3E}">
        <p14:creationId xmlns:p14="http://schemas.microsoft.com/office/powerpoint/2010/main" val="473986850"/>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a:t>Creating End to End SOAP Scenario using Web UI (Cont’d…)</a:t>
            </a:r>
          </a:p>
        </p:txBody>
      </p:sp>
      <p:grpSp>
        <p:nvGrpSpPr>
          <p:cNvPr id="44" name="Group 43">
            <a:extLst>
              <a:ext uri="{FF2B5EF4-FFF2-40B4-BE49-F238E27FC236}">
                <a16:creationId xmlns:a16="http://schemas.microsoft.com/office/drawing/2014/main" id="{364BCDC8-AE71-4AEC-844B-CF09E0497788}"/>
              </a:ext>
            </a:extLst>
          </p:cNvPr>
          <p:cNvGrpSpPr/>
          <p:nvPr/>
        </p:nvGrpSpPr>
        <p:grpSpPr>
          <a:xfrm>
            <a:off x="376236" y="1387475"/>
            <a:ext cx="8391525" cy="4994275"/>
            <a:chOff x="376237" y="1387475"/>
            <a:chExt cx="4105276" cy="4994275"/>
          </a:xfrm>
          <a:solidFill>
            <a:schemeClr val="tx1">
              <a:lumMod val="85000"/>
              <a:lumOff val="15000"/>
            </a:schemeClr>
          </a:solidFill>
        </p:grpSpPr>
        <p:sp>
          <p:nvSpPr>
            <p:cNvPr id="45" name="Rectangle: Top Corners Rounded 44">
              <a:extLst>
                <a:ext uri="{FF2B5EF4-FFF2-40B4-BE49-F238E27FC236}">
                  <a16:creationId xmlns:a16="http://schemas.microsoft.com/office/drawing/2014/main" id="{8D8A859D-BDFE-4EA6-82BB-830F1A83C079}"/>
                </a:ext>
              </a:extLst>
            </p:cNvPr>
            <p:cNvSpPr/>
            <p:nvPr/>
          </p:nvSpPr>
          <p:spPr bwMode="gray">
            <a:xfrm>
              <a:off x="376237" y="1387475"/>
              <a:ext cx="4105276" cy="89633"/>
            </a:xfrm>
            <a:prstGeom prst="round2SameRect">
              <a:avLst>
                <a:gd name="adj1" fmla="val 50000"/>
                <a:gd name="adj2" fmla="val 0"/>
              </a:avLst>
            </a:prstGeom>
            <a:grp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46" name="Rectangle: Top Corners Rounded 45">
              <a:extLst>
                <a:ext uri="{FF2B5EF4-FFF2-40B4-BE49-F238E27FC236}">
                  <a16:creationId xmlns:a16="http://schemas.microsoft.com/office/drawing/2014/main" id="{E097257A-EE20-4EA0-82AF-6B10D440FC2D}"/>
                </a:ext>
              </a:extLst>
            </p:cNvPr>
            <p:cNvSpPr/>
            <p:nvPr/>
          </p:nvSpPr>
          <p:spPr bwMode="gray">
            <a:xfrm rot="10800000">
              <a:off x="376237" y="6292117"/>
              <a:ext cx="4105276" cy="89633"/>
            </a:xfrm>
            <a:prstGeom prst="round2SameRect">
              <a:avLst>
                <a:gd name="adj1" fmla="val 50000"/>
                <a:gd name="adj2" fmla="val 0"/>
              </a:avLst>
            </a:prstGeom>
            <a:grp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grpSp>
      <p:sp>
        <p:nvSpPr>
          <p:cNvPr id="47" name="Rectangle 46">
            <a:extLst>
              <a:ext uri="{FF2B5EF4-FFF2-40B4-BE49-F238E27FC236}">
                <a16:creationId xmlns:a16="http://schemas.microsoft.com/office/drawing/2014/main" id="{5CE29588-2B9E-4677-8E12-774CAB8399BC}"/>
              </a:ext>
            </a:extLst>
          </p:cNvPr>
          <p:cNvSpPr/>
          <p:nvPr/>
        </p:nvSpPr>
        <p:spPr bwMode="gray">
          <a:xfrm>
            <a:off x="464233" y="1518481"/>
            <a:ext cx="8224911" cy="4732264"/>
          </a:xfrm>
          <a:prstGeom prst="rect">
            <a:avLst/>
          </a:prstGeom>
          <a:solidFill>
            <a:schemeClr val="bg1">
              <a:lumMod val="95000"/>
            </a:schemeClr>
          </a:solidFill>
          <a:ln w="6350" algn="ctr">
            <a:solidFill>
              <a:schemeClr val="tx1">
                <a:lumMod val="95000"/>
                <a:lumOff val="5000"/>
              </a:schemeClr>
            </a:solidFill>
            <a:miter lim="800000"/>
            <a:headEnd/>
            <a:tailEnd/>
          </a:ln>
        </p:spPr>
        <p:txBody>
          <a:bodyPr wrap="square" lIns="88900" tIns="45720" rIns="88900" bIns="88900" rtlCol="0" anchor="t"/>
          <a:lstStyle/>
          <a:p>
            <a:pPr marL="228600" indent="-228600">
              <a:spcBef>
                <a:spcPts val="600"/>
              </a:spcBef>
              <a:buFont typeface="+mj-lt"/>
              <a:buAutoNum type="arabicPeriod" startAt="6"/>
            </a:pPr>
            <a:r>
              <a:rPr lang="en-US" sz="1100" dirty="0"/>
              <a:t>Double click on the Sender SOAP channel . Under the Tab General , Choose Transport Protocol as HTTP and Message Protocol as SOAP 1.x.</a:t>
            </a:r>
          </a:p>
        </p:txBody>
      </p:sp>
      <p:pic>
        <p:nvPicPr>
          <p:cNvPr id="9" name="Picture 8">
            <a:extLst>
              <a:ext uri="{FF2B5EF4-FFF2-40B4-BE49-F238E27FC236}">
                <a16:creationId xmlns:a16="http://schemas.microsoft.com/office/drawing/2014/main" id="{FCF11F72-C720-4808-AD15-F050851F2FD0}"/>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59659" y="2360427"/>
            <a:ext cx="8024677" cy="2459665"/>
          </a:xfrm>
          <a:prstGeom prst="rect">
            <a:avLst/>
          </a:prstGeom>
        </p:spPr>
      </p:pic>
    </p:spTree>
    <p:extLst>
      <p:ext uri="{BB962C8B-B14F-4D97-AF65-F5344CB8AC3E}">
        <p14:creationId xmlns:p14="http://schemas.microsoft.com/office/powerpoint/2010/main" val="643101885"/>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a:t>Creating End to End SOAP Scenario using Web UI (Cont’d…)</a:t>
            </a:r>
          </a:p>
        </p:txBody>
      </p:sp>
      <p:grpSp>
        <p:nvGrpSpPr>
          <p:cNvPr id="44" name="Group 43">
            <a:extLst>
              <a:ext uri="{FF2B5EF4-FFF2-40B4-BE49-F238E27FC236}">
                <a16:creationId xmlns:a16="http://schemas.microsoft.com/office/drawing/2014/main" id="{364BCDC8-AE71-4AEC-844B-CF09E0497788}"/>
              </a:ext>
            </a:extLst>
          </p:cNvPr>
          <p:cNvGrpSpPr/>
          <p:nvPr/>
        </p:nvGrpSpPr>
        <p:grpSpPr>
          <a:xfrm>
            <a:off x="376236" y="1387475"/>
            <a:ext cx="8391525" cy="4994275"/>
            <a:chOff x="376237" y="1387475"/>
            <a:chExt cx="4105276" cy="4994275"/>
          </a:xfrm>
          <a:solidFill>
            <a:schemeClr val="tx1">
              <a:lumMod val="85000"/>
              <a:lumOff val="15000"/>
            </a:schemeClr>
          </a:solidFill>
        </p:grpSpPr>
        <p:sp>
          <p:nvSpPr>
            <p:cNvPr id="45" name="Rectangle: Top Corners Rounded 44">
              <a:extLst>
                <a:ext uri="{FF2B5EF4-FFF2-40B4-BE49-F238E27FC236}">
                  <a16:creationId xmlns:a16="http://schemas.microsoft.com/office/drawing/2014/main" id="{8D8A859D-BDFE-4EA6-82BB-830F1A83C079}"/>
                </a:ext>
              </a:extLst>
            </p:cNvPr>
            <p:cNvSpPr/>
            <p:nvPr/>
          </p:nvSpPr>
          <p:spPr bwMode="gray">
            <a:xfrm>
              <a:off x="376237" y="1387475"/>
              <a:ext cx="4105276" cy="89633"/>
            </a:xfrm>
            <a:prstGeom prst="round2SameRect">
              <a:avLst>
                <a:gd name="adj1" fmla="val 50000"/>
                <a:gd name="adj2" fmla="val 0"/>
              </a:avLst>
            </a:prstGeom>
            <a:grp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46" name="Rectangle: Top Corners Rounded 45">
              <a:extLst>
                <a:ext uri="{FF2B5EF4-FFF2-40B4-BE49-F238E27FC236}">
                  <a16:creationId xmlns:a16="http://schemas.microsoft.com/office/drawing/2014/main" id="{E097257A-EE20-4EA0-82AF-6B10D440FC2D}"/>
                </a:ext>
              </a:extLst>
            </p:cNvPr>
            <p:cNvSpPr/>
            <p:nvPr/>
          </p:nvSpPr>
          <p:spPr bwMode="gray">
            <a:xfrm rot="10800000">
              <a:off x="376237" y="6292117"/>
              <a:ext cx="4105276" cy="89633"/>
            </a:xfrm>
            <a:prstGeom prst="round2SameRect">
              <a:avLst>
                <a:gd name="adj1" fmla="val 50000"/>
                <a:gd name="adj2" fmla="val 0"/>
              </a:avLst>
            </a:prstGeom>
            <a:grp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grpSp>
      <p:sp>
        <p:nvSpPr>
          <p:cNvPr id="47" name="Rectangle 46">
            <a:extLst>
              <a:ext uri="{FF2B5EF4-FFF2-40B4-BE49-F238E27FC236}">
                <a16:creationId xmlns:a16="http://schemas.microsoft.com/office/drawing/2014/main" id="{5CE29588-2B9E-4677-8E12-774CAB8399BC}"/>
              </a:ext>
            </a:extLst>
          </p:cNvPr>
          <p:cNvSpPr/>
          <p:nvPr/>
        </p:nvSpPr>
        <p:spPr bwMode="gray">
          <a:xfrm>
            <a:off x="464233" y="1518481"/>
            <a:ext cx="8224911" cy="4732264"/>
          </a:xfrm>
          <a:prstGeom prst="rect">
            <a:avLst/>
          </a:prstGeom>
          <a:solidFill>
            <a:schemeClr val="bg1">
              <a:lumMod val="95000"/>
            </a:schemeClr>
          </a:solidFill>
          <a:ln w="6350" algn="ctr">
            <a:solidFill>
              <a:schemeClr val="tx1">
                <a:lumMod val="95000"/>
                <a:lumOff val="5000"/>
              </a:schemeClr>
            </a:solidFill>
            <a:miter lim="800000"/>
            <a:headEnd/>
            <a:tailEnd/>
          </a:ln>
        </p:spPr>
        <p:txBody>
          <a:bodyPr wrap="square" lIns="88900" tIns="45720" rIns="88900" bIns="88900" rtlCol="0" anchor="t"/>
          <a:lstStyle/>
          <a:p>
            <a:pPr marL="228600" indent="-228600">
              <a:spcBef>
                <a:spcPts val="600"/>
              </a:spcBef>
              <a:buFont typeface="+mj-lt"/>
              <a:buAutoNum type="arabicPeriod" startAt="7"/>
            </a:pPr>
            <a:r>
              <a:rPr lang="en-US" sz="1100" dirty="0"/>
              <a:t>Under the connection Tab , Mention the Following details </a:t>
            </a:r>
          </a:p>
          <a:p>
            <a:pPr marL="398463" lvl="1" indent="-168275">
              <a:spcBef>
                <a:spcPts val="600"/>
              </a:spcBef>
              <a:buFont typeface="Verdana" panose="020B0604030504040204" pitchFamily="34" charset="0"/>
              <a:buChar char="–"/>
            </a:pPr>
            <a:r>
              <a:rPr lang="en-US" sz="1100" b="1" dirty="0"/>
              <a:t>Address</a:t>
            </a:r>
            <a:r>
              <a:rPr lang="en-US" sz="1100" dirty="0"/>
              <a:t>: URL used to trigger the SOAP Service (Note: This address should be unique across the Tenant)</a:t>
            </a:r>
          </a:p>
          <a:p>
            <a:pPr marL="398463" lvl="1" indent="-168275">
              <a:spcBef>
                <a:spcPts val="600"/>
              </a:spcBef>
              <a:buFont typeface="Verdana" panose="020B0604030504040204" pitchFamily="34" charset="0"/>
              <a:buChar char="–"/>
            </a:pPr>
            <a:r>
              <a:rPr lang="en-US" sz="1100" b="1" dirty="0"/>
              <a:t>Service Definition</a:t>
            </a:r>
            <a:r>
              <a:rPr lang="en-US" sz="1100" dirty="0"/>
              <a:t>: Manual/WSDL</a:t>
            </a:r>
          </a:p>
          <a:p>
            <a:pPr marL="398463" lvl="1" indent="-168275">
              <a:spcBef>
                <a:spcPts val="600"/>
              </a:spcBef>
              <a:buFont typeface="Verdana" panose="020B0604030504040204" pitchFamily="34" charset="0"/>
              <a:buChar char="–"/>
            </a:pPr>
            <a:r>
              <a:rPr lang="en-US" sz="1100" b="1" dirty="0"/>
              <a:t>URL To WSDL</a:t>
            </a:r>
            <a:r>
              <a:rPr lang="en-US" sz="1100" dirty="0"/>
              <a:t>: Upload the WSDL from the File system.</a:t>
            </a:r>
          </a:p>
          <a:p>
            <a:pPr marL="398463" lvl="1" indent="-168275">
              <a:spcBef>
                <a:spcPts val="600"/>
              </a:spcBef>
              <a:buFont typeface="Verdana" panose="020B0604030504040204" pitchFamily="34" charset="0"/>
              <a:buChar char="–"/>
            </a:pPr>
            <a:r>
              <a:rPr lang="en-US" sz="1100" b="1" dirty="0"/>
              <a:t>Service &amp; End point </a:t>
            </a:r>
            <a:r>
              <a:rPr lang="en-US" sz="1100" dirty="0"/>
              <a:t>values will be used /filled directly from the WSDL </a:t>
            </a:r>
          </a:p>
        </p:txBody>
      </p:sp>
      <p:pic>
        <p:nvPicPr>
          <p:cNvPr id="2" name="Picture 1">
            <a:extLst>
              <a:ext uri="{FF2B5EF4-FFF2-40B4-BE49-F238E27FC236}">
                <a16:creationId xmlns:a16="http://schemas.microsoft.com/office/drawing/2014/main" id="{C5BFC9E5-6958-4183-823B-2DC350DA8D90}"/>
              </a:ext>
            </a:extLst>
          </p:cNvPr>
          <p:cNvPicPr>
            <a:picLocks noChangeAspect="1"/>
          </p:cNvPicPr>
          <p:nvPr/>
        </p:nvPicPr>
        <p:blipFill>
          <a:blip r:embed="rId3"/>
          <a:stretch>
            <a:fillRect/>
          </a:stretch>
        </p:blipFill>
        <p:spPr>
          <a:xfrm>
            <a:off x="664642" y="2918459"/>
            <a:ext cx="7895957" cy="2552066"/>
          </a:xfrm>
          <a:prstGeom prst="rect">
            <a:avLst/>
          </a:prstGeom>
        </p:spPr>
      </p:pic>
    </p:spTree>
    <p:extLst>
      <p:ext uri="{BB962C8B-B14F-4D97-AF65-F5344CB8AC3E}">
        <p14:creationId xmlns:p14="http://schemas.microsoft.com/office/powerpoint/2010/main" val="349169465"/>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a:t>Creating End to End SOAP Scenario using Web UI (Cont’d…)</a:t>
            </a:r>
          </a:p>
        </p:txBody>
      </p:sp>
      <p:grpSp>
        <p:nvGrpSpPr>
          <p:cNvPr id="44" name="Group 43">
            <a:extLst>
              <a:ext uri="{FF2B5EF4-FFF2-40B4-BE49-F238E27FC236}">
                <a16:creationId xmlns:a16="http://schemas.microsoft.com/office/drawing/2014/main" id="{364BCDC8-AE71-4AEC-844B-CF09E0497788}"/>
              </a:ext>
            </a:extLst>
          </p:cNvPr>
          <p:cNvGrpSpPr/>
          <p:nvPr/>
        </p:nvGrpSpPr>
        <p:grpSpPr>
          <a:xfrm>
            <a:off x="376236" y="1387475"/>
            <a:ext cx="8391525" cy="4994275"/>
            <a:chOff x="376237" y="1387475"/>
            <a:chExt cx="4105276" cy="4994275"/>
          </a:xfrm>
          <a:solidFill>
            <a:schemeClr val="tx1">
              <a:lumMod val="85000"/>
              <a:lumOff val="15000"/>
            </a:schemeClr>
          </a:solidFill>
        </p:grpSpPr>
        <p:sp>
          <p:nvSpPr>
            <p:cNvPr id="45" name="Rectangle: Top Corners Rounded 44">
              <a:extLst>
                <a:ext uri="{FF2B5EF4-FFF2-40B4-BE49-F238E27FC236}">
                  <a16:creationId xmlns:a16="http://schemas.microsoft.com/office/drawing/2014/main" id="{8D8A859D-BDFE-4EA6-82BB-830F1A83C079}"/>
                </a:ext>
              </a:extLst>
            </p:cNvPr>
            <p:cNvSpPr/>
            <p:nvPr/>
          </p:nvSpPr>
          <p:spPr bwMode="gray">
            <a:xfrm>
              <a:off x="376237" y="1387475"/>
              <a:ext cx="4105276" cy="89633"/>
            </a:xfrm>
            <a:prstGeom prst="round2SameRect">
              <a:avLst>
                <a:gd name="adj1" fmla="val 50000"/>
                <a:gd name="adj2" fmla="val 0"/>
              </a:avLst>
            </a:prstGeom>
            <a:grp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46" name="Rectangle: Top Corners Rounded 45">
              <a:extLst>
                <a:ext uri="{FF2B5EF4-FFF2-40B4-BE49-F238E27FC236}">
                  <a16:creationId xmlns:a16="http://schemas.microsoft.com/office/drawing/2014/main" id="{E097257A-EE20-4EA0-82AF-6B10D440FC2D}"/>
                </a:ext>
              </a:extLst>
            </p:cNvPr>
            <p:cNvSpPr/>
            <p:nvPr/>
          </p:nvSpPr>
          <p:spPr bwMode="gray">
            <a:xfrm rot="10800000">
              <a:off x="376237" y="6292117"/>
              <a:ext cx="4105276" cy="89633"/>
            </a:xfrm>
            <a:prstGeom prst="round2SameRect">
              <a:avLst>
                <a:gd name="adj1" fmla="val 50000"/>
                <a:gd name="adj2" fmla="val 0"/>
              </a:avLst>
            </a:prstGeom>
            <a:grp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grpSp>
      <p:sp>
        <p:nvSpPr>
          <p:cNvPr id="47" name="Rectangle 46">
            <a:extLst>
              <a:ext uri="{FF2B5EF4-FFF2-40B4-BE49-F238E27FC236}">
                <a16:creationId xmlns:a16="http://schemas.microsoft.com/office/drawing/2014/main" id="{5CE29588-2B9E-4677-8E12-774CAB8399BC}"/>
              </a:ext>
            </a:extLst>
          </p:cNvPr>
          <p:cNvSpPr/>
          <p:nvPr/>
        </p:nvSpPr>
        <p:spPr bwMode="gray">
          <a:xfrm>
            <a:off x="464233" y="1518481"/>
            <a:ext cx="8224911" cy="4732264"/>
          </a:xfrm>
          <a:prstGeom prst="rect">
            <a:avLst/>
          </a:prstGeom>
          <a:solidFill>
            <a:schemeClr val="bg1">
              <a:lumMod val="95000"/>
            </a:schemeClr>
          </a:solidFill>
          <a:ln w="6350" algn="ctr">
            <a:solidFill>
              <a:schemeClr val="tx1">
                <a:lumMod val="95000"/>
                <a:lumOff val="5000"/>
              </a:schemeClr>
            </a:solidFill>
            <a:miter lim="800000"/>
            <a:headEnd/>
            <a:tailEnd/>
          </a:ln>
        </p:spPr>
        <p:txBody>
          <a:bodyPr wrap="square" lIns="88900" tIns="45720" rIns="88900" bIns="88900" rtlCol="0" anchor="t"/>
          <a:lstStyle/>
          <a:p>
            <a:pPr marL="228600" indent="-228600">
              <a:spcBef>
                <a:spcPts val="600"/>
              </a:spcBef>
              <a:buFont typeface="+mj-lt"/>
              <a:buAutoNum type="arabicPeriod" startAt="8"/>
            </a:pPr>
            <a:r>
              <a:rPr lang="en-US" sz="1100" dirty="0"/>
              <a:t>Under the connection Tab , </a:t>
            </a:r>
          </a:p>
          <a:p>
            <a:pPr marL="398463" lvl="1" indent="-168275">
              <a:spcBef>
                <a:spcPts val="600"/>
              </a:spcBef>
              <a:buFont typeface="Verdana" panose="020B0604030504040204" pitchFamily="34" charset="0"/>
              <a:buChar char="–"/>
            </a:pPr>
            <a:r>
              <a:rPr lang="en-US" sz="1100" b="1" dirty="0"/>
              <a:t>Maintain Authorization</a:t>
            </a:r>
            <a:r>
              <a:rPr lang="en-US" sz="1100" dirty="0"/>
              <a:t>: User Role/Certificate.</a:t>
            </a:r>
          </a:p>
          <a:p>
            <a:pPr marL="398463" lvl="1" indent="-168275">
              <a:spcBef>
                <a:spcPts val="600"/>
              </a:spcBef>
              <a:buFont typeface="Verdana" panose="020B0604030504040204" pitchFamily="34" charset="0"/>
              <a:buChar char="–"/>
            </a:pPr>
            <a:r>
              <a:rPr lang="en-US" sz="1100" b="1" dirty="0"/>
              <a:t>Robust</a:t>
            </a:r>
            <a:r>
              <a:rPr lang="en-US" sz="1100" dirty="0"/>
              <a:t> is used for synchronous communication</a:t>
            </a:r>
          </a:p>
          <a:p>
            <a:pPr marL="398463" lvl="1" indent="-168275">
              <a:spcBef>
                <a:spcPts val="600"/>
              </a:spcBef>
              <a:buFont typeface="Verdana" panose="020B0604030504040204" pitchFamily="34" charset="0"/>
              <a:buChar char="–"/>
            </a:pPr>
            <a:r>
              <a:rPr lang="en-US" sz="1100" dirty="0"/>
              <a:t>User should have *</a:t>
            </a:r>
            <a:r>
              <a:rPr lang="en-US" sz="1100" dirty="0" err="1"/>
              <a:t>ESBMessaging.send</a:t>
            </a:r>
            <a:r>
              <a:rPr lang="en-US" sz="1100" dirty="0"/>
              <a:t> role to perform this operation.</a:t>
            </a:r>
          </a:p>
          <a:p>
            <a:pPr>
              <a:spcBef>
                <a:spcPts val="600"/>
              </a:spcBef>
            </a:pPr>
            <a:r>
              <a:rPr lang="en-US" sz="1100" i="1" dirty="0"/>
              <a:t>*This is required while triggering the service from the source provided , we will using CPI Credentials or Certificates to authenticate for handshake. </a:t>
            </a:r>
          </a:p>
          <a:p>
            <a:pPr marL="228600" indent="-228600">
              <a:spcBef>
                <a:spcPts val="600"/>
              </a:spcBef>
              <a:buFont typeface="+mj-lt"/>
              <a:buAutoNum type="arabicPeriod" startAt="8"/>
            </a:pPr>
            <a:endParaRPr lang="en-US" sz="1100" dirty="0"/>
          </a:p>
        </p:txBody>
      </p:sp>
      <p:pic>
        <p:nvPicPr>
          <p:cNvPr id="9" name="Picture 8">
            <a:extLst>
              <a:ext uri="{FF2B5EF4-FFF2-40B4-BE49-F238E27FC236}">
                <a16:creationId xmlns:a16="http://schemas.microsoft.com/office/drawing/2014/main" id="{9EA37A0D-E00E-4637-91A5-5D623812F20B}"/>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62708" y="2976999"/>
            <a:ext cx="8009206" cy="1964012"/>
          </a:xfrm>
          <a:prstGeom prst="rect">
            <a:avLst/>
          </a:prstGeom>
        </p:spPr>
      </p:pic>
    </p:spTree>
    <p:extLst>
      <p:ext uri="{BB962C8B-B14F-4D97-AF65-F5344CB8AC3E}">
        <p14:creationId xmlns:p14="http://schemas.microsoft.com/office/powerpoint/2010/main" val="3117669704"/>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a:t>Creating End to End SOAP Scenario using Web UI (Cont’d…)</a:t>
            </a:r>
            <a:endParaRPr lang="en-US" dirty="0"/>
          </a:p>
        </p:txBody>
      </p:sp>
      <p:grpSp>
        <p:nvGrpSpPr>
          <p:cNvPr id="44" name="Group 43">
            <a:extLst>
              <a:ext uri="{FF2B5EF4-FFF2-40B4-BE49-F238E27FC236}">
                <a16:creationId xmlns:a16="http://schemas.microsoft.com/office/drawing/2014/main" id="{364BCDC8-AE71-4AEC-844B-CF09E0497788}"/>
              </a:ext>
            </a:extLst>
          </p:cNvPr>
          <p:cNvGrpSpPr/>
          <p:nvPr/>
        </p:nvGrpSpPr>
        <p:grpSpPr>
          <a:xfrm>
            <a:off x="376236" y="1387475"/>
            <a:ext cx="8391525" cy="4994275"/>
            <a:chOff x="376237" y="1387475"/>
            <a:chExt cx="4105276" cy="4994275"/>
          </a:xfrm>
          <a:solidFill>
            <a:schemeClr val="tx1">
              <a:lumMod val="85000"/>
              <a:lumOff val="15000"/>
            </a:schemeClr>
          </a:solidFill>
        </p:grpSpPr>
        <p:sp>
          <p:nvSpPr>
            <p:cNvPr id="45" name="Rectangle: Top Corners Rounded 44">
              <a:extLst>
                <a:ext uri="{FF2B5EF4-FFF2-40B4-BE49-F238E27FC236}">
                  <a16:creationId xmlns:a16="http://schemas.microsoft.com/office/drawing/2014/main" id="{8D8A859D-BDFE-4EA6-82BB-830F1A83C079}"/>
                </a:ext>
              </a:extLst>
            </p:cNvPr>
            <p:cNvSpPr/>
            <p:nvPr/>
          </p:nvSpPr>
          <p:spPr bwMode="gray">
            <a:xfrm>
              <a:off x="376237" y="1387475"/>
              <a:ext cx="4105276" cy="89633"/>
            </a:xfrm>
            <a:prstGeom prst="round2SameRect">
              <a:avLst>
                <a:gd name="adj1" fmla="val 50000"/>
                <a:gd name="adj2" fmla="val 0"/>
              </a:avLst>
            </a:prstGeom>
            <a:grp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46" name="Rectangle: Top Corners Rounded 45">
              <a:extLst>
                <a:ext uri="{FF2B5EF4-FFF2-40B4-BE49-F238E27FC236}">
                  <a16:creationId xmlns:a16="http://schemas.microsoft.com/office/drawing/2014/main" id="{E097257A-EE20-4EA0-82AF-6B10D440FC2D}"/>
                </a:ext>
              </a:extLst>
            </p:cNvPr>
            <p:cNvSpPr/>
            <p:nvPr/>
          </p:nvSpPr>
          <p:spPr bwMode="gray">
            <a:xfrm rot="10800000">
              <a:off x="376237" y="6292117"/>
              <a:ext cx="4105276" cy="89633"/>
            </a:xfrm>
            <a:prstGeom prst="round2SameRect">
              <a:avLst>
                <a:gd name="adj1" fmla="val 50000"/>
                <a:gd name="adj2" fmla="val 0"/>
              </a:avLst>
            </a:prstGeom>
            <a:grp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grpSp>
      <p:sp>
        <p:nvSpPr>
          <p:cNvPr id="47" name="Rectangle 46">
            <a:extLst>
              <a:ext uri="{FF2B5EF4-FFF2-40B4-BE49-F238E27FC236}">
                <a16:creationId xmlns:a16="http://schemas.microsoft.com/office/drawing/2014/main" id="{5CE29588-2B9E-4677-8E12-774CAB8399BC}"/>
              </a:ext>
            </a:extLst>
          </p:cNvPr>
          <p:cNvSpPr/>
          <p:nvPr/>
        </p:nvSpPr>
        <p:spPr bwMode="gray">
          <a:xfrm>
            <a:off x="464233" y="1518481"/>
            <a:ext cx="8224911" cy="4732264"/>
          </a:xfrm>
          <a:prstGeom prst="rect">
            <a:avLst/>
          </a:prstGeom>
          <a:solidFill>
            <a:schemeClr val="bg1">
              <a:lumMod val="95000"/>
            </a:schemeClr>
          </a:solidFill>
          <a:ln w="6350" algn="ctr">
            <a:solidFill>
              <a:schemeClr val="tx1">
                <a:lumMod val="95000"/>
                <a:lumOff val="5000"/>
              </a:schemeClr>
            </a:solidFill>
            <a:miter lim="800000"/>
            <a:headEnd/>
            <a:tailEnd/>
          </a:ln>
        </p:spPr>
        <p:txBody>
          <a:bodyPr wrap="square" lIns="88900" tIns="45720" rIns="88900" bIns="88900" rtlCol="0" anchor="t"/>
          <a:lstStyle/>
          <a:p>
            <a:pPr marL="228600" indent="-228600">
              <a:spcBef>
                <a:spcPts val="600"/>
              </a:spcBef>
              <a:buFont typeface="+mj-lt"/>
              <a:buAutoNum type="arabicPeriod" startAt="9"/>
            </a:pPr>
            <a:r>
              <a:rPr lang="en-US" sz="1100" dirty="0"/>
              <a:t>Double click on the Receiver SOAP channel.</a:t>
            </a:r>
            <a:br>
              <a:rPr lang="en-US" sz="1100" dirty="0"/>
            </a:br>
            <a:r>
              <a:rPr lang="en-US" sz="1100" dirty="0"/>
              <a:t>Under the Tab General , Choose Transport Protocol as HTTPS and Message Protocol as SOAP 1.x.</a:t>
            </a:r>
          </a:p>
        </p:txBody>
      </p:sp>
      <p:pic>
        <p:nvPicPr>
          <p:cNvPr id="8" name="Picture 7">
            <a:extLst>
              <a:ext uri="{FF2B5EF4-FFF2-40B4-BE49-F238E27FC236}">
                <a16:creationId xmlns:a16="http://schemas.microsoft.com/office/drawing/2014/main" id="{ABAB97BB-C43F-4A16-885D-AA9D026878F1}"/>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88865" y="2039688"/>
            <a:ext cx="8018738" cy="2957614"/>
          </a:xfrm>
          <a:prstGeom prst="rect">
            <a:avLst/>
          </a:prstGeom>
        </p:spPr>
      </p:pic>
    </p:spTree>
    <p:extLst>
      <p:ext uri="{BB962C8B-B14F-4D97-AF65-F5344CB8AC3E}">
        <p14:creationId xmlns:p14="http://schemas.microsoft.com/office/powerpoint/2010/main" val="1028247463"/>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a:t>Creating End to End SOAP Scenario using Web UI (Cont’d…)</a:t>
            </a:r>
          </a:p>
        </p:txBody>
      </p:sp>
      <p:grpSp>
        <p:nvGrpSpPr>
          <p:cNvPr id="44" name="Group 43">
            <a:extLst>
              <a:ext uri="{FF2B5EF4-FFF2-40B4-BE49-F238E27FC236}">
                <a16:creationId xmlns:a16="http://schemas.microsoft.com/office/drawing/2014/main" id="{364BCDC8-AE71-4AEC-844B-CF09E0497788}"/>
              </a:ext>
            </a:extLst>
          </p:cNvPr>
          <p:cNvGrpSpPr/>
          <p:nvPr/>
        </p:nvGrpSpPr>
        <p:grpSpPr>
          <a:xfrm>
            <a:off x="376236" y="1387475"/>
            <a:ext cx="8391525" cy="4994275"/>
            <a:chOff x="376237" y="1387475"/>
            <a:chExt cx="4105276" cy="4994275"/>
          </a:xfrm>
          <a:solidFill>
            <a:schemeClr val="tx1">
              <a:lumMod val="85000"/>
              <a:lumOff val="15000"/>
            </a:schemeClr>
          </a:solidFill>
        </p:grpSpPr>
        <p:sp>
          <p:nvSpPr>
            <p:cNvPr id="45" name="Rectangle: Top Corners Rounded 44">
              <a:extLst>
                <a:ext uri="{FF2B5EF4-FFF2-40B4-BE49-F238E27FC236}">
                  <a16:creationId xmlns:a16="http://schemas.microsoft.com/office/drawing/2014/main" id="{8D8A859D-BDFE-4EA6-82BB-830F1A83C079}"/>
                </a:ext>
              </a:extLst>
            </p:cNvPr>
            <p:cNvSpPr/>
            <p:nvPr/>
          </p:nvSpPr>
          <p:spPr bwMode="gray">
            <a:xfrm>
              <a:off x="376237" y="1387475"/>
              <a:ext cx="4105276" cy="89633"/>
            </a:xfrm>
            <a:prstGeom prst="round2SameRect">
              <a:avLst>
                <a:gd name="adj1" fmla="val 50000"/>
                <a:gd name="adj2" fmla="val 0"/>
              </a:avLst>
            </a:prstGeom>
            <a:grp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46" name="Rectangle: Top Corners Rounded 45">
              <a:extLst>
                <a:ext uri="{FF2B5EF4-FFF2-40B4-BE49-F238E27FC236}">
                  <a16:creationId xmlns:a16="http://schemas.microsoft.com/office/drawing/2014/main" id="{E097257A-EE20-4EA0-82AF-6B10D440FC2D}"/>
                </a:ext>
              </a:extLst>
            </p:cNvPr>
            <p:cNvSpPr/>
            <p:nvPr/>
          </p:nvSpPr>
          <p:spPr bwMode="gray">
            <a:xfrm rot="10800000">
              <a:off x="376237" y="6292117"/>
              <a:ext cx="4105276" cy="89633"/>
            </a:xfrm>
            <a:prstGeom prst="round2SameRect">
              <a:avLst>
                <a:gd name="adj1" fmla="val 50000"/>
                <a:gd name="adj2" fmla="val 0"/>
              </a:avLst>
            </a:prstGeom>
            <a:grp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grpSp>
      <p:sp>
        <p:nvSpPr>
          <p:cNvPr id="47" name="Rectangle 46">
            <a:extLst>
              <a:ext uri="{FF2B5EF4-FFF2-40B4-BE49-F238E27FC236}">
                <a16:creationId xmlns:a16="http://schemas.microsoft.com/office/drawing/2014/main" id="{5CE29588-2B9E-4677-8E12-774CAB8399BC}"/>
              </a:ext>
            </a:extLst>
          </p:cNvPr>
          <p:cNvSpPr/>
          <p:nvPr/>
        </p:nvSpPr>
        <p:spPr bwMode="gray">
          <a:xfrm>
            <a:off x="464233" y="1518481"/>
            <a:ext cx="8224911" cy="4732264"/>
          </a:xfrm>
          <a:prstGeom prst="rect">
            <a:avLst/>
          </a:prstGeom>
          <a:solidFill>
            <a:schemeClr val="bg1">
              <a:lumMod val="95000"/>
            </a:schemeClr>
          </a:solidFill>
          <a:ln w="6350" algn="ctr">
            <a:solidFill>
              <a:schemeClr val="tx1">
                <a:lumMod val="95000"/>
                <a:lumOff val="5000"/>
              </a:schemeClr>
            </a:solidFill>
            <a:miter lim="800000"/>
            <a:headEnd/>
            <a:tailEnd/>
          </a:ln>
        </p:spPr>
        <p:txBody>
          <a:bodyPr wrap="square" lIns="88900" tIns="45720" rIns="88900" bIns="88900" rtlCol="0" anchor="t"/>
          <a:lstStyle/>
          <a:p>
            <a:pPr marL="285750" indent="-285750">
              <a:spcBef>
                <a:spcPts val="600"/>
              </a:spcBef>
              <a:buFont typeface="+mj-lt"/>
              <a:buAutoNum type="arabicPeriod" startAt="10"/>
            </a:pPr>
            <a:r>
              <a:rPr lang="en-US" sz="1100" dirty="0"/>
              <a:t>Service and endpoint will get populated automatically. Choose Processing Settings as ‘Robust’ to receive a response for the message sent. Robust is used for synchronous communication. Give the below details in the receiver channel.</a:t>
            </a:r>
            <a:br>
              <a:rPr lang="en-US" sz="1100" dirty="0"/>
            </a:br>
            <a:r>
              <a:rPr lang="en-US" sz="1100" b="1" dirty="0"/>
              <a:t>Address</a:t>
            </a:r>
            <a:r>
              <a:rPr lang="en-US" sz="1100" dirty="0"/>
              <a:t>: </a:t>
            </a:r>
            <a:r>
              <a:rPr lang="en-US" sz="1100" dirty="0">
                <a:hlinkClick r:id="rId3"/>
              </a:rPr>
              <a:t>http://www.dneonline.com/calculator.asmx </a:t>
            </a:r>
            <a:endParaRPr lang="en-US" sz="1100" dirty="0"/>
          </a:p>
          <a:p>
            <a:pPr marL="228600" indent="-228600">
              <a:spcBef>
                <a:spcPts val="600"/>
              </a:spcBef>
              <a:buFont typeface="+mj-lt"/>
              <a:buAutoNum type="arabicPeriod" startAt="10"/>
            </a:pPr>
            <a:endParaRPr lang="en-US" sz="1100" dirty="0"/>
          </a:p>
        </p:txBody>
      </p:sp>
      <p:pic>
        <p:nvPicPr>
          <p:cNvPr id="9" name="Picture 8">
            <a:extLst>
              <a:ext uri="{FF2B5EF4-FFF2-40B4-BE49-F238E27FC236}">
                <a16:creationId xmlns:a16="http://schemas.microsoft.com/office/drawing/2014/main" id="{74F9A709-6BD8-49EC-99F2-E06B57AFA2CE}"/>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610186" y="2414529"/>
            <a:ext cx="7981026" cy="2579502"/>
          </a:xfrm>
          <a:prstGeom prst="rect">
            <a:avLst/>
          </a:prstGeom>
        </p:spPr>
      </p:pic>
    </p:spTree>
    <p:extLst>
      <p:ext uri="{BB962C8B-B14F-4D97-AF65-F5344CB8AC3E}">
        <p14:creationId xmlns:p14="http://schemas.microsoft.com/office/powerpoint/2010/main" val="3744769124"/>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a:t>Deployment</a:t>
            </a:r>
          </a:p>
        </p:txBody>
      </p:sp>
      <p:grpSp>
        <p:nvGrpSpPr>
          <p:cNvPr id="44" name="Group 43">
            <a:extLst>
              <a:ext uri="{FF2B5EF4-FFF2-40B4-BE49-F238E27FC236}">
                <a16:creationId xmlns:a16="http://schemas.microsoft.com/office/drawing/2014/main" id="{364BCDC8-AE71-4AEC-844B-CF09E0497788}"/>
              </a:ext>
            </a:extLst>
          </p:cNvPr>
          <p:cNvGrpSpPr/>
          <p:nvPr/>
        </p:nvGrpSpPr>
        <p:grpSpPr>
          <a:xfrm>
            <a:off x="376236" y="1387475"/>
            <a:ext cx="8391525" cy="4994275"/>
            <a:chOff x="376237" y="1387475"/>
            <a:chExt cx="4105276" cy="4994275"/>
          </a:xfrm>
          <a:solidFill>
            <a:schemeClr val="tx1">
              <a:lumMod val="85000"/>
              <a:lumOff val="15000"/>
            </a:schemeClr>
          </a:solidFill>
        </p:grpSpPr>
        <p:sp>
          <p:nvSpPr>
            <p:cNvPr id="45" name="Rectangle: Top Corners Rounded 44">
              <a:extLst>
                <a:ext uri="{FF2B5EF4-FFF2-40B4-BE49-F238E27FC236}">
                  <a16:creationId xmlns:a16="http://schemas.microsoft.com/office/drawing/2014/main" id="{8D8A859D-BDFE-4EA6-82BB-830F1A83C079}"/>
                </a:ext>
              </a:extLst>
            </p:cNvPr>
            <p:cNvSpPr/>
            <p:nvPr/>
          </p:nvSpPr>
          <p:spPr bwMode="gray">
            <a:xfrm>
              <a:off x="376237" y="1387475"/>
              <a:ext cx="4105276" cy="89633"/>
            </a:xfrm>
            <a:prstGeom prst="round2SameRect">
              <a:avLst>
                <a:gd name="adj1" fmla="val 50000"/>
                <a:gd name="adj2" fmla="val 0"/>
              </a:avLst>
            </a:prstGeom>
            <a:grp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46" name="Rectangle: Top Corners Rounded 45">
              <a:extLst>
                <a:ext uri="{FF2B5EF4-FFF2-40B4-BE49-F238E27FC236}">
                  <a16:creationId xmlns:a16="http://schemas.microsoft.com/office/drawing/2014/main" id="{E097257A-EE20-4EA0-82AF-6B10D440FC2D}"/>
                </a:ext>
              </a:extLst>
            </p:cNvPr>
            <p:cNvSpPr/>
            <p:nvPr/>
          </p:nvSpPr>
          <p:spPr bwMode="gray">
            <a:xfrm rot="10800000">
              <a:off x="376237" y="6292117"/>
              <a:ext cx="4105276" cy="89633"/>
            </a:xfrm>
            <a:prstGeom prst="round2SameRect">
              <a:avLst>
                <a:gd name="adj1" fmla="val 50000"/>
                <a:gd name="adj2" fmla="val 0"/>
              </a:avLst>
            </a:prstGeom>
            <a:grp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grpSp>
      <p:sp>
        <p:nvSpPr>
          <p:cNvPr id="47" name="Rectangle 46">
            <a:extLst>
              <a:ext uri="{FF2B5EF4-FFF2-40B4-BE49-F238E27FC236}">
                <a16:creationId xmlns:a16="http://schemas.microsoft.com/office/drawing/2014/main" id="{5CE29588-2B9E-4677-8E12-774CAB8399BC}"/>
              </a:ext>
            </a:extLst>
          </p:cNvPr>
          <p:cNvSpPr/>
          <p:nvPr/>
        </p:nvSpPr>
        <p:spPr bwMode="gray">
          <a:xfrm>
            <a:off x="464233" y="1518481"/>
            <a:ext cx="8224911" cy="4732264"/>
          </a:xfrm>
          <a:prstGeom prst="rect">
            <a:avLst/>
          </a:prstGeom>
          <a:solidFill>
            <a:schemeClr val="bg1">
              <a:lumMod val="95000"/>
            </a:schemeClr>
          </a:solidFill>
          <a:ln w="6350" algn="ctr">
            <a:solidFill>
              <a:schemeClr val="tx1">
                <a:lumMod val="95000"/>
                <a:lumOff val="5000"/>
              </a:schemeClr>
            </a:solidFill>
            <a:miter lim="800000"/>
            <a:headEnd/>
            <a:tailEnd/>
          </a:ln>
        </p:spPr>
        <p:txBody>
          <a:bodyPr wrap="square" lIns="88900" tIns="45720" rIns="88900" bIns="88900" rtlCol="0" anchor="t"/>
          <a:lstStyle/>
          <a:p>
            <a:pPr>
              <a:spcBef>
                <a:spcPts val="600"/>
              </a:spcBef>
            </a:pPr>
            <a:r>
              <a:rPr lang="en-US" sz="1100" dirty="0"/>
              <a:t>On the Right Top corner, Click on the Deploy to activate your scenario. </a:t>
            </a:r>
          </a:p>
        </p:txBody>
      </p:sp>
      <p:pic>
        <p:nvPicPr>
          <p:cNvPr id="3" name="Picture 2">
            <a:extLst>
              <a:ext uri="{FF2B5EF4-FFF2-40B4-BE49-F238E27FC236}">
                <a16:creationId xmlns:a16="http://schemas.microsoft.com/office/drawing/2014/main" id="{C9572991-07BB-4ABB-826E-C7DF5F8C0194}"/>
              </a:ext>
            </a:extLst>
          </p:cNvPr>
          <p:cNvPicPr>
            <a:picLocks noChangeAspect="1"/>
          </p:cNvPicPr>
          <p:nvPr/>
        </p:nvPicPr>
        <p:blipFill>
          <a:blip r:embed="rId3"/>
          <a:stretch>
            <a:fillRect/>
          </a:stretch>
        </p:blipFill>
        <p:spPr>
          <a:xfrm>
            <a:off x="765544" y="2161952"/>
            <a:ext cx="7742704" cy="2785731"/>
          </a:xfrm>
          <a:prstGeom prst="rect">
            <a:avLst/>
          </a:prstGeom>
        </p:spPr>
      </p:pic>
    </p:spTree>
    <p:extLst>
      <p:ext uri="{BB962C8B-B14F-4D97-AF65-F5344CB8AC3E}">
        <p14:creationId xmlns:p14="http://schemas.microsoft.com/office/powerpoint/2010/main" val="855136077"/>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a:t>Overview </a:t>
            </a:r>
          </a:p>
        </p:txBody>
      </p:sp>
      <p:grpSp>
        <p:nvGrpSpPr>
          <p:cNvPr id="44" name="Group 43">
            <a:extLst>
              <a:ext uri="{FF2B5EF4-FFF2-40B4-BE49-F238E27FC236}">
                <a16:creationId xmlns:a16="http://schemas.microsoft.com/office/drawing/2014/main" id="{364BCDC8-AE71-4AEC-844B-CF09E0497788}"/>
              </a:ext>
            </a:extLst>
          </p:cNvPr>
          <p:cNvGrpSpPr/>
          <p:nvPr/>
        </p:nvGrpSpPr>
        <p:grpSpPr>
          <a:xfrm>
            <a:off x="376236" y="1387475"/>
            <a:ext cx="8391525" cy="4994275"/>
            <a:chOff x="376237" y="1387475"/>
            <a:chExt cx="4105276" cy="4994275"/>
          </a:xfrm>
          <a:solidFill>
            <a:schemeClr val="tx1">
              <a:lumMod val="85000"/>
              <a:lumOff val="15000"/>
            </a:schemeClr>
          </a:solidFill>
        </p:grpSpPr>
        <p:sp>
          <p:nvSpPr>
            <p:cNvPr id="45" name="Rectangle: Top Corners Rounded 44">
              <a:extLst>
                <a:ext uri="{FF2B5EF4-FFF2-40B4-BE49-F238E27FC236}">
                  <a16:creationId xmlns:a16="http://schemas.microsoft.com/office/drawing/2014/main" id="{8D8A859D-BDFE-4EA6-82BB-830F1A83C079}"/>
                </a:ext>
              </a:extLst>
            </p:cNvPr>
            <p:cNvSpPr/>
            <p:nvPr/>
          </p:nvSpPr>
          <p:spPr bwMode="gray">
            <a:xfrm>
              <a:off x="376237" y="1387475"/>
              <a:ext cx="4105276" cy="89633"/>
            </a:xfrm>
            <a:prstGeom prst="round2SameRect">
              <a:avLst>
                <a:gd name="adj1" fmla="val 50000"/>
                <a:gd name="adj2" fmla="val 0"/>
              </a:avLst>
            </a:prstGeom>
            <a:grp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46" name="Rectangle: Top Corners Rounded 45">
              <a:extLst>
                <a:ext uri="{FF2B5EF4-FFF2-40B4-BE49-F238E27FC236}">
                  <a16:creationId xmlns:a16="http://schemas.microsoft.com/office/drawing/2014/main" id="{E097257A-EE20-4EA0-82AF-6B10D440FC2D}"/>
                </a:ext>
              </a:extLst>
            </p:cNvPr>
            <p:cNvSpPr/>
            <p:nvPr/>
          </p:nvSpPr>
          <p:spPr bwMode="gray">
            <a:xfrm rot="10800000">
              <a:off x="376237" y="6292117"/>
              <a:ext cx="4105276" cy="89633"/>
            </a:xfrm>
            <a:prstGeom prst="round2SameRect">
              <a:avLst>
                <a:gd name="adj1" fmla="val 50000"/>
                <a:gd name="adj2" fmla="val 0"/>
              </a:avLst>
            </a:prstGeom>
            <a:grp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grpSp>
      <p:sp>
        <p:nvSpPr>
          <p:cNvPr id="47" name="Rectangle 46">
            <a:extLst>
              <a:ext uri="{FF2B5EF4-FFF2-40B4-BE49-F238E27FC236}">
                <a16:creationId xmlns:a16="http://schemas.microsoft.com/office/drawing/2014/main" id="{5CE29588-2B9E-4677-8E12-774CAB8399BC}"/>
              </a:ext>
            </a:extLst>
          </p:cNvPr>
          <p:cNvSpPr/>
          <p:nvPr/>
        </p:nvSpPr>
        <p:spPr bwMode="gray">
          <a:xfrm>
            <a:off x="464233" y="1518481"/>
            <a:ext cx="8224911" cy="4732264"/>
          </a:xfrm>
          <a:prstGeom prst="rect">
            <a:avLst/>
          </a:prstGeom>
          <a:solidFill>
            <a:schemeClr val="bg1">
              <a:lumMod val="95000"/>
            </a:schemeClr>
          </a:solidFill>
          <a:ln w="6350" algn="ctr">
            <a:solidFill>
              <a:schemeClr val="tx1">
                <a:lumMod val="95000"/>
                <a:lumOff val="5000"/>
              </a:schemeClr>
            </a:solidFill>
            <a:miter lim="800000"/>
            <a:headEnd/>
            <a:tailEnd/>
          </a:ln>
        </p:spPr>
        <p:txBody>
          <a:bodyPr wrap="square" lIns="88900" tIns="45720" rIns="88900" bIns="88900" rtlCol="0" anchor="t"/>
          <a:lstStyle/>
          <a:p>
            <a:pPr marL="171450" indent="-171450">
              <a:spcBef>
                <a:spcPts val="600"/>
              </a:spcBef>
              <a:buFont typeface="Arial" panose="020B0604020202020204" pitchFamily="34" charset="0"/>
              <a:buChar char="•"/>
            </a:pPr>
            <a:r>
              <a:rPr lang="en-US" sz="1100" dirty="0"/>
              <a:t>Click on the </a:t>
            </a:r>
            <a:r>
              <a:rPr lang="en-US" sz="1100" b="1" dirty="0"/>
              <a:t>Operations View </a:t>
            </a:r>
            <a:r>
              <a:rPr lang="en-US" sz="1100" dirty="0"/>
              <a:t>On the Home page . It directs you to the </a:t>
            </a:r>
            <a:r>
              <a:rPr lang="en-US" sz="1100" b="1" dirty="0"/>
              <a:t>Overview</a:t>
            </a:r>
            <a:r>
              <a:rPr lang="en-US" sz="1100" dirty="0"/>
              <a:t> Work bench .</a:t>
            </a:r>
          </a:p>
          <a:p>
            <a:pPr marL="171450" indent="-171450">
              <a:spcBef>
                <a:spcPts val="600"/>
              </a:spcBef>
              <a:buFont typeface="Arial" panose="020B0604020202020204" pitchFamily="34" charset="0"/>
              <a:buChar char="•"/>
            </a:pPr>
            <a:r>
              <a:rPr lang="en-US" sz="1100" dirty="0"/>
              <a:t>This workbench is used for Monitoring all your Integration content.</a:t>
            </a:r>
          </a:p>
          <a:p>
            <a:pPr marL="171450" indent="-171450">
              <a:spcBef>
                <a:spcPts val="600"/>
              </a:spcBef>
              <a:buFont typeface="Arial" panose="020B0604020202020204" pitchFamily="34" charset="0"/>
              <a:buChar char="•"/>
            </a:pPr>
            <a:r>
              <a:rPr lang="en-US" sz="1100" dirty="0"/>
              <a:t>Once deployed, you can view your </a:t>
            </a:r>
            <a:r>
              <a:rPr lang="en-US" sz="1100" dirty="0" err="1"/>
              <a:t>Iflow</a:t>
            </a:r>
            <a:r>
              <a:rPr lang="en-US" sz="1100" dirty="0"/>
              <a:t> Scenario status as “Started” under the </a:t>
            </a:r>
            <a:r>
              <a:rPr lang="en-US" sz="1100" b="1" dirty="0"/>
              <a:t>Manage Integration Content</a:t>
            </a:r>
            <a:r>
              <a:rPr lang="en-US" sz="1100" dirty="0"/>
              <a:t>.</a:t>
            </a:r>
          </a:p>
        </p:txBody>
      </p:sp>
      <p:pic>
        <p:nvPicPr>
          <p:cNvPr id="9" name="Picture 8">
            <a:extLst>
              <a:ext uri="{FF2B5EF4-FFF2-40B4-BE49-F238E27FC236}">
                <a16:creationId xmlns:a16="http://schemas.microsoft.com/office/drawing/2014/main" id="{9CCE76E3-E4DC-40F6-807C-CBB0464D943D}"/>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64980" y="2569091"/>
            <a:ext cx="7734958" cy="3551355"/>
          </a:xfrm>
          <a:prstGeom prst="rect">
            <a:avLst/>
          </a:prstGeom>
        </p:spPr>
      </p:pic>
    </p:spTree>
    <p:extLst>
      <p:ext uri="{BB962C8B-B14F-4D97-AF65-F5344CB8AC3E}">
        <p14:creationId xmlns:p14="http://schemas.microsoft.com/office/powerpoint/2010/main" val="2176752489"/>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a:t>Manage Integration content</a:t>
            </a:r>
          </a:p>
        </p:txBody>
      </p:sp>
      <p:grpSp>
        <p:nvGrpSpPr>
          <p:cNvPr id="44" name="Group 43">
            <a:extLst>
              <a:ext uri="{FF2B5EF4-FFF2-40B4-BE49-F238E27FC236}">
                <a16:creationId xmlns:a16="http://schemas.microsoft.com/office/drawing/2014/main" id="{364BCDC8-AE71-4AEC-844B-CF09E0497788}"/>
              </a:ext>
            </a:extLst>
          </p:cNvPr>
          <p:cNvGrpSpPr/>
          <p:nvPr/>
        </p:nvGrpSpPr>
        <p:grpSpPr>
          <a:xfrm>
            <a:off x="376236" y="1387475"/>
            <a:ext cx="8391525" cy="4994275"/>
            <a:chOff x="376237" y="1387475"/>
            <a:chExt cx="4105276" cy="4994275"/>
          </a:xfrm>
          <a:solidFill>
            <a:schemeClr val="tx1">
              <a:lumMod val="85000"/>
              <a:lumOff val="15000"/>
            </a:schemeClr>
          </a:solidFill>
        </p:grpSpPr>
        <p:sp>
          <p:nvSpPr>
            <p:cNvPr id="45" name="Rectangle: Top Corners Rounded 44">
              <a:extLst>
                <a:ext uri="{FF2B5EF4-FFF2-40B4-BE49-F238E27FC236}">
                  <a16:creationId xmlns:a16="http://schemas.microsoft.com/office/drawing/2014/main" id="{8D8A859D-BDFE-4EA6-82BB-830F1A83C079}"/>
                </a:ext>
              </a:extLst>
            </p:cNvPr>
            <p:cNvSpPr/>
            <p:nvPr/>
          </p:nvSpPr>
          <p:spPr bwMode="gray">
            <a:xfrm>
              <a:off x="376237" y="1387475"/>
              <a:ext cx="4105276" cy="89633"/>
            </a:xfrm>
            <a:prstGeom prst="round2SameRect">
              <a:avLst>
                <a:gd name="adj1" fmla="val 50000"/>
                <a:gd name="adj2" fmla="val 0"/>
              </a:avLst>
            </a:prstGeom>
            <a:grp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46" name="Rectangle: Top Corners Rounded 45">
              <a:extLst>
                <a:ext uri="{FF2B5EF4-FFF2-40B4-BE49-F238E27FC236}">
                  <a16:creationId xmlns:a16="http://schemas.microsoft.com/office/drawing/2014/main" id="{E097257A-EE20-4EA0-82AF-6B10D440FC2D}"/>
                </a:ext>
              </a:extLst>
            </p:cNvPr>
            <p:cNvSpPr/>
            <p:nvPr/>
          </p:nvSpPr>
          <p:spPr bwMode="gray">
            <a:xfrm rot="10800000">
              <a:off x="376237" y="6292117"/>
              <a:ext cx="4105276" cy="89633"/>
            </a:xfrm>
            <a:prstGeom prst="round2SameRect">
              <a:avLst>
                <a:gd name="adj1" fmla="val 50000"/>
                <a:gd name="adj2" fmla="val 0"/>
              </a:avLst>
            </a:prstGeom>
            <a:grp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grpSp>
      <p:sp>
        <p:nvSpPr>
          <p:cNvPr id="47" name="Rectangle 46">
            <a:extLst>
              <a:ext uri="{FF2B5EF4-FFF2-40B4-BE49-F238E27FC236}">
                <a16:creationId xmlns:a16="http://schemas.microsoft.com/office/drawing/2014/main" id="{5CE29588-2B9E-4677-8E12-774CAB8399BC}"/>
              </a:ext>
            </a:extLst>
          </p:cNvPr>
          <p:cNvSpPr/>
          <p:nvPr/>
        </p:nvSpPr>
        <p:spPr bwMode="gray">
          <a:xfrm>
            <a:off x="464233" y="1518481"/>
            <a:ext cx="8224911" cy="4732264"/>
          </a:xfrm>
          <a:prstGeom prst="rect">
            <a:avLst/>
          </a:prstGeom>
          <a:solidFill>
            <a:schemeClr val="bg1">
              <a:lumMod val="95000"/>
            </a:schemeClr>
          </a:solidFill>
          <a:ln w="6350" algn="ctr">
            <a:solidFill>
              <a:schemeClr val="tx1">
                <a:lumMod val="95000"/>
                <a:lumOff val="5000"/>
              </a:schemeClr>
            </a:solidFill>
            <a:miter lim="800000"/>
            <a:headEnd/>
            <a:tailEnd/>
          </a:ln>
        </p:spPr>
        <p:txBody>
          <a:bodyPr wrap="square" lIns="88900" tIns="45720" rIns="88900" bIns="88900" rtlCol="0" anchor="t"/>
          <a:lstStyle/>
          <a:p>
            <a:pPr>
              <a:spcBef>
                <a:spcPts val="600"/>
              </a:spcBef>
            </a:pPr>
            <a:r>
              <a:rPr lang="en-US" sz="1100" dirty="0"/>
              <a:t>Choose your scenario under the Integration content . You can see the End point URL for your </a:t>
            </a:r>
            <a:r>
              <a:rPr lang="en-US" sz="1100" dirty="0" err="1"/>
              <a:t>Iflow</a:t>
            </a:r>
            <a:r>
              <a:rPr lang="en-US" sz="1100" dirty="0"/>
              <a:t> Scenario</a:t>
            </a:r>
          </a:p>
        </p:txBody>
      </p:sp>
      <p:pic>
        <p:nvPicPr>
          <p:cNvPr id="3" name="Picture 2">
            <a:extLst>
              <a:ext uri="{FF2B5EF4-FFF2-40B4-BE49-F238E27FC236}">
                <a16:creationId xmlns:a16="http://schemas.microsoft.com/office/drawing/2014/main" id="{C6811EF4-AA82-481E-BDC3-FEB997210EC5}"/>
              </a:ext>
            </a:extLst>
          </p:cNvPr>
          <p:cNvPicPr>
            <a:picLocks noChangeAspect="1"/>
          </p:cNvPicPr>
          <p:nvPr/>
        </p:nvPicPr>
        <p:blipFill>
          <a:blip r:embed="rId3"/>
          <a:stretch>
            <a:fillRect/>
          </a:stretch>
        </p:blipFill>
        <p:spPr>
          <a:xfrm>
            <a:off x="829339" y="2340299"/>
            <a:ext cx="7513675" cy="3415459"/>
          </a:xfrm>
          <a:prstGeom prst="rect">
            <a:avLst/>
          </a:prstGeom>
        </p:spPr>
      </p:pic>
    </p:spTree>
    <p:extLst>
      <p:ext uri="{BB962C8B-B14F-4D97-AF65-F5344CB8AC3E}">
        <p14:creationId xmlns:p14="http://schemas.microsoft.com/office/powerpoint/2010/main" val="809289613"/>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a:t>Testing</a:t>
            </a:r>
          </a:p>
        </p:txBody>
      </p:sp>
      <p:grpSp>
        <p:nvGrpSpPr>
          <p:cNvPr id="44" name="Group 43">
            <a:extLst>
              <a:ext uri="{FF2B5EF4-FFF2-40B4-BE49-F238E27FC236}">
                <a16:creationId xmlns:a16="http://schemas.microsoft.com/office/drawing/2014/main" id="{364BCDC8-AE71-4AEC-844B-CF09E0497788}"/>
              </a:ext>
            </a:extLst>
          </p:cNvPr>
          <p:cNvGrpSpPr/>
          <p:nvPr/>
        </p:nvGrpSpPr>
        <p:grpSpPr>
          <a:xfrm>
            <a:off x="376236" y="1387475"/>
            <a:ext cx="8391525" cy="4994275"/>
            <a:chOff x="376237" y="1387475"/>
            <a:chExt cx="4105276" cy="4994275"/>
          </a:xfrm>
          <a:solidFill>
            <a:schemeClr val="tx1">
              <a:lumMod val="85000"/>
              <a:lumOff val="15000"/>
            </a:schemeClr>
          </a:solidFill>
        </p:grpSpPr>
        <p:sp>
          <p:nvSpPr>
            <p:cNvPr id="45" name="Rectangle: Top Corners Rounded 44">
              <a:extLst>
                <a:ext uri="{FF2B5EF4-FFF2-40B4-BE49-F238E27FC236}">
                  <a16:creationId xmlns:a16="http://schemas.microsoft.com/office/drawing/2014/main" id="{8D8A859D-BDFE-4EA6-82BB-830F1A83C079}"/>
                </a:ext>
              </a:extLst>
            </p:cNvPr>
            <p:cNvSpPr/>
            <p:nvPr/>
          </p:nvSpPr>
          <p:spPr bwMode="gray">
            <a:xfrm>
              <a:off x="376237" y="1387475"/>
              <a:ext cx="4105276" cy="89633"/>
            </a:xfrm>
            <a:prstGeom prst="round2SameRect">
              <a:avLst>
                <a:gd name="adj1" fmla="val 50000"/>
                <a:gd name="adj2" fmla="val 0"/>
              </a:avLst>
            </a:prstGeom>
            <a:grp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46" name="Rectangle: Top Corners Rounded 45">
              <a:extLst>
                <a:ext uri="{FF2B5EF4-FFF2-40B4-BE49-F238E27FC236}">
                  <a16:creationId xmlns:a16="http://schemas.microsoft.com/office/drawing/2014/main" id="{E097257A-EE20-4EA0-82AF-6B10D440FC2D}"/>
                </a:ext>
              </a:extLst>
            </p:cNvPr>
            <p:cNvSpPr/>
            <p:nvPr/>
          </p:nvSpPr>
          <p:spPr bwMode="gray">
            <a:xfrm rot="10800000">
              <a:off x="376237" y="6292117"/>
              <a:ext cx="4105276" cy="89633"/>
            </a:xfrm>
            <a:prstGeom prst="round2SameRect">
              <a:avLst>
                <a:gd name="adj1" fmla="val 50000"/>
                <a:gd name="adj2" fmla="val 0"/>
              </a:avLst>
            </a:prstGeom>
            <a:grp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grpSp>
      <p:sp>
        <p:nvSpPr>
          <p:cNvPr id="47" name="Rectangle 46">
            <a:extLst>
              <a:ext uri="{FF2B5EF4-FFF2-40B4-BE49-F238E27FC236}">
                <a16:creationId xmlns:a16="http://schemas.microsoft.com/office/drawing/2014/main" id="{5CE29588-2B9E-4677-8E12-774CAB8399BC}"/>
              </a:ext>
            </a:extLst>
          </p:cNvPr>
          <p:cNvSpPr/>
          <p:nvPr/>
        </p:nvSpPr>
        <p:spPr bwMode="gray">
          <a:xfrm>
            <a:off x="464233" y="1518481"/>
            <a:ext cx="8224911" cy="4732264"/>
          </a:xfrm>
          <a:prstGeom prst="rect">
            <a:avLst/>
          </a:prstGeom>
          <a:solidFill>
            <a:schemeClr val="bg1">
              <a:lumMod val="95000"/>
            </a:schemeClr>
          </a:solidFill>
          <a:ln w="6350" algn="ctr">
            <a:solidFill>
              <a:schemeClr val="tx1">
                <a:lumMod val="95000"/>
                <a:lumOff val="5000"/>
              </a:schemeClr>
            </a:solidFill>
            <a:miter lim="800000"/>
            <a:headEnd/>
            <a:tailEnd/>
          </a:ln>
        </p:spPr>
        <p:txBody>
          <a:bodyPr wrap="square" lIns="88900" tIns="45720" rIns="88900" bIns="88900" rtlCol="0" anchor="t"/>
          <a:lstStyle/>
          <a:p>
            <a:pPr marL="228600" indent="-228600">
              <a:spcBef>
                <a:spcPts val="600"/>
              </a:spcBef>
              <a:buFont typeface="+mj-lt"/>
              <a:buAutoNum type="arabicPeriod"/>
            </a:pPr>
            <a:r>
              <a:rPr lang="en-US" sz="1100" dirty="0"/>
              <a:t>Open SOAP UI and create a New SOAP Project. </a:t>
            </a:r>
          </a:p>
          <a:p>
            <a:pPr marL="228600" indent="-228600">
              <a:spcBef>
                <a:spcPts val="600"/>
              </a:spcBef>
              <a:buFont typeface="+mj-lt"/>
              <a:buAutoNum type="arabicPeriod"/>
            </a:pPr>
            <a:r>
              <a:rPr lang="en-US" sz="1100" dirty="0"/>
              <a:t>Browse the WSDL file from the local disk.</a:t>
            </a:r>
          </a:p>
          <a:p>
            <a:pPr marL="228600" indent="-228600">
              <a:spcBef>
                <a:spcPts val="600"/>
              </a:spcBef>
              <a:buFont typeface="+mj-lt"/>
              <a:buAutoNum type="arabicPeriod"/>
            </a:pPr>
            <a:r>
              <a:rPr lang="en-US" sz="1100" dirty="0"/>
              <a:t>Use the End point URL to trigger the service. </a:t>
            </a:r>
          </a:p>
          <a:p>
            <a:pPr marL="228600" indent="-228600">
              <a:spcBef>
                <a:spcPts val="600"/>
              </a:spcBef>
              <a:buFont typeface="+mj-lt"/>
              <a:buAutoNum type="arabicPeriod"/>
            </a:pPr>
            <a:r>
              <a:rPr lang="en-US" sz="1100" dirty="0"/>
              <a:t>Enter the SAP CPI Login credentials under Authorization “ Basic “ </a:t>
            </a:r>
          </a:p>
          <a:p>
            <a:pPr marL="228600" indent="-228600">
              <a:spcBef>
                <a:spcPts val="600"/>
              </a:spcBef>
              <a:buFont typeface="+mj-lt"/>
              <a:buAutoNum type="arabicPeriod"/>
            </a:pPr>
            <a:r>
              <a:rPr lang="en-US" sz="1100" dirty="0"/>
              <a:t>Execute the SOAP Request &amp; Check the Response.  </a:t>
            </a:r>
          </a:p>
          <a:p>
            <a:pPr marL="228600" indent="-228600">
              <a:spcBef>
                <a:spcPts val="600"/>
              </a:spcBef>
              <a:buFont typeface="+mj-lt"/>
              <a:buAutoNum type="arabicPeriod"/>
            </a:pPr>
            <a:endParaRPr lang="en-US" sz="1100" dirty="0"/>
          </a:p>
          <a:p>
            <a:pPr marL="228600" indent="-228600">
              <a:spcBef>
                <a:spcPts val="600"/>
              </a:spcBef>
              <a:buFont typeface="+mj-lt"/>
              <a:buAutoNum type="arabicPeriod"/>
            </a:pPr>
            <a:endParaRPr lang="en-US" sz="1100" dirty="0"/>
          </a:p>
        </p:txBody>
      </p:sp>
      <p:pic>
        <p:nvPicPr>
          <p:cNvPr id="2" name="Picture 1">
            <a:extLst>
              <a:ext uri="{FF2B5EF4-FFF2-40B4-BE49-F238E27FC236}">
                <a16:creationId xmlns:a16="http://schemas.microsoft.com/office/drawing/2014/main" id="{3888A240-872F-4C0D-BBCD-A243B907BB7D}"/>
              </a:ext>
            </a:extLst>
          </p:cNvPr>
          <p:cNvPicPr>
            <a:picLocks noChangeAspect="1"/>
          </p:cNvPicPr>
          <p:nvPr/>
        </p:nvPicPr>
        <p:blipFill>
          <a:blip r:embed="rId3"/>
          <a:stretch>
            <a:fillRect/>
          </a:stretch>
        </p:blipFill>
        <p:spPr>
          <a:xfrm>
            <a:off x="1157278" y="2787367"/>
            <a:ext cx="6829439" cy="3343089"/>
          </a:xfrm>
          <a:prstGeom prst="rect">
            <a:avLst/>
          </a:prstGeom>
        </p:spPr>
      </p:pic>
    </p:spTree>
    <p:extLst>
      <p:ext uri="{BB962C8B-B14F-4D97-AF65-F5344CB8AC3E}">
        <p14:creationId xmlns:p14="http://schemas.microsoft.com/office/powerpoint/2010/main" val="1948419848"/>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a:t>Monitoring Messages</a:t>
            </a:r>
          </a:p>
        </p:txBody>
      </p:sp>
      <p:grpSp>
        <p:nvGrpSpPr>
          <p:cNvPr id="44" name="Group 43">
            <a:extLst>
              <a:ext uri="{FF2B5EF4-FFF2-40B4-BE49-F238E27FC236}">
                <a16:creationId xmlns:a16="http://schemas.microsoft.com/office/drawing/2014/main" id="{364BCDC8-AE71-4AEC-844B-CF09E0497788}"/>
              </a:ext>
            </a:extLst>
          </p:cNvPr>
          <p:cNvGrpSpPr/>
          <p:nvPr/>
        </p:nvGrpSpPr>
        <p:grpSpPr>
          <a:xfrm>
            <a:off x="376236" y="1387475"/>
            <a:ext cx="8391525" cy="4994275"/>
            <a:chOff x="376237" y="1387475"/>
            <a:chExt cx="4105276" cy="4994275"/>
          </a:xfrm>
          <a:solidFill>
            <a:schemeClr val="tx1">
              <a:lumMod val="85000"/>
              <a:lumOff val="15000"/>
            </a:schemeClr>
          </a:solidFill>
        </p:grpSpPr>
        <p:sp>
          <p:nvSpPr>
            <p:cNvPr id="45" name="Rectangle: Top Corners Rounded 44">
              <a:extLst>
                <a:ext uri="{FF2B5EF4-FFF2-40B4-BE49-F238E27FC236}">
                  <a16:creationId xmlns:a16="http://schemas.microsoft.com/office/drawing/2014/main" id="{8D8A859D-BDFE-4EA6-82BB-830F1A83C079}"/>
                </a:ext>
              </a:extLst>
            </p:cNvPr>
            <p:cNvSpPr/>
            <p:nvPr/>
          </p:nvSpPr>
          <p:spPr bwMode="gray">
            <a:xfrm>
              <a:off x="376237" y="1387475"/>
              <a:ext cx="4105276" cy="89633"/>
            </a:xfrm>
            <a:prstGeom prst="round2SameRect">
              <a:avLst>
                <a:gd name="adj1" fmla="val 50000"/>
                <a:gd name="adj2" fmla="val 0"/>
              </a:avLst>
            </a:prstGeom>
            <a:grp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46" name="Rectangle: Top Corners Rounded 45">
              <a:extLst>
                <a:ext uri="{FF2B5EF4-FFF2-40B4-BE49-F238E27FC236}">
                  <a16:creationId xmlns:a16="http://schemas.microsoft.com/office/drawing/2014/main" id="{E097257A-EE20-4EA0-82AF-6B10D440FC2D}"/>
                </a:ext>
              </a:extLst>
            </p:cNvPr>
            <p:cNvSpPr/>
            <p:nvPr/>
          </p:nvSpPr>
          <p:spPr bwMode="gray">
            <a:xfrm rot="10800000">
              <a:off x="376237" y="6292117"/>
              <a:ext cx="4105276" cy="89633"/>
            </a:xfrm>
            <a:prstGeom prst="round2SameRect">
              <a:avLst>
                <a:gd name="adj1" fmla="val 50000"/>
                <a:gd name="adj2" fmla="val 0"/>
              </a:avLst>
            </a:prstGeom>
            <a:grp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grpSp>
      <p:sp>
        <p:nvSpPr>
          <p:cNvPr id="47" name="Rectangle 46">
            <a:extLst>
              <a:ext uri="{FF2B5EF4-FFF2-40B4-BE49-F238E27FC236}">
                <a16:creationId xmlns:a16="http://schemas.microsoft.com/office/drawing/2014/main" id="{5CE29588-2B9E-4677-8E12-774CAB8399BC}"/>
              </a:ext>
            </a:extLst>
          </p:cNvPr>
          <p:cNvSpPr/>
          <p:nvPr/>
        </p:nvSpPr>
        <p:spPr bwMode="gray">
          <a:xfrm>
            <a:off x="464233" y="1518481"/>
            <a:ext cx="8224911" cy="4732264"/>
          </a:xfrm>
          <a:prstGeom prst="rect">
            <a:avLst/>
          </a:prstGeom>
          <a:solidFill>
            <a:schemeClr val="bg1">
              <a:lumMod val="95000"/>
            </a:schemeClr>
          </a:solidFill>
          <a:ln w="6350" algn="ctr">
            <a:solidFill>
              <a:schemeClr val="tx1">
                <a:lumMod val="95000"/>
                <a:lumOff val="5000"/>
              </a:schemeClr>
            </a:solidFill>
            <a:miter lim="800000"/>
            <a:headEnd/>
            <a:tailEnd/>
          </a:ln>
        </p:spPr>
        <p:txBody>
          <a:bodyPr wrap="square" lIns="88900" tIns="45720" rIns="88900" bIns="88900" rtlCol="0" anchor="t"/>
          <a:lstStyle/>
          <a:p>
            <a:pPr>
              <a:spcBef>
                <a:spcPts val="600"/>
              </a:spcBef>
            </a:pPr>
            <a:r>
              <a:rPr lang="en-US" sz="1100" dirty="0"/>
              <a:t>You can monitor your messages by going to Monitor message processing and checking logs against your </a:t>
            </a:r>
            <a:r>
              <a:rPr lang="en-US" sz="1100" dirty="0" err="1"/>
              <a:t>iflow</a:t>
            </a:r>
            <a:r>
              <a:rPr lang="en-US" sz="1100" dirty="0"/>
              <a:t> Name.</a:t>
            </a:r>
          </a:p>
        </p:txBody>
      </p:sp>
      <p:pic>
        <p:nvPicPr>
          <p:cNvPr id="2" name="Picture 1">
            <a:extLst>
              <a:ext uri="{FF2B5EF4-FFF2-40B4-BE49-F238E27FC236}">
                <a16:creationId xmlns:a16="http://schemas.microsoft.com/office/drawing/2014/main" id="{29093EEB-FCA7-44A4-BF01-9C39C1510AF7}"/>
              </a:ext>
            </a:extLst>
          </p:cNvPr>
          <p:cNvPicPr>
            <a:picLocks noChangeAspect="1"/>
          </p:cNvPicPr>
          <p:nvPr/>
        </p:nvPicPr>
        <p:blipFill>
          <a:blip r:embed="rId3"/>
          <a:stretch>
            <a:fillRect/>
          </a:stretch>
        </p:blipFill>
        <p:spPr>
          <a:xfrm>
            <a:off x="779228" y="2136147"/>
            <a:ext cx="7537836" cy="3330462"/>
          </a:xfrm>
          <a:prstGeom prst="rect">
            <a:avLst/>
          </a:prstGeom>
        </p:spPr>
      </p:pic>
    </p:spTree>
    <p:extLst>
      <p:ext uri="{BB962C8B-B14F-4D97-AF65-F5344CB8AC3E}">
        <p14:creationId xmlns:p14="http://schemas.microsoft.com/office/powerpoint/2010/main" val="330301650"/>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3A8B0F61-ACF3-44E7-9329-B05BE45C7338}"/>
              </a:ext>
            </a:extLst>
          </p:cNvPr>
          <p:cNvGrpSpPr/>
          <p:nvPr/>
        </p:nvGrpSpPr>
        <p:grpSpPr>
          <a:xfrm>
            <a:off x="377991" y="4368535"/>
            <a:ext cx="1620000" cy="307976"/>
            <a:chOff x="398463" y="404813"/>
            <a:chExt cx="1627187" cy="307976"/>
          </a:xfrm>
          <a:solidFill>
            <a:schemeClr val="tx1"/>
          </a:solidFill>
        </p:grpSpPr>
        <p:sp>
          <p:nvSpPr>
            <p:cNvPr id="5" name="Oval 5">
              <a:extLst>
                <a:ext uri="{FF2B5EF4-FFF2-40B4-BE49-F238E27FC236}">
                  <a16:creationId xmlns:a16="http://schemas.microsoft.com/office/drawing/2014/main" id="{AE64971E-B1BB-46CB-939A-474479DAA166}"/>
                </a:ext>
              </a:extLst>
            </p:cNvPr>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6" name="Freeform 6">
              <a:extLst>
                <a:ext uri="{FF2B5EF4-FFF2-40B4-BE49-F238E27FC236}">
                  <a16:creationId xmlns:a16="http://schemas.microsoft.com/office/drawing/2014/main" id="{50E940A7-9857-4456-9F40-299EAD6EB450}"/>
                </a:ext>
              </a:extLst>
            </p:cNvPr>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7" name="Rectangle 7">
              <a:extLst>
                <a:ext uri="{FF2B5EF4-FFF2-40B4-BE49-F238E27FC236}">
                  <a16:creationId xmlns:a16="http://schemas.microsoft.com/office/drawing/2014/main" id="{B19D5622-60EE-4FDC-8E63-260F5F41D2C0}"/>
                </a:ext>
              </a:extLst>
            </p:cNvPr>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8" name="Freeform 8">
              <a:extLst>
                <a:ext uri="{FF2B5EF4-FFF2-40B4-BE49-F238E27FC236}">
                  <a16:creationId xmlns:a16="http://schemas.microsoft.com/office/drawing/2014/main" id="{3EE89F7F-85B7-4EE2-BA99-071472A5BCBF}"/>
                </a:ext>
              </a:extLst>
            </p:cNvPr>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9" name="Rectangle 9">
              <a:extLst>
                <a:ext uri="{FF2B5EF4-FFF2-40B4-BE49-F238E27FC236}">
                  <a16:creationId xmlns:a16="http://schemas.microsoft.com/office/drawing/2014/main" id="{BC19B8D9-38F1-45DF-B79B-7E1472262028}"/>
                </a:ext>
              </a:extLst>
            </p:cNvPr>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10" name="Rectangle 10">
              <a:extLst>
                <a:ext uri="{FF2B5EF4-FFF2-40B4-BE49-F238E27FC236}">
                  <a16:creationId xmlns:a16="http://schemas.microsoft.com/office/drawing/2014/main" id="{E53D80A6-825F-440B-8F58-908B523F0789}"/>
                </a:ext>
              </a:extLst>
            </p:cNvPr>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11" name="Freeform 11">
              <a:extLst>
                <a:ext uri="{FF2B5EF4-FFF2-40B4-BE49-F238E27FC236}">
                  <a16:creationId xmlns:a16="http://schemas.microsoft.com/office/drawing/2014/main" id="{ECB58A45-41F1-4606-A047-9B4D0C534711}"/>
                </a:ext>
              </a:extLst>
            </p:cNvPr>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12" name="Freeform 12">
              <a:extLst>
                <a:ext uri="{FF2B5EF4-FFF2-40B4-BE49-F238E27FC236}">
                  <a16:creationId xmlns:a16="http://schemas.microsoft.com/office/drawing/2014/main" id="{37B14882-AEE0-43C1-B9F5-B00F83A88336}"/>
                </a:ext>
              </a:extLst>
            </p:cNvPr>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13" name="Freeform 13">
              <a:extLst>
                <a:ext uri="{FF2B5EF4-FFF2-40B4-BE49-F238E27FC236}">
                  <a16:creationId xmlns:a16="http://schemas.microsoft.com/office/drawing/2014/main" id="{E5D24E78-F1DD-4FAD-A79C-0F83B1A67653}"/>
                </a:ext>
              </a:extLst>
            </p:cNvPr>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14" name="Freeform 14">
              <a:extLst>
                <a:ext uri="{FF2B5EF4-FFF2-40B4-BE49-F238E27FC236}">
                  <a16:creationId xmlns:a16="http://schemas.microsoft.com/office/drawing/2014/main" id="{45E6C94D-9242-42AE-965F-F197E8E8357D}"/>
                </a:ext>
              </a:extLst>
            </p:cNvPr>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grpSp>
      <p:sp>
        <p:nvSpPr>
          <p:cNvPr id="2" name="Rectangle 1">
            <a:extLst>
              <a:ext uri="{FF2B5EF4-FFF2-40B4-BE49-F238E27FC236}">
                <a16:creationId xmlns:a16="http://schemas.microsoft.com/office/drawing/2014/main" id="{D75116B7-641C-4084-AE78-C7DD5441B508}"/>
              </a:ext>
            </a:extLst>
          </p:cNvPr>
          <p:cNvSpPr/>
          <p:nvPr/>
        </p:nvSpPr>
        <p:spPr>
          <a:xfrm>
            <a:off x="374097" y="4981367"/>
            <a:ext cx="6256476" cy="1400383"/>
          </a:xfrm>
          <a:prstGeom prst="rect">
            <a:avLst/>
          </a:prstGeom>
        </p:spPr>
        <p:txBody>
          <a:bodyPr wrap="square" lIns="0" tIns="0" rIns="0" bIns="0">
            <a:spAutoFit/>
          </a:bodyPr>
          <a:lstStyle/>
          <a:p>
            <a:pPr>
              <a:spcBef>
                <a:spcPts val="600"/>
              </a:spcBef>
            </a:pPr>
            <a:r>
              <a:rPr lang="en-US" sz="900" b="1" dirty="0">
                <a:solidFill>
                  <a:srgbClr val="000000"/>
                </a:solidFill>
                <a:latin typeface="Verdana" panose="020B0604030504040204" pitchFamily="34" charset="0"/>
              </a:rPr>
              <a:t>About Deloitte</a:t>
            </a:r>
          </a:p>
          <a:p>
            <a:pPr>
              <a:spcBef>
                <a:spcPts val="600"/>
              </a:spcBef>
            </a:pPr>
            <a:r>
              <a:rPr lang="en-US" sz="900" dirty="0">
                <a:solidFill>
                  <a:srgbClr val="000000"/>
                </a:solidFill>
                <a:latin typeface="Verdana" panose="020B0604030504040204" pitchFamily="34" charset="0"/>
              </a:rPr>
              <a:t>Deloitte refers to one or more of Deloitte Touche Tohmatsu Limited, a UK private company limited by guarantee (“DTTL”), its network of member firms, and their related entities. DTTL and each of its member firms are legally separate and independent entities. DTTL (also referred to as “Deloitte Global”) does not provide services to clients. In the United States, Deloitte refers to one or more of the US member firms of DTTL, their related entities that operate using the “Deloitte” name in the United States and their respective affiliates. Certain services may not be available to attest clients under the rules and regulations of public accounting. Please see </a:t>
            </a:r>
            <a:r>
              <a:rPr lang="en-US" sz="900" u="sng" dirty="0">
                <a:solidFill>
                  <a:srgbClr val="000000"/>
                </a:solidFill>
                <a:latin typeface="Verdana" panose="020B0604030504040204" pitchFamily="34" charset="0"/>
                <a:hlinkClick r:id="rId3"/>
              </a:rPr>
              <a:t>www.deloitte.com/about</a:t>
            </a:r>
            <a:r>
              <a:rPr lang="en-US" sz="900" dirty="0">
                <a:solidFill>
                  <a:srgbClr val="000000"/>
                </a:solidFill>
                <a:latin typeface="Verdana" panose="020B0604030504040204" pitchFamily="34" charset="0"/>
                <a:hlinkClick r:id="rId3"/>
              </a:rPr>
              <a:t> </a:t>
            </a:r>
            <a:r>
              <a:rPr lang="en-US" sz="900" dirty="0">
                <a:solidFill>
                  <a:srgbClr val="000000"/>
                </a:solidFill>
                <a:latin typeface="Verdana" panose="020B0604030504040204" pitchFamily="34" charset="0"/>
              </a:rPr>
              <a:t>to learn more about our global network of member firms.</a:t>
            </a:r>
          </a:p>
          <a:p>
            <a:pPr>
              <a:spcBef>
                <a:spcPts val="600"/>
              </a:spcBef>
            </a:pPr>
            <a:r>
              <a:rPr lang="en-US" sz="900" dirty="0">
                <a:solidFill>
                  <a:srgbClr val="000000"/>
                </a:solidFill>
                <a:latin typeface="Verdana" panose="020B0604030504040204" pitchFamily="34" charset="0"/>
              </a:rPr>
              <a:t>Copyright © 2019 Deloitte Development LLC. All rights reserved.</a:t>
            </a:r>
          </a:p>
        </p:txBody>
      </p:sp>
    </p:spTree>
    <p:extLst>
      <p:ext uri="{BB962C8B-B14F-4D97-AF65-F5344CB8AC3E}">
        <p14:creationId xmlns:p14="http://schemas.microsoft.com/office/powerpoint/2010/main" val="796591757"/>
      </p:ext>
    </p:extLst>
  </p:cSld>
  <p:clrMapOvr>
    <a:masterClrMapping/>
  </p:clrMapOvr>
  <p:transition>
    <p:fade/>
  </p:transition>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Deloitte 16_9 onscreen">
  <a:themeElements>
    <a:clrScheme name="Deloitte colors">
      <a:dk1>
        <a:sysClr val="windowText" lastClr="000000"/>
      </a:dk1>
      <a:lt1>
        <a:sysClr val="window" lastClr="FFFFFF"/>
      </a:lt1>
      <a:dk2>
        <a:srgbClr val="53565A"/>
      </a:dk2>
      <a:lt2>
        <a:srgbClr val="D0D0CE"/>
      </a:lt2>
      <a:accent1>
        <a:srgbClr val="86BC25"/>
      </a:accent1>
      <a:accent2>
        <a:srgbClr val="046A38"/>
      </a:accent2>
      <a:accent3>
        <a:srgbClr val="62B5E5"/>
      </a:accent3>
      <a:accent4>
        <a:srgbClr val="012169"/>
      </a:accent4>
      <a:accent5>
        <a:srgbClr val="0097A9"/>
      </a:accent5>
      <a:accent6>
        <a:srgbClr val="75787B"/>
      </a:accent6>
      <a:hlink>
        <a:srgbClr val="00A3E0"/>
      </a:hlink>
      <a:folHlink>
        <a:srgbClr val="53565A"/>
      </a:folHlink>
    </a:clrScheme>
    <a:fontScheme name="Deloitte Powerpoint font">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3"/>
        </a:solidFill>
        <a:ln w="19050" algn="ctr">
          <a:noFill/>
          <a:miter lim="800000"/>
          <a:headEnd/>
          <a:tailEnd/>
        </a:ln>
      </a:spPr>
      <a:bodyPr wrap="square" lIns="88900" tIns="88900" rIns="88900" bIns="88900" rtlCol="0" anchor="ctr"/>
      <a:lstStyle>
        <a:defPPr>
          <a:lnSpc>
            <a:spcPct val="106000"/>
          </a:lnSpc>
          <a:buFont typeface="Wingdings 2" pitchFamily="18" charset="2"/>
          <a:buNone/>
          <a:defRPr sz="1600" b="1" dirty="0" smtClean="0">
            <a:solidFill>
              <a:schemeClr val="bg1"/>
            </a:solidFill>
          </a:defRPr>
        </a:defPPr>
      </a:lstStyle>
    </a:spDef>
    <a:lnDef>
      <a:spPr>
        <a:ln>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203200" indent="-203200">
          <a:spcBef>
            <a:spcPts val="600"/>
          </a:spcBef>
          <a:buSzPct val="100000"/>
          <a:buFont typeface="Arial"/>
          <a:buChar char="�"/>
          <a:defRPr dirty="0" smtClean="0">
            <a:solidFill>
              <a:srgbClr val="313131"/>
            </a:solidFill>
          </a:defRPr>
        </a:defPPr>
      </a:lstStyle>
    </a:txDef>
  </a:objectDefaults>
  <a:extraClrSchemeLst/>
  <a:custClrLst>
    <a:custClr name="Green 7">
      <a:srgbClr val="2C5234"/>
    </a:custClr>
    <a:custClr name="Green 6">
      <a:srgbClr val="046A38"/>
    </a:custClr>
    <a:custClr name="Green 5">
      <a:srgbClr val="009A44"/>
    </a:custClr>
    <a:custClr name="Green 4">
      <a:srgbClr val="43B02A"/>
    </a:custClr>
    <a:custClr name="Deloitte Green">
      <a:srgbClr val="86BC25"/>
    </a:custClr>
    <a:custClr name="Green 2">
      <a:srgbClr val="C4D600"/>
    </a:custClr>
    <a:custClr name="Green 1">
      <a:srgbClr val="E3E48D"/>
    </a:custClr>
    <a:custClr name="Teal 7">
      <a:srgbClr val="004F59"/>
    </a:custClr>
    <a:custClr name="Teal 6">
      <a:srgbClr val="007680"/>
    </a:custClr>
    <a:custClr name="Teal 5">
      <a:srgbClr val="0097A9"/>
    </a:custClr>
    <a:custClr name="Teal 4">
      <a:srgbClr val="00ABAB"/>
    </a:custClr>
    <a:custClr name="Teal 3">
      <a:srgbClr val="6FC2B4"/>
    </a:custClr>
    <a:custClr name="Teal 2">
      <a:srgbClr val="9DD4CF"/>
    </a:custClr>
    <a:custClr name="Teal 1">
      <a:srgbClr val="DDEFE8"/>
    </a:custClr>
    <a:custClr name="Blue 7">
      <a:srgbClr val="041E42"/>
    </a:custClr>
    <a:custClr name="Blue 6">
      <a:srgbClr val="012169"/>
    </a:custClr>
    <a:custClr name="Blue 5">
      <a:srgbClr val="005587"/>
    </a:custClr>
    <a:custClr name="Blue 4">
      <a:srgbClr val="0076A8"/>
    </a:custClr>
    <a:custClr name="Blue 3">
      <a:srgbClr val="00A3E0"/>
    </a:custClr>
    <a:custClr name="Blue 2">
      <a:srgbClr val="62B5E5"/>
    </a:custClr>
    <a:custClr name="Blue 1">
      <a:srgbClr val="A0DCFF"/>
    </a:custClr>
    <a:custClr name="Cool Gray 11">
      <a:srgbClr val="53565A"/>
    </a:custClr>
    <a:custClr name="Cool Gray 10">
      <a:srgbClr val="63666A"/>
    </a:custClr>
    <a:custClr name="Cool Gray 9">
      <a:srgbClr val="75787B"/>
    </a:custClr>
    <a:custClr name="Cool Gray 7">
      <a:srgbClr val="97999B"/>
    </a:custClr>
    <a:custClr name="Cool Gray 6">
      <a:srgbClr val="A7A8AA"/>
    </a:custClr>
    <a:custClr name="Cool Gray 4">
      <a:srgbClr val="BBBCBC"/>
    </a:custClr>
    <a:custClr name="Cool Gray 2">
      <a:srgbClr val="D0D0CE"/>
    </a:custClr>
    <a:custClr name="White">
      <a:srgbClr val="FFFFFF"/>
    </a:custClr>
    <a:custClr name="Black">
      <a:srgbClr val="000000"/>
    </a:custClr>
    <a:custClr name="Red">
      <a:srgbClr val="DA291C"/>
    </a:custClr>
    <a:custClr name="Orange">
      <a:srgbClr val="ED8B00"/>
    </a:custClr>
    <a:custClr name="Yellow">
      <a:srgbClr val="FFCD00"/>
    </a:custClr>
  </a:custClrLst>
  <a:extLst>
    <a:ext uri="{05A4C25C-085E-4340-85A3-A5531E510DB2}">
      <thm15:themeFamily xmlns:thm15="http://schemas.microsoft.com/office/thememl/2012/main" name="Deloitte_4_3_Onscreen.potx" id="{300F3ED9-9C4C-4838-B157-107BB206E623}" vid="{ABD9136E-862F-4680-B56C-E8832C898BE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Deloitte colors">
    <a:dk1>
      <a:sysClr val="windowText" lastClr="000000"/>
    </a:dk1>
    <a:lt1>
      <a:sysClr val="window" lastClr="FFFFFF"/>
    </a:lt1>
    <a:dk2>
      <a:srgbClr val="53565A"/>
    </a:dk2>
    <a:lt2>
      <a:srgbClr val="D0D0CE"/>
    </a:lt2>
    <a:accent1>
      <a:srgbClr val="86BC25"/>
    </a:accent1>
    <a:accent2>
      <a:srgbClr val="046A38"/>
    </a:accent2>
    <a:accent3>
      <a:srgbClr val="62B5E5"/>
    </a:accent3>
    <a:accent4>
      <a:srgbClr val="012169"/>
    </a:accent4>
    <a:accent5>
      <a:srgbClr val="0097A9"/>
    </a:accent5>
    <a:accent6>
      <a:srgbClr val="75787B"/>
    </a:accent6>
    <a:hlink>
      <a:srgbClr val="00A3E0"/>
    </a:hlink>
    <a:folHlink>
      <a:srgbClr val="53565A"/>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FB2277206BC0B74981EBA01DDA4D5C1B" ma:contentTypeVersion="2" ma:contentTypeDescription="Create a new document." ma:contentTypeScope="" ma:versionID="5e81d937da905edeb0df2b5723b4be16">
  <xsd:schema xmlns:xsd="http://www.w3.org/2001/XMLSchema" xmlns:xs="http://www.w3.org/2001/XMLSchema" xmlns:p="http://schemas.microsoft.com/office/2006/metadata/properties" xmlns:ns2="2c1c3a6a-737f-4d32-a479-c5b5891d8ff6" targetNamespace="http://schemas.microsoft.com/office/2006/metadata/properties" ma:root="true" ma:fieldsID="e343156b36b61bdcf07e13bb1acadec7" ns2:_="">
    <xsd:import namespace="2c1c3a6a-737f-4d32-a479-c5b5891d8ff6"/>
    <xsd:element name="properties">
      <xsd:complexType>
        <xsd:sequence>
          <xsd:element name="documentManagement">
            <xsd:complexType>
              <xsd:all>
                <xsd:element ref="ns2:MediaServiceMetadata" minOccurs="0"/>
                <xsd:element ref="ns2:MediaServiceFast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c1c3a6a-737f-4d32-a479-c5b5891d8ff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8BB9E83-0CDF-404B-B15E-B8AE790645F8}">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AD86919B-8BB1-4FC9-B3CB-25C6F7DEBFCA}">
  <ds:schemaRefs>
    <ds:schemaRef ds:uri="http://schemas.microsoft.com/sharepoint/v3/contenttype/forms"/>
  </ds:schemaRefs>
</ds:datastoreItem>
</file>

<file path=customXml/itemProps3.xml><?xml version="1.0" encoding="utf-8"?>
<ds:datastoreItem xmlns:ds="http://schemas.openxmlformats.org/officeDocument/2006/customXml" ds:itemID="{40DB6247-9F11-4F07-A71A-2102EB12D73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2c1c3a6a-737f-4d32-a479-c5b5891d8ff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484</TotalTime>
  <Words>794</Words>
  <Application>Microsoft Office PowerPoint</Application>
  <PresentationFormat>On-screen Show (4:3)</PresentationFormat>
  <Paragraphs>73</Paragraphs>
  <Slides>18</Slides>
  <Notes>18</Notes>
  <HiddenSlides>0</HiddenSlides>
  <MMClips>0</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3</vt:i4>
      </vt:variant>
      <vt:variant>
        <vt:lpstr>Slide Titles</vt:lpstr>
      </vt:variant>
      <vt:variant>
        <vt:i4>18</vt:i4>
      </vt:variant>
    </vt:vector>
  </HeadingPairs>
  <TitlesOfParts>
    <vt:vector size="26" baseType="lpstr">
      <vt:lpstr>Arial</vt:lpstr>
      <vt:lpstr>Open Sans</vt:lpstr>
      <vt:lpstr>Verdana</vt:lpstr>
      <vt:lpstr>Wingdings 2</vt:lpstr>
      <vt:lpstr>Deloitte 16_9 onscreen</vt:lpstr>
      <vt:lpstr>think-cell Slide</vt:lpstr>
      <vt:lpstr>Visio</vt:lpstr>
      <vt:lpstr>Packager Shell Object</vt:lpstr>
      <vt:lpstr>PowerPoint Presentation</vt:lpstr>
      <vt:lpstr>Business Scenario</vt:lpstr>
      <vt:lpstr>Creating End to End SOAP Scenario using Web UI</vt:lpstr>
      <vt:lpstr>Creating End to End SOAP Scenario using Web UI (Cont’d…)</vt:lpstr>
      <vt:lpstr>Creating End to End SOAP Scenario using Web UI (Cont’d…)</vt:lpstr>
      <vt:lpstr>Creating End to End SOAP Scenario using Web UI (Cont’d…)</vt:lpstr>
      <vt:lpstr>Creating End to End SOAP Scenario using Web UI (Cont’d…)</vt:lpstr>
      <vt:lpstr>Creating End to End SOAP Scenario using Web UI (Cont’d…)</vt:lpstr>
      <vt:lpstr>Creating End to End SOAP Scenario using Web UI (Cont’d…)</vt:lpstr>
      <vt:lpstr>Creating End to End SOAP Scenario using Web UI (Cont’d…)</vt:lpstr>
      <vt:lpstr>Creating End to End SOAP Scenario using Web UI (Cont’d…)</vt:lpstr>
      <vt:lpstr>Creating End to End SOAP Scenario using Web UI (Cont’d…)</vt:lpstr>
      <vt:lpstr>Deployment</vt:lpstr>
      <vt:lpstr>Overview </vt:lpstr>
      <vt:lpstr>Manage Integration content</vt:lpstr>
      <vt:lpstr>Testing</vt:lpstr>
      <vt:lpstr>Monitoring Messages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Garai, Abhishek (US - Hyderabad)</dc:creator>
  <cp:lastModifiedBy>Administrator</cp:lastModifiedBy>
  <cp:revision>48</cp:revision>
  <cp:lastPrinted>2014-06-25T02:16:22Z</cp:lastPrinted>
  <dcterms:created xsi:type="dcterms:W3CDTF">2019-05-23T00:42:40Z</dcterms:created>
  <dcterms:modified xsi:type="dcterms:W3CDTF">2019-09-17T11:30:57Z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0x010100FB2277206BC0B74981EBA01DDA4D5C1B</vt:lpwstr>
  </property>
</Properties>
</file>