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96" r:id="rId4"/>
  </p:sldMasterIdLst>
  <p:notesMasterIdLst>
    <p:notesMasterId r:id="rId19"/>
  </p:notesMasterIdLst>
  <p:handoutMasterIdLst>
    <p:handoutMasterId r:id="rId20"/>
  </p:handoutMasterIdLst>
  <p:sldIdLst>
    <p:sldId id="594" r:id="rId5"/>
    <p:sldId id="615" r:id="rId6"/>
    <p:sldId id="616" r:id="rId7"/>
    <p:sldId id="617" r:id="rId8"/>
    <p:sldId id="619" r:id="rId9"/>
    <p:sldId id="620" r:id="rId10"/>
    <p:sldId id="621" r:id="rId11"/>
    <p:sldId id="630" r:id="rId12"/>
    <p:sldId id="636" r:id="rId13"/>
    <p:sldId id="637" r:id="rId14"/>
    <p:sldId id="635" r:id="rId15"/>
    <p:sldId id="632" r:id="rId16"/>
    <p:sldId id="633" r:id="rId17"/>
    <p:sldId id="634" r:id="rId18"/>
  </p:sldIdLst>
  <p:sldSz cx="9144000" cy="6858000" type="screen4x3"/>
  <p:notesSz cx="6858000" cy="9296400"/>
  <p:defaultTextStyle>
    <a:defPPr>
      <a:defRPr lang="en-US"/>
    </a:defPPr>
    <a:lvl1pPr algn="ctr" rtl="0" fontAlgn="base">
      <a:spcBef>
        <a:spcPct val="20000"/>
      </a:spcBef>
      <a:spcAft>
        <a:spcPct val="0"/>
      </a:spcAft>
      <a:defRPr sz="1100" b="1" kern="1200">
        <a:solidFill>
          <a:schemeClr val="tx1"/>
        </a:solidFill>
        <a:latin typeface="Arial" pitchFamily="34" charset="0"/>
        <a:ea typeface="+mn-ea"/>
        <a:cs typeface="Arial" pitchFamily="34" charset="0"/>
      </a:defRPr>
    </a:lvl1pPr>
    <a:lvl2pPr marL="457200" algn="ctr" rtl="0" fontAlgn="base">
      <a:spcBef>
        <a:spcPct val="20000"/>
      </a:spcBef>
      <a:spcAft>
        <a:spcPct val="0"/>
      </a:spcAft>
      <a:defRPr sz="1100" b="1" kern="1200">
        <a:solidFill>
          <a:schemeClr val="tx1"/>
        </a:solidFill>
        <a:latin typeface="Arial" pitchFamily="34" charset="0"/>
        <a:ea typeface="+mn-ea"/>
        <a:cs typeface="Arial" pitchFamily="34" charset="0"/>
      </a:defRPr>
    </a:lvl2pPr>
    <a:lvl3pPr marL="914400" algn="ctr" rtl="0" fontAlgn="base">
      <a:spcBef>
        <a:spcPct val="20000"/>
      </a:spcBef>
      <a:spcAft>
        <a:spcPct val="0"/>
      </a:spcAft>
      <a:defRPr sz="1100" b="1" kern="1200">
        <a:solidFill>
          <a:schemeClr val="tx1"/>
        </a:solidFill>
        <a:latin typeface="Arial" pitchFamily="34" charset="0"/>
        <a:ea typeface="+mn-ea"/>
        <a:cs typeface="Arial" pitchFamily="34" charset="0"/>
      </a:defRPr>
    </a:lvl3pPr>
    <a:lvl4pPr marL="1371600" algn="ctr" rtl="0" fontAlgn="base">
      <a:spcBef>
        <a:spcPct val="20000"/>
      </a:spcBef>
      <a:spcAft>
        <a:spcPct val="0"/>
      </a:spcAft>
      <a:defRPr sz="1100" b="1" kern="1200">
        <a:solidFill>
          <a:schemeClr val="tx1"/>
        </a:solidFill>
        <a:latin typeface="Arial" pitchFamily="34" charset="0"/>
        <a:ea typeface="+mn-ea"/>
        <a:cs typeface="Arial" pitchFamily="34" charset="0"/>
      </a:defRPr>
    </a:lvl4pPr>
    <a:lvl5pPr marL="1828800" algn="ctr" rtl="0" fontAlgn="base">
      <a:spcBef>
        <a:spcPct val="20000"/>
      </a:spcBef>
      <a:spcAft>
        <a:spcPct val="0"/>
      </a:spcAft>
      <a:defRPr sz="1100" b="1" kern="1200">
        <a:solidFill>
          <a:schemeClr val="tx1"/>
        </a:solidFill>
        <a:latin typeface="Arial" pitchFamily="34" charset="0"/>
        <a:ea typeface="+mn-ea"/>
        <a:cs typeface="Arial" pitchFamily="34" charset="0"/>
      </a:defRPr>
    </a:lvl5pPr>
    <a:lvl6pPr marL="2286000" algn="l" defTabSz="914400" rtl="0" eaLnBrk="1" latinLnBrk="0" hangingPunct="1">
      <a:defRPr sz="1100" b="1" kern="1200">
        <a:solidFill>
          <a:schemeClr val="tx1"/>
        </a:solidFill>
        <a:latin typeface="Arial" pitchFamily="34" charset="0"/>
        <a:ea typeface="+mn-ea"/>
        <a:cs typeface="Arial" pitchFamily="34" charset="0"/>
      </a:defRPr>
    </a:lvl6pPr>
    <a:lvl7pPr marL="2743200" algn="l" defTabSz="914400" rtl="0" eaLnBrk="1" latinLnBrk="0" hangingPunct="1">
      <a:defRPr sz="1100" b="1" kern="1200">
        <a:solidFill>
          <a:schemeClr val="tx1"/>
        </a:solidFill>
        <a:latin typeface="Arial" pitchFamily="34" charset="0"/>
        <a:ea typeface="+mn-ea"/>
        <a:cs typeface="Arial" pitchFamily="34" charset="0"/>
      </a:defRPr>
    </a:lvl7pPr>
    <a:lvl8pPr marL="3200400" algn="l" defTabSz="914400" rtl="0" eaLnBrk="1" latinLnBrk="0" hangingPunct="1">
      <a:defRPr sz="1100" b="1" kern="1200">
        <a:solidFill>
          <a:schemeClr val="tx1"/>
        </a:solidFill>
        <a:latin typeface="Arial" pitchFamily="34" charset="0"/>
        <a:ea typeface="+mn-ea"/>
        <a:cs typeface="Arial" pitchFamily="34" charset="0"/>
      </a:defRPr>
    </a:lvl8pPr>
    <a:lvl9pPr marL="3657600" algn="l" defTabSz="914400" rtl="0" eaLnBrk="1" latinLnBrk="0" hangingPunct="1">
      <a:defRPr sz="1100" b="1"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882">
          <p15:clr>
            <a:srgbClr val="A4A3A4"/>
          </p15:clr>
        </p15:guide>
        <p15:guide id="2" orient="horz" pos="491">
          <p15:clr>
            <a:srgbClr val="A4A3A4"/>
          </p15:clr>
        </p15:guide>
        <p15:guide id="3" orient="horz" pos="158">
          <p15:clr>
            <a:srgbClr val="A4A3A4"/>
          </p15:clr>
        </p15:guide>
        <p15:guide id="4" orient="horz" pos="4166">
          <p15:clr>
            <a:srgbClr val="A4A3A4"/>
          </p15:clr>
        </p15:guide>
        <p15:guide id="5" orient="horz" pos="727">
          <p15:clr>
            <a:srgbClr val="A4A3A4"/>
          </p15:clr>
        </p15:guide>
        <p15:guide id="6" orient="horz" pos="4274">
          <p15:clr>
            <a:srgbClr val="A4A3A4"/>
          </p15:clr>
        </p15:guide>
        <p15:guide id="7" orient="horz" pos="3960">
          <p15:clr>
            <a:srgbClr val="A4A3A4"/>
          </p15:clr>
        </p15:guide>
        <p15:guide id="8" orient="horz">
          <p15:clr>
            <a:srgbClr val="A4A3A4"/>
          </p15:clr>
        </p15:guide>
        <p15:guide id="9" orient="horz" pos="2110">
          <p15:clr>
            <a:srgbClr val="A4A3A4"/>
          </p15:clr>
        </p15:guide>
        <p15:guide id="10" orient="horz" pos="1163">
          <p15:clr>
            <a:srgbClr val="A4A3A4"/>
          </p15:clr>
        </p15:guide>
        <p15:guide id="11" orient="horz" pos="1284">
          <p15:clr>
            <a:srgbClr val="A4A3A4"/>
          </p15:clr>
        </p15:guide>
        <p15:guide id="12" pos="2973">
          <p15:clr>
            <a:srgbClr val="A4A3A4"/>
          </p15:clr>
        </p15:guide>
        <p15:guide id="13" pos="255">
          <p15:clr>
            <a:srgbClr val="A4A3A4"/>
          </p15:clr>
        </p15:guide>
        <p15:guide id="14" pos="5504">
          <p15:clr>
            <a:srgbClr val="A4A3A4"/>
          </p15:clr>
        </p15:guide>
        <p15:guide id="15" pos="2982">
          <p15:clr>
            <a:srgbClr val="A4A3A4"/>
          </p15:clr>
        </p15:guide>
        <p15:guide id="16" pos="2778">
          <p15:clr>
            <a:srgbClr val="A4A3A4"/>
          </p15:clr>
        </p15:guide>
        <p15:guide id="17" pos="369">
          <p15:clr>
            <a:srgbClr val="A4A3A4"/>
          </p15:clr>
        </p15:guide>
        <p15:guide id="18" pos="5391">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tammer, Jodi" initials="" lastIdx="79" clrIdx="0"/>
  <p:cmAuthor id="1" name="Youngraven, Leah" initials="" lastIdx="20" clrIdx="1"/>
  <p:cmAuthor id="2" name="Brittain, Dorothy" initials="" lastIdx="1" clrIdx="2"/>
  <p:cmAuthor id="3" name="Currie, Myles" initials="" lastIdx="7" clrIdx="3"/>
  <p:cmAuthor id="4" name="Sottile, Laura" initials="LS" lastIdx="4" clrIdx="4"/>
  <p:cmAuthor id="5" name="Brittain, Dorothy" initials="DB" lastIdx="104" clrIdx="5"/>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1DE"/>
    <a:srgbClr val="404040"/>
    <a:srgbClr val="BFBFBF"/>
    <a:srgbClr val="7F7F7F"/>
    <a:srgbClr val="CC3300"/>
    <a:srgbClr val="336600"/>
    <a:srgbClr val="FF9900"/>
    <a:srgbClr val="3C8A2D"/>
    <a:srgbClr val="002776"/>
    <a:srgbClr val="0079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52"/>
      </p:cViewPr>
      <p:guideLst>
        <p:guide orient="horz" pos="882"/>
        <p:guide orient="horz" pos="491"/>
        <p:guide orient="horz" pos="158"/>
        <p:guide orient="horz" pos="4166"/>
        <p:guide orient="horz" pos="727"/>
        <p:guide orient="horz" pos="4274"/>
        <p:guide orient="horz" pos="3960"/>
        <p:guide orient="horz"/>
        <p:guide orient="horz" pos="2110"/>
        <p:guide orient="horz" pos="1163"/>
        <p:guide orient="horz" pos="1284"/>
        <p:guide pos="2973"/>
        <p:guide pos="255"/>
        <p:guide pos="5504"/>
        <p:guide pos="2982"/>
        <p:guide pos="2778"/>
        <p:guide pos="369"/>
        <p:guide pos="5391"/>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Chandramouli" userId="S::chandrams@deloitte.com::564170b3-b9cc-44f0-9607-e1c68f73d942" providerId="AD" clId="Web-{7A348641-92B2-48B8-930B-597E691778D8}"/>
    <pc:docChg chg="delSld">
      <pc:chgData name="S, Chandramouli" userId="S::chandrams@deloitte.com::564170b3-b9cc-44f0-9607-e1c68f73d942" providerId="AD" clId="Web-{7A348641-92B2-48B8-930B-597E691778D8}" dt="2021-07-29T06:43:00.709" v="0"/>
      <pc:docMkLst>
        <pc:docMk/>
      </pc:docMkLst>
      <pc:sldChg chg="del">
        <pc:chgData name="S, Chandramouli" userId="S::chandrams@deloitte.com::564170b3-b9cc-44f0-9607-e1c68f73d942" providerId="AD" clId="Web-{7A348641-92B2-48B8-930B-597E691778D8}" dt="2021-07-29T06:43:00.709" v="0"/>
        <pc:sldMkLst>
          <pc:docMk/>
          <pc:sldMk cId="3090623549" sldId="613"/>
        </pc:sldMkLst>
      </pc:sldChg>
    </pc:docChg>
  </pc:docChgLst>
  <pc:docChgLst>
    <pc:chgData name="Mantri, Mr. Rushikesh" userId="733fc16f-cf56-4a1f-87dc-05dcf502a291" providerId="ADAL" clId="{35E46A3A-8725-49F2-B609-24CD7A2E64BB}"/>
    <pc:docChg chg="modSld">
      <pc:chgData name="Mantri, Mr. Rushikesh" userId="733fc16f-cf56-4a1f-87dc-05dcf502a291" providerId="ADAL" clId="{35E46A3A-8725-49F2-B609-24CD7A2E64BB}" dt="2023-03-31T06:07:34.251" v="0" actId="14100"/>
      <pc:docMkLst>
        <pc:docMk/>
      </pc:docMkLst>
      <pc:sldChg chg="modSp mod">
        <pc:chgData name="Mantri, Mr. Rushikesh" userId="733fc16f-cf56-4a1f-87dc-05dcf502a291" providerId="ADAL" clId="{35E46A3A-8725-49F2-B609-24CD7A2E64BB}" dt="2023-03-31T06:07:34.251" v="0" actId="14100"/>
        <pc:sldMkLst>
          <pc:docMk/>
          <pc:sldMk cId="3884484685" sldId="636"/>
        </pc:sldMkLst>
      </pc:sldChg>
    </pc:docChg>
  </pc:docChgLst>
  <pc:docChgLst>
    <pc:chgData name="Saumay, Shivam" userId="S::ssaumay@deloitte.com::33920cf1-91eb-4aab-8531-31cb5027a181" providerId="AD" clId="Web-{C4BBF6BF-365A-490A-AB16-818CD099B47E}"/>
    <pc:docChg chg="sldOrd">
      <pc:chgData name="Saumay, Shivam" userId="S::ssaumay@deloitte.com::33920cf1-91eb-4aab-8531-31cb5027a181" providerId="AD" clId="Web-{C4BBF6BF-365A-490A-AB16-818CD099B47E}" dt="2023-08-10T13:17:06.257" v="0"/>
      <pc:docMkLst>
        <pc:docMk/>
      </pc:docMkLst>
      <pc:sldChg chg="ord">
        <pc:chgData name="Saumay, Shivam" userId="S::ssaumay@deloitte.com::33920cf1-91eb-4aab-8531-31cb5027a181" providerId="AD" clId="Web-{C4BBF6BF-365A-490A-AB16-818CD099B47E}" dt="2023-08-10T13:17:06.257" v="0"/>
        <pc:sldMkLst>
          <pc:docMk/>
          <pc:sldMk cId="4267285943" sldId="615"/>
        </pc:sldMkLst>
      </pc:sldChg>
    </pc:docChg>
  </pc:docChgLst>
  <pc:docChgLst>
    <pc:chgData name="Mukherjee, Abhijit" userId="S::abhijmukherjee@deloitte.com::3e5e4951-edcb-4657-afe4-9d6e07c5c8b3" providerId="AD" clId="Web-{31684946-C4E6-4C15-BC3D-A73BD99A76A1}"/>
    <pc:docChg chg="delSld">
      <pc:chgData name="Mukherjee, Abhijit" userId="S::abhijmukherjee@deloitte.com::3e5e4951-edcb-4657-afe4-9d6e07c5c8b3" providerId="AD" clId="Web-{31684946-C4E6-4C15-BC3D-A73BD99A76A1}" dt="2021-07-29T06:56:03.043" v="1"/>
      <pc:docMkLst>
        <pc:docMk/>
      </pc:docMkLst>
      <pc:sldChg chg="del">
        <pc:chgData name="Mukherjee, Abhijit" userId="S::abhijmukherjee@deloitte.com::3e5e4951-edcb-4657-afe4-9d6e07c5c8b3" providerId="AD" clId="Web-{31684946-C4E6-4C15-BC3D-A73BD99A76A1}" dt="2021-07-29T06:56:03.043" v="1"/>
        <pc:sldMkLst>
          <pc:docMk/>
          <pc:sldMk cId="3759436767" sldId="592"/>
        </pc:sldMkLst>
      </pc:sldChg>
      <pc:sldChg chg="del">
        <pc:chgData name="Mukherjee, Abhijit" userId="S::abhijmukherjee@deloitte.com::3e5e4951-edcb-4657-afe4-9d6e07c5c8b3" providerId="AD" clId="Web-{31684946-C4E6-4C15-BC3D-A73BD99A76A1}" dt="2021-07-29T06:56:02.168" v="0"/>
        <pc:sldMkLst>
          <pc:docMk/>
          <pc:sldMk cId="2386162618" sldId="599"/>
        </pc:sldMkLst>
      </pc:sldChg>
    </pc:docChg>
  </pc:docChgLst>
  <pc:docChgLst>
    <pc:chgData clId="Web-{C4BBF6BF-365A-490A-AB16-818CD099B47E}"/>
    <pc:docChg chg="modSld">
      <pc:chgData name="" userId="" providerId="" clId="Web-{C4BBF6BF-365A-490A-AB16-818CD099B47E}" dt="2023-08-10T13:17:02.069" v="0" actId="1076"/>
      <pc:docMkLst>
        <pc:docMk/>
      </pc:docMkLst>
      <pc:sldChg chg="modSp">
        <pc:chgData name="" userId="" providerId="" clId="Web-{C4BBF6BF-365A-490A-AB16-818CD099B47E}" dt="2023-08-10T13:17:02.069" v="0" actId="1076"/>
        <pc:sldMkLst>
          <pc:docMk/>
          <pc:sldMk cId="4041369042" sldId="594"/>
        </pc:sldMkLst>
      </pc:sldChg>
    </pc:docChg>
  </pc:docChgLst>
  <pc:docChgLst>
    <pc:chgData name="Moin Khaja, Shaik" userId="781edcc4-8406-4a1c-a708-37c6142ad11e" providerId="ADAL" clId="{32175E8B-5E96-4B5F-AF47-6372DF7B3B2C}"/>
    <pc:docChg chg="modSld sldOrd">
      <pc:chgData name="Moin Khaja, Shaik" userId="781edcc4-8406-4a1c-a708-37c6142ad11e" providerId="ADAL" clId="{32175E8B-5E96-4B5F-AF47-6372DF7B3B2C}" dt="2025-10-27T03:34:53.473" v="1"/>
      <pc:docMkLst>
        <pc:docMk/>
      </pc:docMkLst>
      <pc:sldChg chg="ord">
        <pc:chgData name="Moin Khaja, Shaik" userId="781edcc4-8406-4a1c-a708-37c6142ad11e" providerId="ADAL" clId="{32175E8B-5E96-4B5F-AF47-6372DF7B3B2C}" dt="2025-10-27T03:34:53.473" v="1"/>
        <pc:sldMkLst>
          <pc:docMk/>
          <pc:sldMk cId="4267285943" sldId="61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73388" cy="463550"/>
          </a:xfrm>
          <a:prstGeom prst="rect">
            <a:avLst/>
          </a:prstGeom>
          <a:noFill/>
          <a:ln w="9525">
            <a:noFill/>
            <a:miter lim="800000"/>
            <a:headEnd/>
            <a:tailEnd/>
          </a:ln>
        </p:spPr>
        <p:txBody>
          <a:bodyPr vert="horz" wrap="square" lIns="63434" tIns="31717" rIns="63434" bIns="31717" numCol="1" anchor="t" anchorCtr="0" compatLnSpc="1">
            <a:prstTxWarp prst="textNoShape">
              <a:avLst/>
            </a:prstTxWarp>
          </a:bodyPr>
          <a:lstStyle>
            <a:lvl1pPr algn="l" defTabSz="634922">
              <a:spcBef>
                <a:spcPct val="0"/>
              </a:spcBef>
              <a:defRPr sz="800" b="0"/>
            </a:lvl1pPr>
          </a:lstStyle>
          <a:p>
            <a:endParaRPr lang="en-GB"/>
          </a:p>
        </p:txBody>
      </p:sp>
      <p:sp>
        <p:nvSpPr>
          <p:cNvPr id="3" name="Date Placeholder 2"/>
          <p:cNvSpPr>
            <a:spLocks noGrp="1"/>
          </p:cNvSpPr>
          <p:nvPr>
            <p:ph type="dt" sz="quarter" idx="1"/>
          </p:nvPr>
        </p:nvSpPr>
        <p:spPr bwMode="auto">
          <a:xfrm>
            <a:off x="3884613" y="0"/>
            <a:ext cx="2971800" cy="463550"/>
          </a:xfrm>
          <a:prstGeom prst="rect">
            <a:avLst/>
          </a:prstGeom>
          <a:noFill/>
          <a:ln w="9525">
            <a:noFill/>
            <a:miter lim="800000"/>
            <a:headEnd/>
            <a:tailEnd/>
          </a:ln>
        </p:spPr>
        <p:txBody>
          <a:bodyPr vert="horz" wrap="square" lIns="63434" tIns="31717" rIns="63434" bIns="31717" numCol="1" anchor="t" anchorCtr="0" compatLnSpc="1">
            <a:prstTxWarp prst="textNoShape">
              <a:avLst/>
            </a:prstTxWarp>
          </a:bodyPr>
          <a:lstStyle>
            <a:lvl1pPr algn="r" defTabSz="634922">
              <a:spcBef>
                <a:spcPct val="0"/>
              </a:spcBef>
              <a:defRPr sz="800" b="0"/>
            </a:lvl1pPr>
          </a:lstStyle>
          <a:p>
            <a:fld id="{55F4F54F-BFE9-4158-8CC4-DD040336CB83}" type="datetimeFigureOut">
              <a:rPr lang="en-US"/>
              <a:pPr/>
              <a:t>10/27/2025</a:t>
            </a:fld>
            <a:endParaRPr lang="en-GB"/>
          </a:p>
        </p:txBody>
      </p:sp>
      <p:sp>
        <p:nvSpPr>
          <p:cNvPr id="4" name="Footer Placeholder 3"/>
          <p:cNvSpPr>
            <a:spLocks noGrp="1"/>
          </p:cNvSpPr>
          <p:nvPr>
            <p:ph type="ftr" sz="quarter" idx="2"/>
          </p:nvPr>
        </p:nvSpPr>
        <p:spPr bwMode="auto">
          <a:xfrm>
            <a:off x="0" y="8831263"/>
            <a:ext cx="2973388" cy="463550"/>
          </a:xfrm>
          <a:prstGeom prst="rect">
            <a:avLst/>
          </a:prstGeom>
          <a:noFill/>
          <a:ln w="9525">
            <a:noFill/>
            <a:miter lim="800000"/>
            <a:headEnd/>
            <a:tailEnd/>
          </a:ln>
        </p:spPr>
        <p:txBody>
          <a:bodyPr vert="horz" wrap="square" lIns="63434" tIns="31717" rIns="63434" bIns="31717" numCol="1" anchor="b" anchorCtr="0" compatLnSpc="1">
            <a:prstTxWarp prst="textNoShape">
              <a:avLst/>
            </a:prstTxWarp>
          </a:bodyPr>
          <a:lstStyle>
            <a:lvl1pPr algn="l" defTabSz="634922">
              <a:spcBef>
                <a:spcPct val="0"/>
              </a:spcBef>
              <a:defRPr sz="800" b="0"/>
            </a:lvl1pPr>
          </a:lstStyle>
          <a:p>
            <a:endParaRPr lang="en-GB"/>
          </a:p>
        </p:txBody>
      </p:sp>
      <p:sp>
        <p:nvSpPr>
          <p:cNvPr id="5" name="Slide Number Placeholder 4"/>
          <p:cNvSpPr>
            <a:spLocks noGrp="1"/>
          </p:cNvSpPr>
          <p:nvPr>
            <p:ph type="sldNum" sz="quarter" idx="3"/>
          </p:nvPr>
        </p:nvSpPr>
        <p:spPr bwMode="auto">
          <a:xfrm>
            <a:off x="3884613" y="8831263"/>
            <a:ext cx="2971800" cy="463550"/>
          </a:xfrm>
          <a:prstGeom prst="rect">
            <a:avLst/>
          </a:prstGeom>
          <a:noFill/>
          <a:ln w="9525">
            <a:noFill/>
            <a:miter lim="800000"/>
            <a:headEnd/>
            <a:tailEnd/>
          </a:ln>
        </p:spPr>
        <p:txBody>
          <a:bodyPr vert="horz" wrap="square" lIns="63434" tIns="31717" rIns="63434" bIns="31717" numCol="1" anchor="b" anchorCtr="0" compatLnSpc="1">
            <a:prstTxWarp prst="textNoShape">
              <a:avLst/>
            </a:prstTxWarp>
          </a:bodyPr>
          <a:lstStyle>
            <a:lvl1pPr algn="r" defTabSz="634922">
              <a:spcBef>
                <a:spcPct val="0"/>
              </a:spcBef>
              <a:defRPr sz="800" b="0"/>
            </a:lvl1pPr>
          </a:lstStyle>
          <a:p>
            <a:fld id="{4A1FC2AB-82DE-43D4-878D-2B0CA2799EF2}" type="slidenum">
              <a:rPr lang="en-GB"/>
              <a:pPr/>
              <a:t>‹#›</a:t>
            </a:fld>
            <a:endParaRPr lang="en-GB"/>
          </a:p>
        </p:txBody>
      </p:sp>
    </p:spTree>
    <p:extLst>
      <p:ext uri="{BB962C8B-B14F-4D97-AF65-F5344CB8AC3E}">
        <p14:creationId xmlns:p14="http://schemas.microsoft.com/office/powerpoint/2010/main" val="4704309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bwMode="auto">
          <a:xfrm>
            <a:off x="0" y="0"/>
            <a:ext cx="2973388" cy="463550"/>
          </a:xfrm>
          <a:prstGeom prst="rect">
            <a:avLst/>
          </a:prstGeom>
          <a:noFill/>
          <a:ln w="9525">
            <a:noFill/>
            <a:miter lim="800000"/>
            <a:headEnd/>
            <a:tailEnd/>
          </a:ln>
        </p:spPr>
        <p:txBody>
          <a:bodyPr vert="horz" wrap="square" lIns="96711" tIns="48356" rIns="96711" bIns="48356" numCol="1" anchor="t" anchorCtr="0" compatLnSpc="1">
            <a:prstTxWarp prst="textNoShape">
              <a:avLst/>
            </a:prstTxWarp>
          </a:bodyPr>
          <a:lstStyle>
            <a:lvl1pPr algn="l" defTabSz="634922">
              <a:spcBef>
                <a:spcPct val="0"/>
              </a:spcBef>
              <a:defRPr sz="1200" b="0"/>
            </a:lvl1pPr>
          </a:lstStyle>
          <a:p>
            <a:endParaRPr lang="en-GB"/>
          </a:p>
        </p:txBody>
      </p:sp>
      <p:sp>
        <p:nvSpPr>
          <p:cNvPr id="3" name="Date Placeholder 2"/>
          <p:cNvSpPr>
            <a:spLocks noGrp="1"/>
          </p:cNvSpPr>
          <p:nvPr>
            <p:ph type="dt" idx="1"/>
          </p:nvPr>
        </p:nvSpPr>
        <p:spPr bwMode="auto">
          <a:xfrm>
            <a:off x="3884613" y="0"/>
            <a:ext cx="2971800" cy="463550"/>
          </a:xfrm>
          <a:prstGeom prst="rect">
            <a:avLst/>
          </a:prstGeom>
          <a:noFill/>
          <a:ln w="9525">
            <a:noFill/>
            <a:miter lim="800000"/>
            <a:headEnd/>
            <a:tailEnd/>
          </a:ln>
        </p:spPr>
        <p:txBody>
          <a:bodyPr vert="horz" wrap="square" lIns="96711" tIns="48356" rIns="96711" bIns="48356" numCol="1" anchor="t" anchorCtr="0" compatLnSpc="1">
            <a:prstTxWarp prst="textNoShape">
              <a:avLst/>
            </a:prstTxWarp>
          </a:bodyPr>
          <a:lstStyle>
            <a:lvl1pPr algn="r" defTabSz="634922">
              <a:spcBef>
                <a:spcPct val="0"/>
              </a:spcBef>
              <a:defRPr sz="1200" b="0"/>
            </a:lvl1pPr>
          </a:lstStyle>
          <a:p>
            <a:fld id="{48C56040-B352-4CF8-B5D5-F47EA68AB32D}" type="datetimeFigureOut">
              <a:rPr lang="en-US"/>
              <a:pPr/>
              <a:t>10/27/2025</a:t>
            </a:fld>
            <a:endParaRPr lang="en-GB"/>
          </a:p>
        </p:txBody>
      </p:sp>
      <p:sp>
        <p:nvSpPr>
          <p:cNvPr id="4" name="Slide Image Placeholder 3"/>
          <p:cNvSpPr>
            <a:spLocks noGrp="1" noRot="1" noChangeAspect="1"/>
          </p:cNvSpPr>
          <p:nvPr>
            <p:ph type="sldImg" idx="2"/>
          </p:nvPr>
        </p:nvSpPr>
        <p:spPr>
          <a:xfrm>
            <a:off x="1106488" y="698500"/>
            <a:ext cx="4646612" cy="3486150"/>
          </a:xfrm>
          <a:prstGeom prst="rect">
            <a:avLst/>
          </a:prstGeom>
          <a:noFill/>
          <a:ln w="12700">
            <a:solidFill>
              <a:prstClr val="black"/>
            </a:solidFill>
          </a:ln>
        </p:spPr>
        <p:txBody>
          <a:bodyPr vert="horz" lIns="139373" tIns="69688" rIns="139373" bIns="69688" rtlCol="0" anchor="ctr"/>
          <a:lstStyle/>
          <a:p>
            <a:pPr lvl="0"/>
            <a:endParaRPr lang="en-GB" noProof="0"/>
          </a:p>
        </p:txBody>
      </p:sp>
      <p:sp>
        <p:nvSpPr>
          <p:cNvPr id="5" name="Notes Placeholder 4"/>
          <p:cNvSpPr>
            <a:spLocks noGrp="1"/>
          </p:cNvSpPr>
          <p:nvPr>
            <p:ph type="body" sz="quarter" idx="3"/>
          </p:nvPr>
        </p:nvSpPr>
        <p:spPr bwMode="gray">
          <a:xfrm>
            <a:off x="684214" y="4416426"/>
            <a:ext cx="5489575" cy="917575"/>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bwMode="auto">
          <a:xfrm>
            <a:off x="0" y="8831263"/>
            <a:ext cx="2973388" cy="463550"/>
          </a:xfrm>
          <a:prstGeom prst="rect">
            <a:avLst/>
          </a:prstGeom>
          <a:noFill/>
          <a:ln w="9525">
            <a:noFill/>
            <a:miter lim="800000"/>
            <a:headEnd/>
            <a:tailEnd/>
          </a:ln>
        </p:spPr>
        <p:txBody>
          <a:bodyPr vert="horz" wrap="square" lIns="96711" tIns="48356" rIns="96711" bIns="48356" numCol="1" anchor="b" anchorCtr="0" compatLnSpc="1">
            <a:prstTxWarp prst="textNoShape">
              <a:avLst/>
            </a:prstTxWarp>
          </a:bodyPr>
          <a:lstStyle>
            <a:lvl1pPr algn="l" defTabSz="634922">
              <a:spcBef>
                <a:spcPct val="0"/>
              </a:spcBef>
              <a:defRPr sz="1200" b="0"/>
            </a:lvl1pPr>
          </a:lstStyle>
          <a:p>
            <a:endParaRPr lang="en-GB"/>
          </a:p>
        </p:txBody>
      </p:sp>
      <p:sp>
        <p:nvSpPr>
          <p:cNvPr id="7" name="Slide Number Placeholder 6"/>
          <p:cNvSpPr>
            <a:spLocks noGrp="1"/>
          </p:cNvSpPr>
          <p:nvPr>
            <p:ph type="sldNum" sz="quarter" idx="5"/>
          </p:nvPr>
        </p:nvSpPr>
        <p:spPr bwMode="auto">
          <a:xfrm>
            <a:off x="3884613" y="8831263"/>
            <a:ext cx="2971800" cy="463550"/>
          </a:xfrm>
          <a:prstGeom prst="rect">
            <a:avLst/>
          </a:prstGeom>
          <a:noFill/>
          <a:ln w="9525">
            <a:noFill/>
            <a:miter lim="800000"/>
            <a:headEnd/>
            <a:tailEnd/>
          </a:ln>
        </p:spPr>
        <p:txBody>
          <a:bodyPr vert="horz" wrap="square" lIns="96711" tIns="48356" rIns="96711" bIns="48356" numCol="1" anchor="b" anchorCtr="0" compatLnSpc="1">
            <a:prstTxWarp prst="textNoShape">
              <a:avLst/>
            </a:prstTxWarp>
          </a:bodyPr>
          <a:lstStyle>
            <a:lvl1pPr algn="r" defTabSz="634922">
              <a:spcBef>
                <a:spcPct val="0"/>
              </a:spcBef>
              <a:defRPr sz="1200" b="0"/>
            </a:lvl1pPr>
          </a:lstStyle>
          <a:p>
            <a:fld id="{F6715F80-3722-40A8-A13B-913CAEEA0A98}" type="slidenum">
              <a:rPr lang="en-GB"/>
              <a:pPr/>
              <a:t>‹#›</a:t>
            </a:fld>
            <a:endParaRPr lang="en-GB"/>
          </a:p>
        </p:txBody>
      </p:sp>
    </p:spTree>
    <p:extLst>
      <p:ext uri="{BB962C8B-B14F-4D97-AF65-F5344CB8AC3E}">
        <p14:creationId xmlns:p14="http://schemas.microsoft.com/office/powerpoint/2010/main" val="886304488"/>
      </p:ext>
    </p:extLst>
  </p:cSld>
  <p:clrMap bg1="lt1" tx1="dk1" bg2="lt2" tx2="dk2" accent1="accent1" accent2="accent2" accent3="accent3" accent4="accent4" accent5="accent5" accent6="accent6" hlink="hlink" folHlink="folHlink"/>
  <p:notesStyle>
    <a:lvl1pPr algn="l" rtl="0" eaLnBrk="0" fontAlgn="base" hangingPunct="0">
      <a:spcBef>
        <a:spcPct val="100000"/>
      </a:spcBef>
      <a:spcAft>
        <a:spcPct val="0"/>
      </a:spcAft>
      <a:buFont typeface="Arial" pitchFamily="34" charset="0"/>
      <a:defRPr sz="1100" kern="1200">
        <a:solidFill>
          <a:schemeClr val="tx1"/>
        </a:solidFill>
        <a:latin typeface="Arial" pitchFamily="34" charset="0"/>
        <a:ea typeface="+mn-ea"/>
        <a:cs typeface="+mn-cs"/>
      </a:defRPr>
    </a:lvl1pPr>
    <a:lvl2pPr marL="114300" indent="-112713" algn="l" rtl="0" eaLnBrk="0" fontAlgn="base" hangingPunct="0">
      <a:spcBef>
        <a:spcPct val="20000"/>
      </a:spcBef>
      <a:spcAft>
        <a:spcPct val="0"/>
      </a:spcAft>
      <a:buChar char="•"/>
      <a:defRPr sz="1100" kern="1200">
        <a:solidFill>
          <a:schemeClr val="tx1"/>
        </a:solidFill>
        <a:latin typeface="Arial" pitchFamily="34" charset="0"/>
        <a:ea typeface="+mn-ea"/>
        <a:cs typeface="+mn-cs"/>
      </a:defRPr>
    </a:lvl2pPr>
    <a:lvl3pPr marL="227013"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3pPr>
    <a:lvl4pPr marL="341313" indent="-112713" algn="l" rtl="0" eaLnBrk="0" fontAlgn="base" hangingPunct="0">
      <a:spcBef>
        <a:spcPct val="20000"/>
      </a:spcBef>
      <a:spcAft>
        <a:spcPct val="0"/>
      </a:spcAft>
      <a:buChar char="•"/>
      <a:defRPr sz="1000" kern="1200">
        <a:solidFill>
          <a:schemeClr val="tx1"/>
        </a:solidFill>
        <a:latin typeface="Arial" pitchFamily="34" charset="0"/>
        <a:ea typeface="+mn-ea"/>
        <a:cs typeface="+mn-cs"/>
      </a:defRPr>
    </a:lvl4pPr>
    <a:lvl5pPr marL="454025" indent="-111125" algn="l" rtl="0" eaLnBrk="0" fontAlgn="base" hangingPunct="0">
      <a:spcBef>
        <a:spcPct val="20000"/>
      </a:spcBef>
      <a:spcAft>
        <a:spcPct val="0"/>
      </a:spcAft>
      <a:buFont typeface="Arial" pitchFamily="34" charset="0"/>
      <a:buChar char="–"/>
      <a:defRPr sz="10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1143000" y="2641627"/>
            <a:ext cx="4113213" cy="743793"/>
          </a:xfrm>
          <a:prstGeom prst="rect">
            <a:avLst/>
          </a:prstGeom>
        </p:spPr>
        <p:txBody>
          <a:bodyPr anchor="b" anchorCtr="0">
            <a:spAutoFit/>
          </a:bodyPr>
          <a:lstStyle>
            <a:lvl1pPr>
              <a:lnSpc>
                <a:spcPct val="85000"/>
              </a:lnSpc>
              <a:defRPr sz="2800" b="0" smtClean="0">
                <a:latin typeface="Times New Roman" pitchFamily="18" charset="0"/>
              </a:defRPr>
            </a:lvl1pPr>
          </a:lstStyle>
          <a:p>
            <a:r>
              <a:rPr lang="en-US"/>
              <a:t>Click to edit Master title style</a:t>
            </a:r>
          </a:p>
        </p:txBody>
      </p:sp>
      <p:sp>
        <p:nvSpPr>
          <p:cNvPr id="120836" name="Text Placeholder 2"/>
          <p:cNvSpPr>
            <a:spLocks noGrp="1"/>
          </p:cNvSpPr>
          <p:nvPr>
            <p:ph type="subTitle" idx="1"/>
          </p:nvPr>
        </p:nvSpPr>
        <p:spPr bwMode="gray">
          <a:xfrm>
            <a:off x="1143000" y="3689350"/>
            <a:ext cx="4113213" cy="276999"/>
          </a:xfrm>
          <a:prstGeom prst="rect">
            <a:avLst/>
          </a:prstGeom>
        </p:spPr>
        <p:txBody>
          <a:bodyPr>
            <a:spAutoFit/>
          </a:bodyPr>
          <a:lstStyle>
            <a:lvl1pPr>
              <a:lnSpc>
                <a:spcPct val="100000"/>
              </a:lnSpc>
              <a:defRPr sz="1800" b="1" smtClean="0">
                <a:latin typeface="Arial" pitchFamily="34" charset="0"/>
              </a:defRPr>
            </a:lvl1pPr>
          </a:lstStyle>
          <a:p>
            <a:r>
              <a:rPr lang="en-US"/>
              <a:t>Click to edit Master subtitle style</a:t>
            </a:r>
            <a:endParaRPr/>
          </a:p>
        </p:txBody>
      </p:sp>
      <p:pic>
        <p:nvPicPr>
          <p:cNvPr id="120844" name="Picture 12" descr="DEL_DCS_PRI_RGB"/>
          <p:cNvPicPr>
            <a:picLocks noChangeAspect="1" noChangeArrowheads="1"/>
          </p:cNvPicPr>
          <p:nvPr userDrawn="1"/>
        </p:nvPicPr>
        <p:blipFill>
          <a:blip r:embed="rId2" cstate="print"/>
          <a:srcRect/>
          <a:stretch>
            <a:fillRect/>
          </a:stretch>
        </p:blipFill>
        <p:spPr bwMode="gray">
          <a:xfrm>
            <a:off x="404813" y="303213"/>
            <a:ext cx="1636712" cy="307975"/>
          </a:xfrm>
          <a:prstGeom prst="rect">
            <a:avLst/>
          </a:prstGeom>
          <a:noFill/>
        </p:spPr>
      </p:pic>
    </p:spTree>
  </p:cSld>
  <p:clrMapOvr>
    <a:masterClrMapping/>
  </p:clrMapOvr>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Divider">
    <p:bg>
      <p:bgPr>
        <a:solidFill>
          <a:schemeClr val="bg1"/>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gray">
          <a:xfrm>
            <a:off x="411480" y="2773363"/>
            <a:ext cx="4325112" cy="731520"/>
          </a:xfrm>
          <a:prstGeom prst="rect">
            <a:avLst/>
          </a:prstGeom>
        </p:spPr>
        <p:txBody>
          <a:bodyPr>
            <a:spAutoFit/>
          </a:bodyPr>
          <a:lstStyle>
            <a:lvl1pPr>
              <a:lnSpc>
                <a:spcPct val="85000"/>
              </a:lnSpc>
              <a:defRPr sz="2800" b="1" smtClean="0">
                <a:latin typeface="+mj-lt"/>
              </a:defRPr>
            </a:lvl1pPr>
          </a:lstStyle>
          <a:p>
            <a:r>
              <a:rPr lang="en-US"/>
              <a:t>Click to edit Master title style</a:t>
            </a:r>
          </a:p>
        </p:txBody>
      </p:sp>
      <p:sp>
        <p:nvSpPr>
          <p:cNvPr id="120836" name="Text Placeholder 2"/>
          <p:cNvSpPr>
            <a:spLocks noGrp="1"/>
          </p:cNvSpPr>
          <p:nvPr>
            <p:ph type="subTitle" idx="1"/>
          </p:nvPr>
        </p:nvSpPr>
        <p:spPr bwMode="gray">
          <a:xfrm>
            <a:off x="411480" y="3694176"/>
            <a:ext cx="4325112" cy="307777"/>
          </a:xfrm>
          <a:prstGeom prst="rect">
            <a:avLst/>
          </a:prstGeom>
        </p:spPr>
        <p:txBody>
          <a:bodyPr>
            <a:spAutoFit/>
          </a:bodyPr>
          <a:lstStyle>
            <a:lvl1pPr>
              <a:lnSpc>
                <a:spcPct val="100000"/>
              </a:lnSpc>
              <a:defRPr sz="2000" b="0" smtClean="0">
                <a:latin typeface="Arial" pitchFamily="34" charset="0"/>
              </a:defRPr>
            </a:lvl1pPr>
          </a:lstStyle>
          <a:p>
            <a:r>
              <a:rPr lang="en-US"/>
              <a:t>Click to edit Master subtitle style</a:t>
            </a:r>
            <a:endParaRPr/>
          </a:p>
        </p:txBody>
      </p:sp>
    </p:spTree>
  </p:cSld>
  <p:clrMapOvr>
    <a:masterClrMapping/>
  </p:clrMapOvr>
  <p:transition/>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Divider 2">
    <p:bg>
      <p:bgPr>
        <a:solidFill>
          <a:schemeClr val="accent2"/>
        </a:solidFill>
        <a:effectLst/>
      </p:bgPr>
    </p:bg>
    <p:spTree>
      <p:nvGrpSpPr>
        <p:cNvPr id="1" name=""/>
        <p:cNvGrpSpPr/>
        <p:nvPr/>
      </p:nvGrpSpPr>
      <p:grpSpPr>
        <a:xfrm>
          <a:off x="0" y="0"/>
          <a:ext cx="0" cy="0"/>
          <a:chOff x="0" y="0"/>
          <a:chExt cx="0" cy="0"/>
        </a:xfrm>
      </p:grpSpPr>
      <p:sp>
        <p:nvSpPr>
          <p:cNvPr id="120835" name="Title Placeholder 1"/>
          <p:cNvSpPr>
            <a:spLocks noGrp="1"/>
          </p:cNvSpPr>
          <p:nvPr>
            <p:ph type="ctrTitle"/>
          </p:nvPr>
        </p:nvSpPr>
        <p:spPr bwMode="auto">
          <a:xfrm>
            <a:off x="411480" y="2824696"/>
            <a:ext cx="8149908" cy="680186"/>
          </a:xfrm>
          <a:prstGeom prst="rect">
            <a:avLst/>
          </a:prstGeom>
        </p:spPr>
        <p:txBody>
          <a:bodyPr anchor="b" anchorCtr="0">
            <a:spAutoFit/>
          </a:bodyPr>
          <a:lstStyle>
            <a:lvl1pPr>
              <a:lnSpc>
                <a:spcPct val="85000"/>
              </a:lnSpc>
              <a:defRPr sz="5200" b="0" smtClean="0">
                <a:solidFill>
                  <a:schemeClr val="bg1"/>
                </a:solidFill>
                <a:latin typeface="Times New Roman" pitchFamily="18" charset="0"/>
                <a:cs typeface="Times New Roman" pitchFamily="18" charset="0"/>
              </a:defRPr>
            </a:lvl1pPr>
          </a:lstStyle>
          <a:p>
            <a:r>
              <a:rPr lang="en-US"/>
              <a:t>Click to edit Master title style</a:t>
            </a:r>
          </a:p>
        </p:txBody>
      </p:sp>
      <p:sp>
        <p:nvSpPr>
          <p:cNvPr id="120836" name="Text Placeholder 2"/>
          <p:cNvSpPr>
            <a:spLocks noGrp="1"/>
          </p:cNvSpPr>
          <p:nvPr>
            <p:ph type="subTitle" idx="1"/>
          </p:nvPr>
        </p:nvSpPr>
        <p:spPr bwMode="auto">
          <a:xfrm>
            <a:off x="411480" y="3694176"/>
            <a:ext cx="4325112" cy="276999"/>
          </a:xfrm>
          <a:prstGeom prst="rect">
            <a:avLst/>
          </a:prstGeom>
        </p:spPr>
        <p:txBody>
          <a:bodyPr>
            <a:spAutoFit/>
          </a:bodyPr>
          <a:lstStyle>
            <a:lvl1pPr>
              <a:lnSpc>
                <a:spcPct val="100000"/>
              </a:lnSpc>
              <a:defRPr sz="1800" b="1" smtClean="0">
                <a:solidFill>
                  <a:schemeClr val="bg1"/>
                </a:solidFill>
                <a:latin typeface="Arial" pitchFamily="34" charset="0"/>
              </a:defRPr>
            </a:lvl1pPr>
          </a:lstStyle>
          <a:p>
            <a:r>
              <a:rPr lang="en-US"/>
              <a:t>Click to edit Master subtitle style</a:t>
            </a:r>
            <a:endParaRPr/>
          </a:p>
        </p:txBody>
      </p:sp>
    </p:spTree>
  </p:cSld>
  <p:clrMapOvr>
    <a:masterClrMapping/>
  </p:clrMapOvr>
  <p:transition/>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tab pos="3889375" algn="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tab pos="388302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tab pos="3889375" algn="r"/>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 Column">
    <p:bg>
      <p:bgPr>
        <a:solidFill>
          <a:schemeClr val="bg1"/>
        </a:solidFill>
        <a:effectLst/>
      </p:bgPr>
    </p:bg>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11479" y="1399032"/>
            <a:ext cx="8330184" cy="4887468"/>
          </a:xfrm>
          <a:prstGeom prst="rect">
            <a:avLst/>
          </a:prstGeom>
        </p:spPr>
        <p:txBody>
          <a:bodyPr vert="horz" lIns="0" tIns="0" rIns="0" bIns="0" rtlCol="0">
            <a:noAutofit/>
          </a:bodyPr>
          <a:lstStyle>
            <a:lvl1pPr marL="0" marR="0" indent="0" algn="l" defTabSz="914400" rtl="0" eaLnBrk="1" fontAlgn="base" latinLnBrk="0" hangingPunct="1">
              <a:lnSpc>
                <a:spcPct val="100000"/>
              </a:lnSpc>
              <a:spcBef>
                <a:spcPts val="2200"/>
              </a:spcBef>
              <a:spcAft>
                <a:spcPct val="0"/>
              </a:spcAft>
              <a:buClrTx/>
              <a:buSzTx/>
              <a:buFont typeface="Arial" pitchFamily="34" charset="0"/>
              <a:buNone/>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3038"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5pPr>
            <a:lvl6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5"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9"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6"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7" name="Content Placeholder 20"/>
          <p:cNvSpPr>
            <a:spLocks noGrp="1"/>
          </p:cNvSpPr>
          <p:nvPr>
            <p:ph sz="quarter" idx="14"/>
          </p:nvPr>
        </p:nvSpPr>
        <p:spPr bwMode="gray">
          <a:xfrm>
            <a:off x="4724400" y="1399029"/>
            <a:ext cx="3999155" cy="4887471"/>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vl6pPr>
              <a:tabLst>
                <a:tab pos="3889375" algn="r"/>
              </a:tabLst>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1" name="Content Placeholder 20"/>
          <p:cNvSpPr>
            <a:spLocks noGrp="1"/>
          </p:cNvSpPr>
          <p:nvPr>
            <p:ph sz="quarter" idx="11"/>
          </p:nvPr>
        </p:nvSpPr>
        <p:spPr bwMode="gray">
          <a:xfrm>
            <a:off x="411478" y="1399031"/>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0"/>
          <p:cNvSpPr>
            <a:spLocks noGrp="1"/>
          </p:cNvSpPr>
          <p:nvPr>
            <p:ph sz="quarter" idx="11"/>
          </p:nvPr>
        </p:nvSpPr>
        <p:spPr bwMode="gray">
          <a:xfrm>
            <a:off x="3254819" y="1399030"/>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2"/>
          </p:nvPr>
        </p:nvSpPr>
        <p:spPr bwMode="gray">
          <a:xfrm>
            <a:off x="6098159" y="1399030"/>
            <a:ext cx="2642616" cy="4887469"/>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noAutofit/>
          </a:bodyPr>
          <a:lstStyle>
            <a:lvl1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R="0" algn="l" defTabSz="914400"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3pPr>
            <a:lvl4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smtClean="0">
                <a:ln>
                  <a:noFill/>
                </a:ln>
                <a:solidFill>
                  <a:schemeClr val="tx2"/>
                </a:solidFill>
                <a:effectLst/>
                <a:latin typeface="+mn-lt"/>
                <a:ea typeface="+mn-ea"/>
                <a:cs typeface="Arial" pitchFamily="34" charset="0"/>
              </a:defRPr>
            </a:lvl4pPr>
            <a:lvl5pPr marR="0" algn="l" defTabSz="914400" rtl="0" eaLnBrk="1" fontAlgn="base" latinLnBrk="0" hangingPunct="1">
              <a:lnSpc>
                <a:spcPct val="100000"/>
              </a:lnSpc>
              <a:spcAft>
                <a:spcPct val="0"/>
              </a:spcAft>
              <a:buFont typeface="Arial" pitchFamily="34" charset="0"/>
              <a:tabLst/>
              <a:defRPr kumimoji="0" lang="en-US" sz="1600" b="0" i="0" u="none" strike="noStrike" kern="1200" cap="none" normalizeH="0" baseline="0" dirty="0">
                <a:ln>
                  <a:noFill/>
                </a:ln>
                <a:solidFill>
                  <a:schemeClr val="tx2"/>
                </a:solidFill>
                <a:effectLst/>
                <a:latin typeface="+mn-lt"/>
                <a:ea typeface="+mn-ea"/>
                <a:cs typeface="Arial"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8"/>
          <p:cNvSpPr>
            <a:spLocks noGrp="1"/>
          </p:cNvSpPr>
          <p:nvPr>
            <p:ph type="body" sz="quarter" idx="13"/>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7"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8" y="1873249"/>
            <a:ext cx="8330184" cy="4280807"/>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bwMode="gray">
          <a:xfrm>
            <a:off x="414338" y="1397000"/>
            <a:ext cx="8330184"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7"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chemeClr val="tx2"/>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3" name="Text Placeholder 18"/>
          <p:cNvSpPr>
            <a:spLocks noGrp="1"/>
          </p:cNvSpPr>
          <p:nvPr>
            <p:ph type="body" sz="quarter" idx="16"/>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8"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Graph">
    <p:spTree>
      <p:nvGrpSpPr>
        <p:cNvPr id="1" name=""/>
        <p:cNvGrpSpPr/>
        <p:nvPr/>
      </p:nvGrpSpPr>
      <p:grpSpPr>
        <a:xfrm>
          <a:off x="0" y="0"/>
          <a:ext cx="0" cy="0"/>
          <a:chOff x="0" y="0"/>
          <a:chExt cx="0" cy="0"/>
        </a:xfrm>
      </p:grpSpPr>
      <p:sp>
        <p:nvSpPr>
          <p:cNvPr id="6" name="Content Placeholder 20"/>
          <p:cNvSpPr>
            <a:spLocks noGrp="1"/>
          </p:cNvSpPr>
          <p:nvPr>
            <p:ph sz="quarter" idx="11"/>
          </p:nvPr>
        </p:nvSpPr>
        <p:spPr bwMode="gray">
          <a:xfrm>
            <a:off x="411479"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p:cNvSpPr>
            <a:spLocks noGrp="1"/>
          </p:cNvSpPr>
          <p:nvPr>
            <p:ph type="body" sz="quarter" idx="13"/>
          </p:nvPr>
        </p:nvSpPr>
        <p:spPr bwMode="gray">
          <a:xfrm>
            <a:off x="414338"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
        <p:nvSpPr>
          <p:cNvPr id="14" name="Text Placeholder 13"/>
          <p:cNvSpPr>
            <a:spLocks noGrp="1"/>
          </p:cNvSpPr>
          <p:nvPr>
            <p:ph type="body" sz="quarter" idx="15"/>
          </p:nvPr>
        </p:nvSpPr>
        <p:spPr bwMode="gray">
          <a:xfrm>
            <a:off x="411479"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5" name="Text Placeholder 13"/>
          <p:cNvSpPr>
            <a:spLocks noGrp="1"/>
          </p:cNvSpPr>
          <p:nvPr>
            <p:ph type="body" sz="quarter" idx="16"/>
          </p:nvPr>
        </p:nvSpPr>
        <p:spPr bwMode="gray">
          <a:xfrm>
            <a:off x="4737846" y="6153912"/>
            <a:ext cx="3995928" cy="128016"/>
          </a:xfrm>
          <a:prstGeom prst="rect">
            <a:avLst/>
          </a:prstGeom>
          <a:noFill/>
          <a:ln w="12700" algn="ctr">
            <a:noFill/>
            <a:miter lim="800000"/>
            <a:headEnd/>
            <a:tailEnd/>
          </a:ln>
        </p:spPr>
        <p:txBody>
          <a:bodyPr lIns="0" tIns="0" rIns="0" bIns="0" anchor="b">
            <a:spAutoFit/>
          </a:bodyPr>
          <a:lstStyle>
            <a:lvl1pPr algn="l" rtl="0" fontAlgn="base">
              <a:lnSpc>
                <a:spcPct val="100000"/>
              </a:lnSpc>
              <a:spcBef>
                <a:spcPct val="0"/>
              </a:spcBef>
              <a:spcAft>
                <a:spcPct val="0"/>
              </a:spcAft>
              <a:defRPr lang="en-US" sz="800" b="0" kern="1200" smtClean="0">
                <a:solidFill>
                  <a:srgbClr val="002776"/>
                </a:solidFill>
                <a:latin typeface="Arial" pitchFamily="34" charset="0"/>
                <a:ea typeface="+mn-ea"/>
                <a:cs typeface="Arial" pitchFamily="34" charset="0"/>
              </a:defRPr>
            </a:lvl1pPr>
            <a:lvl2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2pPr>
            <a:lvl3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3pPr>
            <a:lvl4pPr algn="l" rtl="0" fontAlgn="base">
              <a:spcBef>
                <a:spcPct val="0"/>
              </a:spcBef>
              <a:spcAft>
                <a:spcPct val="0"/>
              </a:spcAft>
              <a:defRPr lang="en-US" sz="800" b="0" kern="1200" smtClean="0">
                <a:solidFill>
                  <a:schemeClr val="tx1"/>
                </a:solidFill>
                <a:latin typeface="Arial" pitchFamily="34" charset="0"/>
                <a:ea typeface="+mn-ea"/>
                <a:cs typeface="Arial" pitchFamily="34" charset="0"/>
              </a:defRPr>
            </a:lvl4pPr>
            <a:lvl5pPr algn="l" rtl="0" fontAlgn="base">
              <a:spcBef>
                <a:spcPct val="0"/>
              </a:spcBef>
              <a:spcAft>
                <a:spcPct val="0"/>
              </a:spcAft>
              <a:defRPr lang="en-US" sz="800" b="0" kern="1200" dirty="0">
                <a:solidFill>
                  <a:schemeClr val="tx1"/>
                </a:solidFill>
                <a:latin typeface="Arial" pitchFamily="34" charset="0"/>
                <a:ea typeface="+mn-ea"/>
                <a:cs typeface="Arial" pitchFamily="34" charset="0"/>
              </a:defRPr>
            </a:lvl5pPr>
          </a:lstStyle>
          <a:p>
            <a:pPr lvl="0"/>
            <a:r>
              <a:rPr lang="en-US"/>
              <a:t>Click to edit Master text styles</a:t>
            </a:r>
          </a:p>
        </p:txBody>
      </p:sp>
      <p:sp>
        <p:nvSpPr>
          <p:cNvPr id="17" name="Text Placeholder 18"/>
          <p:cNvSpPr>
            <a:spLocks noGrp="1"/>
          </p:cNvSpPr>
          <p:nvPr>
            <p:ph type="body" sz="quarter" idx="17"/>
          </p:nvPr>
        </p:nvSpPr>
        <p:spPr bwMode="gray">
          <a:xfrm>
            <a:off x="414338" y="779463"/>
            <a:ext cx="8330184" cy="307777"/>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spAutoFit/>
          </a:bodyPr>
          <a:lstStyle>
            <a:lvl1pPr>
              <a:defRPr kumimoji="0" lang="en-US" sz="2000" b="0" i="0" u="none" strike="noStrike" kern="1200" cap="none" spc="0" normalizeH="0" baseline="0" noProof="0" dirty="0" smtClean="0">
                <a:ln>
                  <a:noFill/>
                </a:ln>
                <a:solidFill>
                  <a:schemeClr val="tx2"/>
                </a:solidFill>
                <a:effectLst/>
                <a:uLnTx/>
                <a:uFillTx/>
                <a:latin typeface="+mj-lt"/>
                <a:ea typeface="+mn-ea"/>
                <a:cs typeface="Arial"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t>Click to edit Master text styles</a:t>
            </a:r>
          </a:p>
        </p:txBody>
      </p:sp>
      <p:sp>
        <p:nvSpPr>
          <p:cNvPr id="10"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lvl1pPr>
              <a:defRPr>
                <a:latin typeface="+mj-lt"/>
              </a:defRPr>
            </a:lvl1p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11" name="Content Placeholder 20"/>
          <p:cNvSpPr>
            <a:spLocks noGrp="1"/>
          </p:cNvSpPr>
          <p:nvPr>
            <p:ph sz="quarter" idx="18"/>
          </p:nvPr>
        </p:nvSpPr>
        <p:spPr bwMode="gray">
          <a:xfrm>
            <a:off x="4724400" y="1873248"/>
            <a:ext cx="3999155" cy="4280808"/>
          </a:xfrm>
          <a:prstGeom prst="rect">
            <a:avLst/>
          </a:prstGeom>
        </p:spPr>
        <p:txBody>
          <a:bodyPr/>
          <a:lstStyle>
            <a:lvl1pPr>
              <a:defRPr>
                <a:latin typeface="+mn-lt"/>
              </a:defRPr>
            </a:lvl1pPr>
            <a:lvl2pPr>
              <a:defRPr lang="en-US" sz="1800" kern="1200" dirty="0" smtClean="0">
                <a:solidFill>
                  <a:schemeClr val="tx2"/>
                </a:solidFill>
                <a:latin typeface="+mn-lt"/>
                <a:ea typeface="+mn-ea"/>
                <a:cs typeface="+mn-cs"/>
              </a:defRPr>
            </a:lvl2pPr>
            <a:lvl3pPr>
              <a:defRPr lang="en-US" sz="1600" kern="1200" dirty="0" smtClean="0">
                <a:solidFill>
                  <a:schemeClr val="tx2"/>
                </a:solidFill>
                <a:latin typeface="+mn-lt"/>
                <a:ea typeface="+mn-ea"/>
                <a:cs typeface="+mn-cs"/>
              </a:defRPr>
            </a:lvl3pPr>
            <a:lvl4pPr>
              <a:defRPr lang="en-US" sz="1600" kern="1200" dirty="0" smtClean="0">
                <a:solidFill>
                  <a:schemeClr val="tx2"/>
                </a:solidFill>
                <a:latin typeface="+mn-lt"/>
                <a:ea typeface="+mn-ea"/>
                <a:cs typeface="+mn-cs"/>
              </a:defRPr>
            </a:lvl4pPr>
            <a:lvl5pPr>
              <a:defRPr lang="en-US" sz="1600" kern="1200" dirty="0">
                <a:solidFill>
                  <a:schemeClr val="tx2"/>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1"/>
          <p:cNvSpPr>
            <a:spLocks noGrp="1"/>
          </p:cNvSpPr>
          <p:nvPr>
            <p:ph type="body" sz="quarter" idx="19"/>
          </p:nvPr>
        </p:nvSpPr>
        <p:spPr bwMode="gray">
          <a:xfrm>
            <a:off x="4727259" y="1397000"/>
            <a:ext cx="3995928" cy="276999"/>
          </a:xfrm>
          <a:prstGeom prst="rect">
            <a:avLst/>
          </a:prstGeom>
        </p:spPr>
        <p:txBody>
          <a:bodyPr>
            <a:spAutoFit/>
          </a:bodyPr>
          <a:lstStyle>
            <a:lvl1pPr>
              <a:defRPr sz="1800" b="1">
                <a:latin typeface="+mj-lt"/>
              </a:defRPr>
            </a:lvl1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pic>
        <p:nvPicPr>
          <p:cNvPr id="5" name="Picture 19" descr="DEL_PRI_RGB"/>
          <p:cNvPicPr>
            <a:picLocks noChangeAspect="1" noChangeArrowheads="1"/>
          </p:cNvPicPr>
          <p:nvPr userDrawn="1"/>
        </p:nvPicPr>
        <p:blipFill>
          <a:blip r:embed="rId2" cstate="print"/>
          <a:srcRect l="11237" t="27428" r="9845" b="25551"/>
          <a:stretch>
            <a:fillRect/>
          </a:stretch>
        </p:blipFill>
        <p:spPr bwMode="gray">
          <a:xfrm>
            <a:off x="2844800" y="3032125"/>
            <a:ext cx="3451225" cy="790575"/>
          </a:xfrm>
          <a:prstGeom prst="rect">
            <a:avLst/>
          </a:prstGeom>
          <a:noFill/>
          <a:ln w="9525">
            <a:noFill/>
            <a:miter lim="800000"/>
            <a:headEnd/>
            <a:tailEnd/>
          </a:ln>
        </p:spPr>
      </p:pic>
      <p:sp>
        <p:nvSpPr>
          <p:cNvPr id="3" name="Text Placeholder 5"/>
          <p:cNvSpPr>
            <a:spLocks noGrp="1"/>
          </p:cNvSpPr>
          <p:nvPr>
            <p:ph type="body" sz="quarter" idx="10"/>
          </p:nvPr>
        </p:nvSpPr>
        <p:spPr bwMode="gray">
          <a:xfrm>
            <a:off x="402336" y="5458968"/>
            <a:ext cx="4937760" cy="1152144"/>
          </a:xfrm>
        </p:spPr>
        <p:txBody>
          <a:bodyPr anchor="b" anchorCtr="0">
            <a:noAutofit/>
          </a:bodyPr>
          <a:lstStyle>
            <a:lvl1pPr>
              <a:lnSpc>
                <a:spcPts val="800"/>
              </a:lnSpc>
              <a:spcBef>
                <a:spcPts val="400"/>
              </a:spcBef>
              <a:spcAft>
                <a:spcPts val="400"/>
              </a:spcAft>
              <a:defRPr sz="700"/>
            </a:lvl1pPr>
          </a:lstStyle>
          <a:p>
            <a:pPr lvl="0"/>
            <a:r>
              <a:rPr lang="en-US"/>
              <a:t>Click to edit Master text styles</a:t>
            </a:r>
          </a:p>
        </p:txBody>
      </p:sp>
    </p:spTree>
  </p:cSld>
  <p:clrMapOvr>
    <a:masterClrMapping/>
  </p:clrMapOvr>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Rectangle 17"/>
          <p:cNvSpPr>
            <a:spLocks noChangeArrowheads="1"/>
          </p:cNvSpPr>
          <p:nvPr/>
        </p:nvSpPr>
        <p:spPr bwMode="gray">
          <a:xfrm>
            <a:off x="5965825" y="6656388"/>
            <a:ext cx="2774950" cy="107722"/>
          </a:xfrm>
          <a:prstGeom prst="rect">
            <a:avLst/>
          </a:prstGeom>
          <a:noFill/>
          <a:ln w="25400" algn="ctr">
            <a:noFill/>
            <a:miter lim="800000"/>
            <a:headEnd/>
            <a:tailEnd/>
          </a:ln>
        </p:spPr>
        <p:txBody>
          <a:bodyPr lIns="0" tIns="0" rIns="0" bIns="0" anchor="b">
            <a:spAutoFit/>
          </a:bodyPr>
          <a:lstStyle/>
          <a:p>
            <a:pPr algn="r">
              <a:spcBef>
                <a:spcPct val="0"/>
              </a:spcBef>
            </a:pPr>
            <a:r>
              <a:rPr lang="en-US" sz="700" b="0">
                <a:solidFill>
                  <a:schemeClr val="tx2"/>
                </a:solidFill>
              </a:rPr>
              <a:t>Copyright © 2019 Deloitte Development LLC. All rights reserved.</a:t>
            </a:r>
          </a:p>
        </p:txBody>
      </p:sp>
      <p:sp>
        <p:nvSpPr>
          <p:cNvPr id="19" name="Slide Number Placeholder 9"/>
          <p:cNvSpPr>
            <a:spLocks/>
          </p:cNvSpPr>
          <p:nvPr/>
        </p:nvSpPr>
        <p:spPr bwMode="gray">
          <a:xfrm>
            <a:off x="414338" y="6640513"/>
            <a:ext cx="268287" cy="138499"/>
          </a:xfrm>
          <a:prstGeom prst="rect">
            <a:avLst/>
          </a:prstGeom>
          <a:noFill/>
          <a:ln w="9525">
            <a:noFill/>
            <a:miter lim="800000"/>
            <a:headEnd/>
            <a:tailEnd/>
          </a:ln>
        </p:spPr>
        <p:txBody>
          <a:bodyPr lIns="0" tIns="0" rIns="0" bIns="0" anchor="b">
            <a:spAutoFit/>
          </a:bodyPr>
          <a:lstStyle/>
          <a:p>
            <a:pPr algn="l">
              <a:spcBef>
                <a:spcPct val="0"/>
              </a:spcBef>
            </a:pPr>
            <a:fld id="{86C77FDF-45C5-4665-AAEE-45520AE6BEA9}" type="slidenum">
              <a:rPr lang="en-US" sz="900">
                <a:solidFill>
                  <a:schemeClr val="tx2"/>
                </a:solidFill>
              </a:rPr>
              <a:pPr algn="l">
                <a:spcBef>
                  <a:spcPct val="0"/>
                </a:spcBef>
              </a:pPr>
              <a:t>‹#›</a:t>
            </a:fld>
            <a:endParaRPr lang="en-US" sz="900">
              <a:solidFill>
                <a:schemeClr val="tx2"/>
              </a:solidFill>
            </a:endParaRPr>
          </a:p>
        </p:txBody>
      </p:sp>
      <p:sp>
        <p:nvSpPr>
          <p:cNvPr id="11" name="Title Placeholder 10"/>
          <p:cNvSpPr>
            <a:spLocks noGrp="1"/>
          </p:cNvSpPr>
          <p:nvPr>
            <p:ph type="title"/>
          </p:nvPr>
        </p:nvSpPr>
        <p:spPr bwMode="gray">
          <a:xfrm>
            <a:off x="414338" y="450279"/>
            <a:ext cx="8330184" cy="329184"/>
          </a:xfrm>
          <a:prstGeom prst="rect">
            <a:avLst/>
          </a:prstGeom>
        </p:spPr>
        <p:txBody>
          <a:bodyPr lIns="0" tIns="0" rIns="0" bIns="0" anchor="b" anchorCtr="0">
            <a:spAutoFit/>
          </a:bodyPr>
          <a:lstStyle/>
          <a:p>
            <a:pPr marL="0" marR="0" lvl="0" indent="0" algn="l" defTabSz="914400" rtl="0" eaLnBrk="0" fontAlgn="base" latinLnBrk="0" hangingPunct="0">
              <a:lnSpc>
                <a:spcPct val="90000"/>
              </a:lnSpc>
              <a:spcBef>
                <a:spcPct val="0"/>
              </a:spcBef>
              <a:spcAft>
                <a:spcPct val="0"/>
              </a:spcAft>
              <a:buClrTx/>
              <a:buSzTx/>
              <a:buFontTx/>
              <a:buNone/>
              <a:tabLst/>
              <a:defRPr/>
            </a:pPr>
            <a:r>
              <a:rPr lang="en-US"/>
              <a:t>Click to edit Master title style</a:t>
            </a:r>
          </a:p>
        </p:txBody>
      </p:sp>
      <p:sp>
        <p:nvSpPr>
          <p:cNvPr id="16" name="Text Placeholder 15"/>
          <p:cNvSpPr>
            <a:spLocks noGrp="1"/>
          </p:cNvSpPr>
          <p:nvPr>
            <p:ph type="body" idx="1"/>
          </p:nvPr>
        </p:nvSpPr>
        <p:spPr bwMode="gray">
          <a:xfrm>
            <a:off x="411480" y="1400175"/>
            <a:ext cx="8330184" cy="1497846"/>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883" r:id="rId1"/>
    <p:sldLayoutId id="2147483901" r:id="rId2"/>
    <p:sldLayoutId id="2147483907" r:id="rId3"/>
    <p:sldLayoutId id="2147483908" r:id="rId4"/>
    <p:sldLayoutId id="2147483898" r:id="rId5"/>
    <p:sldLayoutId id="2147483904" r:id="rId6"/>
    <p:sldLayoutId id="2147483906" r:id="rId7"/>
    <p:sldLayoutId id="2147483905" r:id="rId8"/>
    <p:sldLayoutId id="2147483897" r:id="rId9"/>
    <p:sldLayoutId id="2147483899" r:id="rId10"/>
    <p:sldLayoutId id="2147483900" r:id="rId11"/>
  </p:sldLayoutIdLst>
  <p:hf hdr="0" dt="0"/>
  <p:txStyles>
    <p:titleStyle>
      <a:lvl1pPr algn="l" rtl="0" eaLnBrk="1" fontAlgn="base" hangingPunct="1">
        <a:lnSpc>
          <a:spcPts val="2600"/>
        </a:lnSpc>
        <a:spcBef>
          <a:spcPct val="0"/>
        </a:spcBef>
        <a:spcAft>
          <a:spcPct val="0"/>
        </a:spcAft>
        <a:defRPr kumimoji="0" lang="en-US" sz="2400" b="1" i="0" u="none" strike="noStrike" kern="1200" cap="none" spc="0" normalizeH="0" baseline="0" noProof="0" dirty="0" smtClean="0">
          <a:ln>
            <a:noFill/>
          </a:ln>
          <a:solidFill>
            <a:schemeClr val="tx2"/>
          </a:solidFill>
          <a:effectLst/>
          <a:uLnTx/>
          <a:uFillTx/>
          <a:latin typeface="+mj-lt"/>
          <a:ea typeface="+mj-ea"/>
          <a:cs typeface="+mj-cs"/>
        </a:defRPr>
      </a:lvl1pPr>
      <a:lvl2pPr algn="l" rtl="0" eaLnBrk="1" fontAlgn="base" hangingPunct="1">
        <a:lnSpc>
          <a:spcPct val="90000"/>
        </a:lnSpc>
        <a:spcBef>
          <a:spcPct val="0"/>
        </a:spcBef>
        <a:spcAft>
          <a:spcPct val="0"/>
        </a:spcAft>
        <a:defRPr b="1">
          <a:solidFill>
            <a:schemeClr val="tx1"/>
          </a:solidFill>
          <a:latin typeface="Arial" charset="0"/>
        </a:defRPr>
      </a:lvl2pPr>
      <a:lvl3pPr algn="l" rtl="0" eaLnBrk="1" fontAlgn="base" hangingPunct="1">
        <a:lnSpc>
          <a:spcPct val="90000"/>
        </a:lnSpc>
        <a:spcBef>
          <a:spcPct val="0"/>
        </a:spcBef>
        <a:spcAft>
          <a:spcPct val="0"/>
        </a:spcAft>
        <a:defRPr b="1">
          <a:solidFill>
            <a:schemeClr val="tx1"/>
          </a:solidFill>
          <a:latin typeface="Arial" charset="0"/>
        </a:defRPr>
      </a:lvl3pPr>
      <a:lvl4pPr algn="l" rtl="0" eaLnBrk="1" fontAlgn="base" hangingPunct="1">
        <a:lnSpc>
          <a:spcPct val="90000"/>
        </a:lnSpc>
        <a:spcBef>
          <a:spcPct val="0"/>
        </a:spcBef>
        <a:spcAft>
          <a:spcPct val="0"/>
        </a:spcAft>
        <a:defRPr b="1">
          <a:solidFill>
            <a:schemeClr val="tx1"/>
          </a:solidFill>
          <a:latin typeface="Arial" charset="0"/>
        </a:defRPr>
      </a:lvl4pPr>
      <a:lvl5pPr algn="l" rtl="0" eaLnBrk="1" fontAlgn="base" hangingPunct="1">
        <a:lnSpc>
          <a:spcPct val="90000"/>
        </a:lnSpc>
        <a:spcBef>
          <a:spcPct val="0"/>
        </a:spcBef>
        <a:spcAft>
          <a:spcPct val="0"/>
        </a:spcAft>
        <a:defRPr b="1">
          <a:solidFill>
            <a:schemeClr val="tx1"/>
          </a:solidFill>
          <a:latin typeface="Arial" charset="0"/>
        </a:defRPr>
      </a:lvl5pPr>
      <a:lvl6pPr marL="457200" algn="l" rtl="0" eaLnBrk="1" fontAlgn="base" hangingPunct="1">
        <a:spcBef>
          <a:spcPct val="0"/>
        </a:spcBef>
        <a:spcAft>
          <a:spcPct val="0"/>
        </a:spcAft>
        <a:defRPr sz="2400" b="1">
          <a:solidFill>
            <a:schemeClr val="accent1"/>
          </a:solidFill>
          <a:latin typeface="Arial" charset="0"/>
        </a:defRPr>
      </a:lvl6pPr>
      <a:lvl7pPr marL="914400" algn="l" rtl="0" eaLnBrk="1" fontAlgn="base" hangingPunct="1">
        <a:spcBef>
          <a:spcPct val="0"/>
        </a:spcBef>
        <a:spcAft>
          <a:spcPct val="0"/>
        </a:spcAft>
        <a:defRPr sz="2400" b="1">
          <a:solidFill>
            <a:schemeClr val="accent1"/>
          </a:solidFill>
          <a:latin typeface="Arial" charset="0"/>
        </a:defRPr>
      </a:lvl7pPr>
      <a:lvl8pPr marL="1371600" algn="l" rtl="0" eaLnBrk="1" fontAlgn="base" hangingPunct="1">
        <a:spcBef>
          <a:spcPct val="0"/>
        </a:spcBef>
        <a:spcAft>
          <a:spcPct val="0"/>
        </a:spcAft>
        <a:defRPr sz="2400" b="1">
          <a:solidFill>
            <a:schemeClr val="accent1"/>
          </a:solidFill>
          <a:latin typeface="Arial" charset="0"/>
        </a:defRPr>
      </a:lvl8pPr>
      <a:lvl9pPr marL="1828800" algn="l" rtl="0" eaLnBrk="1" fontAlgn="base" hangingPunct="1">
        <a:spcBef>
          <a:spcPct val="0"/>
        </a:spcBef>
        <a:spcAft>
          <a:spcPct val="0"/>
        </a:spcAft>
        <a:defRPr sz="2400" b="1">
          <a:solidFill>
            <a:schemeClr val="accent1"/>
          </a:solidFill>
          <a:latin typeface="Arial" charset="0"/>
        </a:defRPr>
      </a:lvl9pPr>
    </p:titleStyle>
    <p:body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dirty="0"/>
              <a:t>Integration Suite - CI Design and Configuration</a:t>
            </a:r>
          </a:p>
        </p:txBody>
      </p:sp>
      <p:sp>
        <p:nvSpPr>
          <p:cNvPr id="4" name="Rectangle 35"/>
          <p:cNvSpPr txBox="1">
            <a:spLocks/>
          </p:cNvSpPr>
          <p:nvPr/>
        </p:nvSpPr>
        <p:spPr bwMode="gray">
          <a:xfrm>
            <a:off x="414337" y="1014026"/>
            <a:ext cx="7890233" cy="820305"/>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b="1" dirty="0" err="1"/>
              <a:t>WebUI</a:t>
            </a:r>
            <a:r>
              <a:rPr lang="en-US" b="1" dirty="0"/>
              <a:t> </a:t>
            </a:r>
          </a:p>
          <a:p>
            <a:pPr marL="285750" indent="-285750">
              <a:buFont typeface="Arial" panose="020B0604020202020204" pitchFamily="34" charset="0"/>
              <a:buChar char="•"/>
            </a:pPr>
            <a:r>
              <a:rPr lang="en-US" dirty="0"/>
              <a:t>Customer uses tenant specific web-based application</a:t>
            </a:r>
          </a:p>
          <a:p>
            <a:pPr marL="285750" indent="-285750">
              <a:buFont typeface="Arial" panose="020B0604020202020204" pitchFamily="34" charset="0"/>
              <a:buChar char="•"/>
            </a:pPr>
            <a:r>
              <a:rPr lang="en-US" dirty="0"/>
              <a:t>Web application URL is provided by SAP together with the tenant details.</a:t>
            </a:r>
          </a:p>
          <a:p>
            <a:pPr marL="285750" indent="-285750">
              <a:buFont typeface="Arial" panose="020B0604020202020204" pitchFamily="34" charset="0"/>
              <a:buChar char="•"/>
            </a:pPr>
            <a:r>
              <a:rPr lang="en-US" dirty="0"/>
              <a:t>Enter URL (that includes tenant) in browser and you are ready for browsing, designing, configuration, monitoring of integration scenarios.</a:t>
            </a:r>
          </a:p>
        </p:txBody>
      </p:sp>
      <p:pic>
        <p:nvPicPr>
          <p:cNvPr id="6" name="Picture 5">
            <a:extLst>
              <a:ext uri="{FF2B5EF4-FFF2-40B4-BE49-F238E27FC236}">
                <a16:creationId xmlns:a16="http://schemas.microsoft.com/office/drawing/2014/main" id="{F985C290-39B6-4AFD-92C1-0C8C5CCC2203}"/>
              </a:ext>
            </a:extLst>
          </p:cNvPr>
          <p:cNvPicPr>
            <a:picLocks noChangeAspect="1"/>
          </p:cNvPicPr>
          <p:nvPr/>
        </p:nvPicPr>
        <p:blipFill>
          <a:blip r:embed="rId2"/>
          <a:stretch>
            <a:fillRect/>
          </a:stretch>
        </p:blipFill>
        <p:spPr>
          <a:xfrm>
            <a:off x="741886" y="3512126"/>
            <a:ext cx="7227066" cy="3192137"/>
          </a:xfrm>
          <a:prstGeom prst="rect">
            <a:avLst/>
          </a:prstGeom>
        </p:spPr>
      </p:pic>
    </p:spTree>
    <p:extLst>
      <p:ext uri="{BB962C8B-B14F-4D97-AF65-F5344CB8AC3E}">
        <p14:creationId xmlns:p14="http://schemas.microsoft.com/office/powerpoint/2010/main" val="404136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kern="0" dirty="0"/>
              <a:t>CI – Development Steps – Web UI</a:t>
            </a:r>
          </a:p>
        </p:txBody>
      </p:sp>
      <p:sp>
        <p:nvSpPr>
          <p:cNvPr id="4" name="Rectangle 35"/>
          <p:cNvSpPr txBox="1">
            <a:spLocks/>
          </p:cNvSpPr>
          <p:nvPr/>
        </p:nvSpPr>
        <p:spPr bwMode="gray">
          <a:xfrm>
            <a:off x="414338" y="945574"/>
            <a:ext cx="8251680" cy="5538354"/>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dirty="0"/>
              <a:t>Configure and Deploy the </a:t>
            </a:r>
            <a:r>
              <a:rPr lang="en-US" dirty="0" err="1"/>
              <a:t>iFlow</a:t>
            </a:r>
            <a:r>
              <a:rPr lang="en-US" dirty="0"/>
              <a:t> using SAP Web UI</a:t>
            </a:r>
          </a:p>
          <a:p>
            <a:pPr marL="342900" indent="-342900">
              <a:buFont typeface="+mj-lt"/>
              <a:buAutoNum type="arabicPeriod"/>
            </a:pPr>
            <a:r>
              <a:rPr lang="en-US" dirty="0"/>
              <a:t>Connect to the tenant management node of the CI system to the </a:t>
            </a:r>
            <a:r>
              <a:rPr lang="en-US" dirty="0" err="1"/>
              <a:t>url</a:t>
            </a:r>
            <a:r>
              <a:rPr lang="en-US" dirty="0"/>
              <a:t> http://&lt;tenant management node&gt;/</a:t>
            </a:r>
            <a:r>
              <a:rPr lang="en-US" dirty="0" err="1"/>
              <a:t>itspaces</a:t>
            </a:r>
            <a:endParaRPr lang="en-US" dirty="0"/>
          </a:p>
          <a:p>
            <a:pPr marL="342900" indent="-342900">
              <a:buFont typeface="+mj-lt"/>
              <a:buAutoNum type="arabicPeriod"/>
            </a:pPr>
            <a:r>
              <a:rPr lang="en-US" dirty="0"/>
              <a:t>Select the package that you want to implement and choose Copy</a:t>
            </a:r>
          </a:p>
          <a:p>
            <a:pPr marL="285750" indent="-285750">
              <a:buFont typeface="Arial" panose="020B0604020202020204" pitchFamily="34" charset="0"/>
              <a:buChar char="•"/>
            </a:pPr>
            <a:endParaRPr lang="en-US" dirty="0"/>
          </a:p>
          <a:p>
            <a:endParaRPr lang="en-US" dirty="0">
              <a:latin typeface="Verdana" pitchFamily="34" charset="0"/>
            </a:endParaRPr>
          </a:p>
        </p:txBody>
      </p:sp>
      <p:pic>
        <p:nvPicPr>
          <p:cNvPr id="6" name="Picture 5">
            <a:extLst>
              <a:ext uri="{FF2B5EF4-FFF2-40B4-BE49-F238E27FC236}">
                <a16:creationId xmlns:a16="http://schemas.microsoft.com/office/drawing/2014/main" id="{A66E8EBA-8F69-4747-BBBD-98C3B187D916}"/>
              </a:ext>
            </a:extLst>
          </p:cNvPr>
          <p:cNvPicPr>
            <a:picLocks noChangeAspect="1"/>
          </p:cNvPicPr>
          <p:nvPr/>
        </p:nvPicPr>
        <p:blipFill>
          <a:blip r:embed="rId2"/>
          <a:stretch>
            <a:fillRect/>
          </a:stretch>
        </p:blipFill>
        <p:spPr>
          <a:xfrm>
            <a:off x="414338" y="2996261"/>
            <a:ext cx="8090684" cy="3217252"/>
          </a:xfrm>
          <a:prstGeom prst="rect">
            <a:avLst/>
          </a:prstGeom>
        </p:spPr>
      </p:pic>
    </p:spTree>
    <p:extLst>
      <p:ext uri="{BB962C8B-B14F-4D97-AF65-F5344CB8AC3E}">
        <p14:creationId xmlns:p14="http://schemas.microsoft.com/office/powerpoint/2010/main" val="4267285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kern="0" dirty="0"/>
              <a:t>CI – Development Steps – Web UI</a:t>
            </a:r>
          </a:p>
        </p:txBody>
      </p:sp>
      <p:sp>
        <p:nvSpPr>
          <p:cNvPr id="4" name="Rectangle 35"/>
          <p:cNvSpPr txBox="1">
            <a:spLocks/>
          </p:cNvSpPr>
          <p:nvPr/>
        </p:nvSpPr>
        <p:spPr bwMode="gray">
          <a:xfrm>
            <a:off x="414338" y="945574"/>
            <a:ext cx="8251680" cy="5538354"/>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342900" indent="-342900">
              <a:buAutoNum type="arabicPeriod" startAt="3"/>
            </a:pPr>
            <a:r>
              <a:rPr lang="en-US"/>
              <a:t>If the Integration package is being created first time, then you would see the message ‘Integration Package Created’. If not, you will see the below pop-up asking to either create a new copy of the package or to overwrite the existing integration package content.</a:t>
            </a:r>
          </a:p>
          <a:p>
            <a:pPr marL="342900" indent="-342900">
              <a:buAutoNum type="arabicPeriod" startAt="3"/>
            </a:pPr>
            <a:endParaRPr lang="en-US"/>
          </a:p>
          <a:p>
            <a:pPr marL="342900" indent="-342900">
              <a:buAutoNum type="arabicPeriod" startAt="3"/>
            </a:pPr>
            <a:endParaRPr lang="en-US"/>
          </a:p>
          <a:p>
            <a:pPr marL="342900" indent="-342900">
              <a:buAutoNum type="arabicPeriod" startAt="3"/>
            </a:pPr>
            <a:endParaRPr lang="en-US"/>
          </a:p>
          <a:p>
            <a:r>
              <a:rPr lang="en-US"/>
              <a:t>4. Select the Design mode to configure the iFlows.</a:t>
            </a:r>
          </a:p>
          <a:p>
            <a:endParaRPr lang="en-US">
              <a:latin typeface="Verdana" pitchFamily="34" charset="0"/>
            </a:endParaRPr>
          </a:p>
          <a:p>
            <a:endParaRPr lang="en-US"/>
          </a:p>
          <a:p>
            <a:endParaRPr lang="en-US">
              <a:latin typeface="Verdana" pitchFamily="34" charset="0"/>
            </a:endParaRPr>
          </a:p>
          <a:p>
            <a:pPr marL="285750" indent="-285750">
              <a:buFont typeface="Arial" panose="020B0604020202020204" pitchFamily="34" charset="0"/>
              <a:buChar char="•"/>
            </a:pPr>
            <a:endParaRPr lang="en-US"/>
          </a:p>
          <a:p>
            <a:endParaRPr lang="en-US">
              <a:latin typeface="Verdana" pitchFamily="34" charset="0"/>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8018" y="2223654"/>
            <a:ext cx="5216237" cy="16934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a:extLst>
              <a:ext uri="{FF2B5EF4-FFF2-40B4-BE49-F238E27FC236}">
                <a16:creationId xmlns:a16="http://schemas.microsoft.com/office/drawing/2014/main" id="{89D980B1-A68C-4601-BF47-A9FD21291D9F}"/>
              </a:ext>
            </a:extLst>
          </p:cNvPr>
          <p:cNvPicPr>
            <a:picLocks noChangeAspect="1"/>
          </p:cNvPicPr>
          <p:nvPr/>
        </p:nvPicPr>
        <p:blipFill>
          <a:blip r:embed="rId3"/>
          <a:stretch>
            <a:fillRect/>
          </a:stretch>
        </p:blipFill>
        <p:spPr>
          <a:xfrm>
            <a:off x="1808018" y="4430762"/>
            <a:ext cx="5105400" cy="1981200"/>
          </a:xfrm>
          <a:prstGeom prst="rect">
            <a:avLst/>
          </a:prstGeom>
        </p:spPr>
      </p:pic>
    </p:spTree>
    <p:extLst>
      <p:ext uri="{BB962C8B-B14F-4D97-AF65-F5344CB8AC3E}">
        <p14:creationId xmlns:p14="http://schemas.microsoft.com/office/powerpoint/2010/main" val="4167374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kern="0" dirty="0"/>
              <a:t>CI – Development Steps – Web UI</a:t>
            </a:r>
          </a:p>
        </p:txBody>
      </p:sp>
      <p:sp>
        <p:nvSpPr>
          <p:cNvPr id="4" name="Rectangle 35"/>
          <p:cNvSpPr txBox="1">
            <a:spLocks/>
          </p:cNvSpPr>
          <p:nvPr/>
        </p:nvSpPr>
        <p:spPr bwMode="gray">
          <a:xfrm>
            <a:off x="414338" y="945574"/>
            <a:ext cx="8251680" cy="5538354"/>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dirty="0"/>
              <a:t>5. Select the Integration Package copied. </a:t>
            </a:r>
          </a:p>
          <a:p>
            <a:r>
              <a:rPr lang="en-US" dirty="0"/>
              <a:t>6. Click on Artifacts tab to list all the artifacts in the package</a:t>
            </a:r>
          </a:p>
          <a:p>
            <a:endParaRPr lang="en-US" dirty="0"/>
          </a:p>
        </p:txBody>
      </p:sp>
      <p:pic>
        <p:nvPicPr>
          <p:cNvPr id="6" name="Picture 5">
            <a:extLst>
              <a:ext uri="{FF2B5EF4-FFF2-40B4-BE49-F238E27FC236}">
                <a16:creationId xmlns:a16="http://schemas.microsoft.com/office/drawing/2014/main" id="{7C7D2677-AD2A-4CC7-AC8F-37425BE81D1D}"/>
              </a:ext>
            </a:extLst>
          </p:cNvPr>
          <p:cNvPicPr>
            <a:picLocks noChangeAspect="1"/>
          </p:cNvPicPr>
          <p:nvPr/>
        </p:nvPicPr>
        <p:blipFill>
          <a:blip r:embed="rId2"/>
          <a:stretch>
            <a:fillRect/>
          </a:stretch>
        </p:blipFill>
        <p:spPr>
          <a:xfrm>
            <a:off x="477982" y="2104223"/>
            <a:ext cx="7971955" cy="4076240"/>
          </a:xfrm>
          <a:prstGeom prst="rect">
            <a:avLst/>
          </a:prstGeom>
        </p:spPr>
      </p:pic>
    </p:spTree>
    <p:extLst>
      <p:ext uri="{BB962C8B-B14F-4D97-AF65-F5344CB8AC3E}">
        <p14:creationId xmlns:p14="http://schemas.microsoft.com/office/powerpoint/2010/main" val="1152371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kern="0" dirty="0"/>
              <a:t>CI – Development Steps – Web UI</a:t>
            </a:r>
          </a:p>
        </p:txBody>
      </p:sp>
      <p:sp>
        <p:nvSpPr>
          <p:cNvPr id="4" name="Rectangle 35"/>
          <p:cNvSpPr txBox="1">
            <a:spLocks/>
          </p:cNvSpPr>
          <p:nvPr/>
        </p:nvSpPr>
        <p:spPr bwMode="gray">
          <a:xfrm>
            <a:off x="414338" y="945574"/>
            <a:ext cx="8251680" cy="5538354"/>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a:t>7.  </a:t>
            </a:r>
            <a:r>
              <a:rPr lang="en-US" i="1"/>
              <a:t>Select</a:t>
            </a:r>
            <a:r>
              <a:rPr lang="en-US"/>
              <a:t> the iFlows you want to configure and choose </a:t>
            </a:r>
            <a:r>
              <a:rPr lang="en-US" i="1"/>
              <a:t>Actions</a:t>
            </a:r>
            <a:r>
              <a:rPr lang="en-US"/>
              <a:t> button in the right and select </a:t>
            </a:r>
            <a:r>
              <a:rPr lang="en-US" i="1"/>
              <a:t>Configure</a:t>
            </a:r>
            <a:r>
              <a:rPr lang="en-US"/>
              <a:t>.</a:t>
            </a:r>
          </a:p>
          <a:p>
            <a:endParaRPr lang="en-US">
              <a:latin typeface="Verdana" pitchFamily="34" charset="0"/>
            </a:endParaRPr>
          </a:p>
          <a:p>
            <a:pPr marL="285750" indent="-285750">
              <a:buFont typeface="Arial" panose="020B0604020202020204" pitchFamily="34" charset="0"/>
              <a:buChar char="•"/>
            </a:pPr>
            <a:endParaRPr lang="en-US"/>
          </a:p>
          <a:p>
            <a:endParaRPr lang="en-US">
              <a:latin typeface="Verdana" pitchFamily="34" charset="0"/>
            </a:endParaRPr>
          </a:p>
        </p:txBody>
      </p:sp>
      <p:pic>
        <p:nvPicPr>
          <p:cNvPr id="6" name="Picture 5">
            <a:extLst>
              <a:ext uri="{FF2B5EF4-FFF2-40B4-BE49-F238E27FC236}">
                <a16:creationId xmlns:a16="http://schemas.microsoft.com/office/drawing/2014/main" id="{D4C155D4-95F3-48FB-B5AF-7511278D5D74}"/>
              </a:ext>
            </a:extLst>
          </p:cNvPr>
          <p:cNvPicPr>
            <a:picLocks noChangeAspect="1"/>
          </p:cNvPicPr>
          <p:nvPr/>
        </p:nvPicPr>
        <p:blipFill>
          <a:blip r:embed="rId2"/>
          <a:stretch>
            <a:fillRect/>
          </a:stretch>
        </p:blipFill>
        <p:spPr>
          <a:xfrm>
            <a:off x="414338" y="1831238"/>
            <a:ext cx="8251680" cy="3985668"/>
          </a:xfrm>
          <a:prstGeom prst="rect">
            <a:avLst/>
          </a:prstGeom>
        </p:spPr>
      </p:pic>
    </p:spTree>
    <p:extLst>
      <p:ext uri="{BB962C8B-B14F-4D97-AF65-F5344CB8AC3E}">
        <p14:creationId xmlns:p14="http://schemas.microsoft.com/office/powerpoint/2010/main" val="3845504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kern="0" dirty="0"/>
              <a:t>CI – Development Steps – Web UI</a:t>
            </a:r>
          </a:p>
        </p:txBody>
      </p:sp>
      <p:sp>
        <p:nvSpPr>
          <p:cNvPr id="4" name="Rectangle 35"/>
          <p:cNvSpPr txBox="1">
            <a:spLocks/>
          </p:cNvSpPr>
          <p:nvPr/>
        </p:nvSpPr>
        <p:spPr bwMode="gray">
          <a:xfrm>
            <a:off x="414338" y="945574"/>
            <a:ext cx="8251680" cy="5538354"/>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a:t>8.  Configure details of the iflow based on the configuration options available and click on deploy</a:t>
            </a:r>
          </a:p>
          <a:p>
            <a:endParaRPr lang="en-US" i="1">
              <a:latin typeface="Verdana" pitchFamily="34" charset="0"/>
            </a:endParaRPr>
          </a:p>
          <a:p>
            <a:pPr marL="285750" indent="-285750">
              <a:buFont typeface="Arial" panose="020B0604020202020204" pitchFamily="34" charset="0"/>
              <a:buChar char="•"/>
            </a:pPr>
            <a:endParaRPr lang="en-US"/>
          </a:p>
          <a:p>
            <a:endParaRPr lang="en-US">
              <a:latin typeface="Verdana" pitchFamily="34" charset="0"/>
            </a:endParaRPr>
          </a:p>
        </p:txBody>
      </p:sp>
      <p:pic>
        <p:nvPicPr>
          <p:cNvPr id="6" name="Picture 5">
            <a:extLst>
              <a:ext uri="{FF2B5EF4-FFF2-40B4-BE49-F238E27FC236}">
                <a16:creationId xmlns:a16="http://schemas.microsoft.com/office/drawing/2014/main" id="{3F4F549D-8B99-4528-8E72-C8DEC318B248}"/>
              </a:ext>
            </a:extLst>
          </p:cNvPr>
          <p:cNvPicPr>
            <a:picLocks noChangeAspect="1"/>
          </p:cNvPicPr>
          <p:nvPr/>
        </p:nvPicPr>
        <p:blipFill>
          <a:blip r:embed="rId2"/>
          <a:stretch>
            <a:fillRect/>
          </a:stretch>
        </p:blipFill>
        <p:spPr>
          <a:xfrm>
            <a:off x="901511" y="1695347"/>
            <a:ext cx="7340977" cy="2019404"/>
          </a:xfrm>
          <a:prstGeom prst="rect">
            <a:avLst/>
          </a:prstGeom>
        </p:spPr>
      </p:pic>
      <p:pic>
        <p:nvPicPr>
          <p:cNvPr id="5" name="Picture 4">
            <a:extLst>
              <a:ext uri="{FF2B5EF4-FFF2-40B4-BE49-F238E27FC236}">
                <a16:creationId xmlns:a16="http://schemas.microsoft.com/office/drawing/2014/main" id="{D12A43E2-8C93-4DC1-81C4-8952A7B4EA97}"/>
              </a:ext>
            </a:extLst>
          </p:cNvPr>
          <p:cNvPicPr>
            <a:picLocks noChangeAspect="1"/>
          </p:cNvPicPr>
          <p:nvPr/>
        </p:nvPicPr>
        <p:blipFill>
          <a:blip r:embed="rId3"/>
          <a:stretch>
            <a:fillRect/>
          </a:stretch>
        </p:blipFill>
        <p:spPr>
          <a:xfrm>
            <a:off x="0" y="752034"/>
            <a:ext cx="9144000" cy="5353932"/>
          </a:xfrm>
          <a:prstGeom prst="rect">
            <a:avLst/>
          </a:prstGeom>
        </p:spPr>
      </p:pic>
    </p:spTree>
    <p:extLst>
      <p:ext uri="{BB962C8B-B14F-4D97-AF65-F5344CB8AC3E}">
        <p14:creationId xmlns:p14="http://schemas.microsoft.com/office/powerpoint/2010/main" val="3023807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kern="0" dirty="0"/>
              <a:t>CI – Development Steps – Web UI</a:t>
            </a:r>
          </a:p>
        </p:txBody>
      </p:sp>
      <p:sp>
        <p:nvSpPr>
          <p:cNvPr id="4" name="Rectangle 35"/>
          <p:cNvSpPr txBox="1">
            <a:spLocks/>
          </p:cNvSpPr>
          <p:nvPr/>
        </p:nvSpPr>
        <p:spPr bwMode="gray">
          <a:xfrm>
            <a:off x="414338" y="945574"/>
            <a:ext cx="8251680" cy="5538354"/>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342900" indent="-342900">
              <a:buAutoNum type="arabicPeriod" startAt="9"/>
            </a:pPr>
            <a:r>
              <a:rPr lang="en-US"/>
              <a:t>Go to ‘Monitor’ view and search for deployed Iflow. </a:t>
            </a:r>
          </a:p>
        </p:txBody>
      </p:sp>
      <p:pic>
        <p:nvPicPr>
          <p:cNvPr id="7" name="Picture 6">
            <a:extLst>
              <a:ext uri="{FF2B5EF4-FFF2-40B4-BE49-F238E27FC236}">
                <a16:creationId xmlns:a16="http://schemas.microsoft.com/office/drawing/2014/main" id="{167C3F7A-9589-4C12-A5BD-D5CE5AB91534}"/>
              </a:ext>
            </a:extLst>
          </p:cNvPr>
          <p:cNvPicPr>
            <a:picLocks noChangeAspect="1"/>
          </p:cNvPicPr>
          <p:nvPr/>
        </p:nvPicPr>
        <p:blipFill>
          <a:blip r:embed="rId2"/>
          <a:stretch>
            <a:fillRect/>
          </a:stretch>
        </p:blipFill>
        <p:spPr>
          <a:xfrm>
            <a:off x="1751682" y="1421176"/>
            <a:ext cx="3999123" cy="1214816"/>
          </a:xfrm>
          <a:prstGeom prst="rect">
            <a:avLst/>
          </a:prstGeom>
        </p:spPr>
      </p:pic>
      <p:pic>
        <p:nvPicPr>
          <p:cNvPr id="9" name="Picture 8">
            <a:extLst>
              <a:ext uri="{FF2B5EF4-FFF2-40B4-BE49-F238E27FC236}">
                <a16:creationId xmlns:a16="http://schemas.microsoft.com/office/drawing/2014/main" id="{BE6AC19C-C70C-4420-AF19-034F4A1AAF13}"/>
              </a:ext>
            </a:extLst>
          </p:cNvPr>
          <p:cNvPicPr>
            <a:picLocks noChangeAspect="1"/>
          </p:cNvPicPr>
          <p:nvPr/>
        </p:nvPicPr>
        <p:blipFill>
          <a:blip r:embed="rId3"/>
          <a:stretch>
            <a:fillRect/>
          </a:stretch>
        </p:blipFill>
        <p:spPr>
          <a:xfrm>
            <a:off x="539829" y="2813481"/>
            <a:ext cx="8126190" cy="3868247"/>
          </a:xfrm>
          <a:prstGeom prst="rect">
            <a:avLst/>
          </a:prstGeom>
        </p:spPr>
      </p:pic>
    </p:spTree>
    <p:extLst>
      <p:ext uri="{BB962C8B-B14F-4D97-AF65-F5344CB8AC3E}">
        <p14:creationId xmlns:p14="http://schemas.microsoft.com/office/powerpoint/2010/main" val="24013915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a:t>Adapters – SFTP</a:t>
            </a:r>
          </a:p>
        </p:txBody>
      </p:sp>
      <p:sp>
        <p:nvSpPr>
          <p:cNvPr id="4" name="Rectangle 35"/>
          <p:cNvSpPr txBox="1">
            <a:spLocks/>
          </p:cNvSpPr>
          <p:nvPr/>
        </p:nvSpPr>
        <p:spPr bwMode="gray">
          <a:xfrm>
            <a:off x="414337" y="779463"/>
            <a:ext cx="8511453" cy="5829155"/>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85750" indent="-285750" algn="just">
              <a:spcBef>
                <a:spcPts val="600"/>
              </a:spcBef>
              <a:buFont typeface="Arial" panose="020B0604020202020204" pitchFamily="34" charset="0"/>
              <a:buChar char="•"/>
            </a:pPr>
            <a:r>
              <a:rPr lang="en-US" sz="1400" dirty="0"/>
              <a:t>The SFTP Adapter connects an SAP Cloud Platform tenant to a remote system using the SSH File Transfer protocol to write files to the system.</a:t>
            </a:r>
          </a:p>
          <a:p>
            <a:pPr marL="285750" indent="-285750" algn="just">
              <a:spcBef>
                <a:spcPts val="600"/>
              </a:spcBef>
              <a:buFont typeface="Arial" panose="020B0604020202020204" pitchFamily="34" charset="0"/>
              <a:buChar char="•"/>
            </a:pPr>
            <a:r>
              <a:rPr lang="en-US" sz="1400" dirty="0"/>
              <a:t>The SFTP adapter uses a certificate and keystore to authenticate the file transfer unlike the standard FTP. </a:t>
            </a:r>
          </a:p>
          <a:p>
            <a:pPr marL="285750" indent="-285750" algn="just">
              <a:spcBef>
                <a:spcPts val="600"/>
              </a:spcBef>
              <a:buFont typeface="Arial" panose="020B0604020202020204" pitchFamily="34" charset="0"/>
              <a:buChar char="•"/>
            </a:pPr>
            <a:r>
              <a:rPr lang="en-US" sz="1400" dirty="0"/>
              <a:t>The SFTP adapter achieves secure transfer by encrypting sensitive information before transmitting it on the network. </a:t>
            </a:r>
          </a:p>
          <a:p>
            <a:pPr marL="285750" indent="-285750" algn="just">
              <a:spcBef>
                <a:spcPts val="600"/>
              </a:spcBef>
              <a:buFont typeface="Arial" panose="020B0604020202020204" pitchFamily="34" charset="0"/>
              <a:buChar char="•"/>
            </a:pPr>
            <a:r>
              <a:rPr lang="en-US" sz="1400" dirty="0"/>
              <a:t>It uses SSH protocol to transfer files.</a:t>
            </a:r>
          </a:p>
          <a:p>
            <a:pPr marL="285750" indent="-285750" algn="just">
              <a:spcBef>
                <a:spcPts val="600"/>
              </a:spcBef>
              <a:buFont typeface="Arial" panose="020B0604020202020204" pitchFamily="34" charset="0"/>
              <a:buChar char="•"/>
            </a:pPr>
            <a:r>
              <a:rPr lang="en-US" sz="1400" dirty="0"/>
              <a:t>This adapter does not support connections to FTP servers.</a:t>
            </a:r>
          </a:p>
          <a:p>
            <a:pPr algn="just"/>
            <a:r>
              <a:rPr lang="en-US" sz="1600" dirty="0"/>
              <a:t>SFTP Sender Adapter</a:t>
            </a:r>
          </a:p>
          <a:p>
            <a:pPr algn="just"/>
            <a:endParaRPr lang="en-US" dirty="0"/>
          </a:p>
          <a:p>
            <a:pPr marL="627063" lvl="2" indent="-285750" algn="just"/>
            <a:r>
              <a:rPr lang="en-US" sz="1400" b="0" dirty="0">
                <a:cs typeface="Arial" pitchFamily="34" charset="0"/>
              </a:rPr>
              <a:t>CPI tenant sends a request to an SFTP server, to read the file (called as polling).</a:t>
            </a:r>
          </a:p>
          <a:p>
            <a:pPr marL="627063" lvl="2" indent="-285750" algn="just"/>
            <a:r>
              <a:rPr lang="en-US" sz="1400" b="0" dirty="0">
                <a:cs typeface="Arial" pitchFamily="34" charset="0"/>
              </a:rPr>
              <a:t>File is sent to the CPI Tenant after which further processing is done</a:t>
            </a:r>
          </a:p>
          <a:p>
            <a:pPr algn="just"/>
            <a:r>
              <a:rPr lang="en-US" sz="1600" dirty="0"/>
              <a:t>SFTP Receiver Adapter</a:t>
            </a:r>
          </a:p>
          <a:p>
            <a:pPr marL="627063" lvl="2" indent="-285750" algn="just"/>
            <a:r>
              <a:rPr lang="en-US" sz="1400" b="0" dirty="0">
                <a:cs typeface="Arial" pitchFamily="34" charset="0"/>
              </a:rPr>
              <a:t>CPI tenant sends a request to an SFTP server, to write the file </a:t>
            </a:r>
          </a:p>
          <a:p>
            <a:pPr marL="627063" lvl="2" indent="-285750" algn="just"/>
            <a:r>
              <a:rPr lang="en-US" sz="1400" b="0" dirty="0">
                <a:cs typeface="Arial" pitchFamily="34" charset="0"/>
              </a:rPr>
              <a:t>File is sent to SFTP server.</a:t>
            </a:r>
            <a:endParaRPr lang="en-US" dirty="0"/>
          </a:p>
          <a:p>
            <a:pPr algn="just"/>
            <a:endParaRPr lang="en-US" dirty="0"/>
          </a:p>
          <a:p>
            <a:pPr algn="just"/>
            <a:endParaRPr lang="en-US" dirty="0"/>
          </a:p>
        </p:txBody>
      </p:sp>
      <p:pic>
        <p:nvPicPr>
          <p:cNvPr id="1026" name="Picture 2">
            <a:extLst>
              <a:ext uri="{FF2B5EF4-FFF2-40B4-BE49-F238E27FC236}">
                <a16:creationId xmlns:a16="http://schemas.microsoft.com/office/drawing/2014/main" id="{88CADA14-2512-47BB-9465-6223926B7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329" y="3429000"/>
            <a:ext cx="5862330" cy="63172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A8B81B4-8266-4F3D-BE26-ABD0011ED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6674" y="5318250"/>
            <a:ext cx="5254013" cy="1539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9831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a:t>Adapters – IDOC</a:t>
            </a:r>
          </a:p>
        </p:txBody>
      </p:sp>
      <p:sp>
        <p:nvSpPr>
          <p:cNvPr id="4" name="Rectangle 35"/>
          <p:cNvSpPr txBox="1">
            <a:spLocks/>
          </p:cNvSpPr>
          <p:nvPr/>
        </p:nvSpPr>
        <p:spPr bwMode="gray">
          <a:xfrm>
            <a:off x="414337" y="1091381"/>
            <a:ext cx="8511453" cy="5517237"/>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85750" indent="-285750" algn="just">
              <a:spcBef>
                <a:spcPts val="600"/>
              </a:spcBef>
              <a:buFont typeface="Arial" panose="020B0604020202020204" pitchFamily="34" charset="0"/>
              <a:buChar char="•"/>
            </a:pPr>
            <a:r>
              <a:rPr lang="en-US" sz="1400" dirty="0"/>
              <a:t>The IDoc adapter enables the SAP Cloud Platform tenant to exchange Intermediate Document (IDoc) messages with systems that support communication via SOAP Web services.</a:t>
            </a:r>
          </a:p>
          <a:p>
            <a:pPr algn="just"/>
            <a:r>
              <a:rPr lang="en-US" sz="1600" dirty="0"/>
              <a:t>IDOC Sender Adapter</a:t>
            </a:r>
            <a:endParaRPr lang="en-US" dirty="0"/>
          </a:p>
          <a:p>
            <a:pPr marL="627063" lvl="2" indent="-285750" algn="just"/>
            <a:r>
              <a:rPr lang="en-US" sz="1400" b="0" dirty="0">
                <a:cs typeface="Arial" pitchFamily="34" charset="0"/>
              </a:rPr>
              <a:t>S4/ECC system send the IDOC messages to CPI tenant</a:t>
            </a:r>
          </a:p>
          <a:p>
            <a:pPr marL="627063" lvl="2" indent="-285750" algn="just"/>
            <a:r>
              <a:rPr lang="en-US" sz="1400" b="0" dirty="0">
                <a:cs typeface="Arial" pitchFamily="34" charset="0"/>
              </a:rPr>
              <a:t>CPI Tenant receives the IDOC message as an XML and processes it further</a:t>
            </a:r>
          </a:p>
          <a:p>
            <a:pPr marL="627063" lvl="2" indent="-285750" algn="just"/>
            <a:endParaRPr lang="en-US" sz="1400" b="0" dirty="0">
              <a:cs typeface="Arial" pitchFamily="34" charset="0"/>
            </a:endParaRPr>
          </a:p>
          <a:p>
            <a:pPr marL="627063" lvl="2" indent="-285750" algn="just"/>
            <a:endParaRPr lang="en-US" sz="1400" b="0" dirty="0">
              <a:cs typeface="Arial" pitchFamily="34" charset="0"/>
            </a:endParaRPr>
          </a:p>
          <a:p>
            <a:pPr marL="627063" lvl="2" indent="-285750" algn="just"/>
            <a:endParaRPr lang="en-US" sz="1400" b="0" dirty="0">
              <a:cs typeface="Arial" pitchFamily="34" charset="0"/>
            </a:endParaRPr>
          </a:p>
          <a:p>
            <a:pPr marL="627063" lvl="2" indent="-285750" algn="just"/>
            <a:endParaRPr lang="en-US" sz="1400" b="0" dirty="0">
              <a:cs typeface="Arial" pitchFamily="34" charset="0"/>
            </a:endParaRPr>
          </a:p>
          <a:p>
            <a:pPr algn="just"/>
            <a:endParaRPr lang="en-US" sz="1600" dirty="0"/>
          </a:p>
          <a:p>
            <a:pPr algn="just"/>
            <a:r>
              <a:rPr lang="en-US" sz="1600" dirty="0"/>
              <a:t>IDOC Receiver Adapter</a:t>
            </a:r>
          </a:p>
          <a:p>
            <a:pPr marL="627063" lvl="2" indent="-285750" algn="just"/>
            <a:r>
              <a:rPr lang="en-US" sz="1400" b="0" dirty="0">
                <a:cs typeface="Arial" pitchFamily="34" charset="0"/>
              </a:rPr>
              <a:t>CPI tenant converts the incoming message to IDOC xml structure</a:t>
            </a:r>
          </a:p>
          <a:p>
            <a:pPr marL="627063" lvl="2" indent="-285750" algn="just"/>
            <a:r>
              <a:rPr lang="en-US" sz="1400" b="0" dirty="0">
                <a:cs typeface="Arial" pitchFamily="34" charset="0"/>
              </a:rPr>
              <a:t>IDOC receiver Adapter is used to send the IDOC to S4/ECC System</a:t>
            </a:r>
            <a:endParaRPr lang="en-US" dirty="0"/>
          </a:p>
          <a:p>
            <a:pPr algn="just"/>
            <a:endParaRPr lang="en-US" dirty="0"/>
          </a:p>
          <a:p>
            <a:pPr algn="just"/>
            <a:endParaRPr lang="en-US" dirty="0"/>
          </a:p>
        </p:txBody>
      </p:sp>
      <p:pic>
        <p:nvPicPr>
          <p:cNvPr id="3" name="Picture 2">
            <a:extLst>
              <a:ext uri="{FF2B5EF4-FFF2-40B4-BE49-F238E27FC236}">
                <a16:creationId xmlns:a16="http://schemas.microsoft.com/office/drawing/2014/main" id="{3A1A1750-1595-4866-A074-E3F9C1045C35}"/>
              </a:ext>
            </a:extLst>
          </p:cNvPr>
          <p:cNvPicPr>
            <a:picLocks noChangeAspect="1"/>
          </p:cNvPicPr>
          <p:nvPr/>
        </p:nvPicPr>
        <p:blipFill>
          <a:blip r:embed="rId2"/>
          <a:stretch>
            <a:fillRect/>
          </a:stretch>
        </p:blipFill>
        <p:spPr>
          <a:xfrm>
            <a:off x="2005594" y="2597107"/>
            <a:ext cx="4280906" cy="1663786"/>
          </a:xfrm>
          <a:prstGeom prst="rect">
            <a:avLst/>
          </a:prstGeom>
        </p:spPr>
      </p:pic>
      <p:pic>
        <p:nvPicPr>
          <p:cNvPr id="5" name="Picture 4">
            <a:extLst>
              <a:ext uri="{FF2B5EF4-FFF2-40B4-BE49-F238E27FC236}">
                <a16:creationId xmlns:a16="http://schemas.microsoft.com/office/drawing/2014/main" id="{5BBB0EBE-157E-415D-9391-A86A32F74AF1}"/>
              </a:ext>
            </a:extLst>
          </p:cNvPr>
          <p:cNvPicPr>
            <a:picLocks noChangeAspect="1"/>
          </p:cNvPicPr>
          <p:nvPr/>
        </p:nvPicPr>
        <p:blipFill>
          <a:blip r:embed="rId3"/>
          <a:stretch>
            <a:fillRect/>
          </a:stretch>
        </p:blipFill>
        <p:spPr>
          <a:xfrm>
            <a:off x="3417320" y="5510216"/>
            <a:ext cx="2324219" cy="901746"/>
          </a:xfrm>
          <a:prstGeom prst="rect">
            <a:avLst/>
          </a:prstGeom>
        </p:spPr>
      </p:pic>
    </p:spTree>
    <p:extLst>
      <p:ext uri="{BB962C8B-B14F-4D97-AF65-F5344CB8AC3E}">
        <p14:creationId xmlns:p14="http://schemas.microsoft.com/office/powerpoint/2010/main" val="3884484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a:t>Adapters – XI</a:t>
            </a:r>
          </a:p>
        </p:txBody>
      </p:sp>
      <p:sp>
        <p:nvSpPr>
          <p:cNvPr id="4" name="Rectangle 35"/>
          <p:cNvSpPr txBox="1">
            <a:spLocks/>
          </p:cNvSpPr>
          <p:nvPr/>
        </p:nvSpPr>
        <p:spPr bwMode="gray">
          <a:xfrm>
            <a:off x="414337" y="1091381"/>
            <a:ext cx="8511453" cy="5517237"/>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marL="285750" indent="-285750" algn="just">
              <a:spcBef>
                <a:spcPts val="600"/>
              </a:spcBef>
              <a:buFont typeface="Arial" panose="020B0604020202020204" pitchFamily="34" charset="0"/>
              <a:buChar char="•"/>
            </a:pPr>
            <a:r>
              <a:rPr lang="en-US" sz="1400" dirty="0"/>
              <a:t>The XI adapter connects an SAP Cloud Platform tenant to a remote system that can process the XI message protocol.</a:t>
            </a:r>
          </a:p>
          <a:p>
            <a:pPr marL="285750" indent="-285750" algn="just">
              <a:spcBef>
                <a:spcPts val="600"/>
              </a:spcBef>
              <a:buFont typeface="Arial" panose="020B0604020202020204" pitchFamily="34" charset="0"/>
              <a:buChar char="•"/>
            </a:pPr>
            <a:r>
              <a:rPr lang="en-US" sz="1400" dirty="0"/>
              <a:t>The XI adapter communicates over the XI 3.0 protocol.</a:t>
            </a:r>
          </a:p>
          <a:p>
            <a:pPr algn="just"/>
            <a:r>
              <a:rPr lang="en-US" sz="1600" dirty="0"/>
              <a:t>XI Sender Adapter</a:t>
            </a:r>
            <a:endParaRPr lang="en-US" dirty="0"/>
          </a:p>
          <a:p>
            <a:pPr marL="627063" lvl="2" indent="-285750" algn="just"/>
            <a:r>
              <a:rPr lang="en-US" sz="1300" b="0" dirty="0"/>
              <a:t>The XI sender adapter allows you to connect a tenant to a local Integration Engine in a sender system.</a:t>
            </a:r>
          </a:p>
          <a:p>
            <a:pPr marL="627063" lvl="2" indent="-285750" algn="just"/>
            <a:endParaRPr lang="en-US" sz="1400" b="0" dirty="0">
              <a:cs typeface="Arial" pitchFamily="34" charset="0"/>
            </a:endParaRPr>
          </a:p>
          <a:p>
            <a:pPr marL="627063" lvl="2" indent="-285750" algn="just"/>
            <a:endParaRPr lang="en-US" sz="1400" b="0" dirty="0">
              <a:cs typeface="Arial" pitchFamily="34" charset="0"/>
            </a:endParaRPr>
          </a:p>
          <a:p>
            <a:pPr marL="627063" lvl="2" indent="-285750" algn="just"/>
            <a:endParaRPr lang="en-US" sz="1400" b="0" dirty="0">
              <a:cs typeface="Arial" pitchFamily="34" charset="0"/>
            </a:endParaRPr>
          </a:p>
          <a:p>
            <a:pPr algn="just"/>
            <a:endParaRPr lang="en-US" sz="1600" dirty="0"/>
          </a:p>
          <a:p>
            <a:pPr algn="just"/>
            <a:r>
              <a:rPr lang="en-US" sz="1600" dirty="0"/>
              <a:t>XI Receiver Adapter</a:t>
            </a:r>
          </a:p>
          <a:p>
            <a:pPr marL="627063" lvl="2" indent="-285750" algn="just"/>
            <a:r>
              <a:rPr lang="en-US" sz="1300" b="0" dirty="0"/>
              <a:t>The XI receiver adapter allows you to connect a tenant to a local Integration Engine in a receiver system.</a:t>
            </a:r>
            <a:endParaRPr lang="en-US" sz="1300" dirty="0"/>
          </a:p>
          <a:p>
            <a:pPr algn="just"/>
            <a:endParaRPr lang="en-US" dirty="0"/>
          </a:p>
        </p:txBody>
      </p:sp>
      <p:pic>
        <p:nvPicPr>
          <p:cNvPr id="6" name="Picture 5">
            <a:extLst>
              <a:ext uri="{FF2B5EF4-FFF2-40B4-BE49-F238E27FC236}">
                <a16:creationId xmlns:a16="http://schemas.microsoft.com/office/drawing/2014/main" id="{B7CFADF5-957A-4F91-8D7C-DF8530B131AD}"/>
              </a:ext>
            </a:extLst>
          </p:cNvPr>
          <p:cNvPicPr>
            <a:picLocks noChangeAspect="1"/>
          </p:cNvPicPr>
          <p:nvPr/>
        </p:nvPicPr>
        <p:blipFill>
          <a:blip r:embed="rId2"/>
          <a:stretch>
            <a:fillRect/>
          </a:stretch>
        </p:blipFill>
        <p:spPr>
          <a:xfrm>
            <a:off x="3263833" y="2739989"/>
            <a:ext cx="2616334" cy="1378021"/>
          </a:xfrm>
          <a:prstGeom prst="rect">
            <a:avLst/>
          </a:prstGeom>
        </p:spPr>
      </p:pic>
      <p:pic>
        <p:nvPicPr>
          <p:cNvPr id="7" name="Picture 6">
            <a:extLst>
              <a:ext uri="{FF2B5EF4-FFF2-40B4-BE49-F238E27FC236}">
                <a16:creationId xmlns:a16="http://schemas.microsoft.com/office/drawing/2014/main" id="{330EF72E-CDCF-406C-A58D-F2381FD7E3BD}"/>
              </a:ext>
            </a:extLst>
          </p:cNvPr>
          <p:cNvPicPr>
            <a:picLocks noChangeAspect="1"/>
          </p:cNvPicPr>
          <p:nvPr/>
        </p:nvPicPr>
        <p:blipFill>
          <a:blip r:embed="rId3"/>
          <a:stretch>
            <a:fillRect/>
          </a:stretch>
        </p:blipFill>
        <p:spPr>
          <a:xfrm>
            <a:off x="3568281" y="5071227"/>
            <a:ext cx="2203563" cy="1289116"/>
          </a:xfrm>
          <a:prstGeom prst="rect">
            <a:avLst/>
          </a:prstGeom>
        </p:spPr>
      </p:pic>
    </p:spTree>
    <p:extLst>
      <p:ext uri="{BB962C8B-B14F-4D97-AF65-F5344CB8AC3E}">
        <p14:creationId xmlns:p14="http://schemas.microsoft.com/office/powerpoint/2010/main" val="78380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a:t>Adapters – Success Factors</a:t>
            </a:r>
          </a:p>
        </p:txBody>
      </p:sp>
      <p:sp>
        <p:nvSpPr>
          <p:cNvPr id="4" name="Rectangle 35"/>
          <p:cNvSpPr txBox="1">
            <a:spLocks/>
          </p:cNvSpPr>
          <p:nvPr/>
        </p:nvSpPr>
        <p:spPr bwMode="gray">
          <a:xfrm>
            <a:off x="414337" y="779463"/>
            <a:ext cx="8511453" cy="5829155"/>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a:t>Three message protocols to communicate with the SuccessFactors system. </a:t>
            </a:r>
            <a:br>
              <a:rPr lang="en-US"/>
            </a:br>
            <a:r>
              <a:rPr lang="en-US" sz="1600" b="1"/>
              <a:t>SOAP</a:t>
            </a:r>
            <a:br>
              <a:rPr lang="en-US" sz="1600" b="1"/>
            </a:br>
            <a:r>
              <a:rPr lang="en-US" sz="1600" b="1"/>
              <a:t>OData V2</a:t>
            </a:r>
            <a:br>
              <a:rPr lang="en-US" sz="1600"/>
            </a:br>
            <a:r>
              <a:rPr lang="en-US" sz="1600" b="1"/>
              <a:t>REST</a:t>
            </a:r>
            <a:endParaRPr lang="en-US" sz="1600"/>
          </a:p>
          <a:p>
            <a:r>
              <a:rPr lang="en-US"/>
              <a:t>Required details of SuccessFactors system –</a:t>
            </a:r>
          </a:p>
          <a:p>
            <a:r>
              <a:rPr lang="en-US" b="1"/>
              <a:t>Connection details</a:t>
            </a:r>
            <a:r>
              <a:rPr lang="en-US"/>
              <a:t> – Details required to establish a connection with the SuccessFactors system.</a:t>
            </a:r>
            <a:br>
              <a:rPr lang="en-US"/>
            </a:br>
            <a:r>
              <a:rPr lang="en-US" b="1"/>
              <a:t>Processing details</a:t>
            </a:r>
            <a:r>
              <a:rPr lang="en-US"/>
              <a:t> – Information required to process your modeled operation</a:t>
            </a:r>
            <a:br>
              <a:rPr lang="en-US"/>
            </a:br>
            <a:r>
              <a:rPr lang="en-US" b="1"/>
              <a:t>Scheduler</a:t>
            </a:r>
            <a:r>
              <a:rPr lang="en-US"/>
              <a:t> – Settings that enable you to schedule a data polling cycle at regular intervals. The scheduler is available only for the sender channel.</a:t>
            </a:r>
          </a:p>
          <a:p>
            <a:r>
              <a:rPr lang="en-US"/>
              <a:t>Important Points –</a:t>
            </a:r>
          </a:p>
          <a:p>
            <a:r>
              <a:rPr lang="en-US"/>
              <a:t>- JVM contains the security certificate that is used by SuccessFactors system.</a:t>
            </a:r>
            <a:br>
              <a:rPr lang="en-US"/>
            </a:br>
            <a:r>
              <a:rPr lang="en-US"/>
              <a:t>- Ensure that the IP addresses of the CPI run-time worker node and the systems you are using to connect to the SuccessFactors system are in the list of allowed IP addresses.</a:t>
            </a:r>
            <a:br>
              <a:rPr lang="en-US"/>
            </a:br>
            <a:r>
              <a:rPr lang="en-US"/>
              <a:t>- You can use the Insert (POST) operation to insert more than one records in a single operation. These records must have an edmx association between them.</a:t>
            </a:r>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3815772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a:t>Adapters – Ariba</a:t>
            </a:r>
          </a:p>
        </p:txBody>
      </p:sp>
      <p:sp>
        <p:nvSpPr>
          <p:cNvPr id="4" name="Rectangle 35"/>
          <p:cNvSpPr txBox="1">
            <a:spLocks/>
          </p:cNvSpPr>
          <p:nvPr/>
        </p:nvSpPr>
        <p:spPr bwMode="gray">
          <a:xfrm>
            <a:off x="414337" y="893618"/>
            <a:ext cx="8625754" cy="5715000"/>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a:t>Ariba adapter enables the SAP and non-SAP cloud applications to send and receive business-specific documents (like PO, Invoice) in cXML format to and from the Ariba Network. </a:t>
            </a:r>
          </a:p>
          <a:p>
            <a:r>
              <a:rPr lang="en-US"/>
              <a:t>Required details of Ariba Network –</a:t>
            </a:r>
          </a:p>
          <a:p>
            <a:r>
              <a:rPr lang="en-US" b="1"/>
              <a:t>Connection details</a:t>
            </a:r>
            <a:r>
              <a:rPr lang="en-US"/>
              <a:t> – Details required to establish a connection with Ariba Network</a:t>
            </a:r>
            <a:br>
              <a:rPr lang="en-US"/>
            </a:br>
            <a:r>
              <a:rPr lang="en-US" b="1"/>
              <a:t>Processing details</a:t>
            </a:r>
            <a:r>
              <a:rPr lang="en-US"/>
              <a:t> – Information like cXML version, agent</a:t>
            </a:r>
            <a:br>
              <a:rPr lang="en-US"/>
            </a:br>
            <a:r>
              <a:rPr lang="en-US" b="1"/>
              <a:t>Scheduler</a:t>
            </a:r>
            <a:r>
              <a:rPr lang="en-US"/>
              <a:t> – Settings for schedule a data polling cycle at regular intervals. </a:t>
            </a:r>
          </a:p>
          <a:p>
            <a:r>
              <a:rPr lang="en-US"/>
              <a:t>Important Points –</a:t>
            </a:r>
          </a:p>
          <a:p>
            <a:r>
              <a:rPr lang="en-US"/>
              <a:t>Certificate from Ariba or a trusted third party must be installed.</a:t>
            </a:r>
          </a:p>
          <a:p>
            <a:r>
              <a:rPr lang="en-US"/>
              <a:t>User Credentials and KeyStore must be deployed.</a:t>
            </a:r>
          </a:p>
          <a:p>
            <a:r>
              <a:rPr lang="en-US"/>
              <a:t>Use headers and properties to set values for </a:t>
            </a:r>
            <a:r>
              <a:rPr lang="en-US" b="1"/>
              <a:t>Ariba Network URL</a:t>
            </a:r>
            <a:r>
              <a:rPr lang="en-US"/>
              <a:t>, </a:t>
            </a:r>
            <a:r>
              <a:rPr lang="en-US" b="1"/>
              <a:t>Credential Name</a:t>
            </a:r>
            <a:r>
              <a:rPr lang="en-US"/>
              <a:t>, </a:t>
            </a:r>
            <a:r>
              <a:rPr lang="en-US" b="1"/>
              <a:t>Private Key Alias</a:t>
            </a:r>
            <a:r>
              <a:rPr lang="en-US"/>
              <a:t> and </a:t>
            </a:r>
            <a:r>
              <a:rPr lang="en-US" b="1"/>
              <a:t>Ariba Network ID</a:t>
            </a:r>
            <a:r>
              <a:rPr lang="en-US"/>
              <a:t>. ${header.url}, ${property.credentialName}</a:t>
            </a:r>
          </a:p>
          <a:p>
            <a:endParaRPr lang="en-US"/>
          </a:p>
          <a:p>
            <a:endParaRPr lang="en-US"/>
          </a:p>
          <a:p>
            <a:endParaRPr lang="en-US"/>
          </a:p>
          <a:p>
            <a:endParaRPr lang="en-US"/>
          </a:p>
          <a:p>
            <a:endParaRPr lang="en-US"/>
          </a:p>
          <a:p>
            <a:endParaRPr lang="en-US"/>
          </a:p>
        </p:txBody>
      </p:sp>
    </p:spTree>
    <p:extLst>
      <p:ext uri="{BB962C8B-B14F-4D97-AF65-F5344CB8AC3E}">
        <p14:creationId xmlns:p14="http://schemas.microsoft.com/office/powerpoint/2010/main" val="633347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a:t>Adapters – OData</a:t>
            </a:r>
          </a:p>
        </p:txBody>
      </p:sp>
      <p:sp>
        <p:nvSpPr>
          <p:cNvPr id="4" name="Rectangle 35"/>
          <p:cNvSpPr txBox="1">
            <a:spLocks/>
          </p:cNvSpPr>
          <p:nvPr/>
        </p:nvSpPr>
        <p:spPr bwMode="gray">
          <a:xfrm>
            <a:off x="414337" y="893618"/>
            <a:ext cx="8625754" cy="5715000"/>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r>
              <a:rPr lang="en-US" dirty="0"/>
              <a:t>It enables to connect to systems exposing OData services (OData service providers). The connector allows to perform the operations Query (GET), Update (PUT), Create (POST), Merge (MERGE) and Read (GET), allowing you to query, update and insert of data.</a:t>
            </a:r>
          </a:p>
          <a:p>
            <a:r>
              <a:rPr lang="en-US" dirty="0"/>
              <a:t>Only receiver channel can be configured.</a:t>
            </a:r>
          </a:p>
          <a:p>
            <a:r>
              <a:rPr lang="en-US" dirty="0"/>
              <a:t>For batch processing for PUT and POST operations, the payload format sent to OData service must be in the recommended structure. Use input XSD with a mapping step to transform the payload into the recommended XSD structure or use XSLT or content modifier to do this.</a:t>
            </a:r>
          </a:p>
          <a:p>
            <a:r>
              <a:rPr lang="en-US" dirty="0"/>
              <a:t>While performing Insert (POST) operation, a reference can be added to an associated entity. Need to map the appropriate field from the payload to the key field of associated entity in &lt;link&gt; tag.</a:t>
            </a:r>
          </a:p>
          <a:p>
            <a:r>
              <a:rPr lang="en-US" dirty="0"/>
              <a:t>While using client certificate, EDMX file from the OData service provider are required and should be imported in </a:t>
            </a:r>
            <a:r>
              <a:rPr lang="en-US" b="1" dirty="0" err="1"/>
              <a:t>src.main.resources.edmx</a:t>
            </a:r>
            <a:r>
              <a:rPr lang="en-US" b="1" dirty="0"/>
              <a:t> </a:t>
            </a:r>
            <a:r>
              <a:rPr lang="en-US" dirty="0"/>
              <a:t>folder. It enables to use local EDMX file to connect to the system.</a:t>
            </a:r>
          </a:p>
        </p:txBody>
      </p:sp>
    </p:spTree>
    <p:extLst>
      <p:ext uri="{BB962C8B-B14F-4D97-AF65-F5344CB8AC3E}">
        <p14:creationId xmlns:p14="http://schemas.microsoft.com/office/powerpoint/2010/main" val="1090165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338" y="446038"/>
            <a:ext cx="8330184" cy="333425"/>
          </a:xfrm>
        </p:spPr>
        <p:txBody>
          <a:bodyPr/>
          <a:lstStyle/>
          <a:p>
            <a:r>
              <a:rPr lang="en-US" dirty="0"/>
              <a:t>SAP Cloud Connector and CI Adapters</a:t>
            </a:r>
          </a:p>
        </p:txBody>
      </p:sp>
      <p:sp>
        <p:nvSpPr>
          <p:cNvPr id="4" name="Rectangle 35"/>
          <p:cNvSpPr txBox="1">
            <a:spLocks/>
          </p:cNvSpPr>
          <p:nvPr/>
        </p:nvSpPr>
        <p:spPr bwMode="gray">
          <a:xfrm>
            <a:off x="295414" y="893618"/>
            <a:ext cx="8449108" cy="5715000"/>
          </a:xfrm>
          <a:prstGeom prst="rect">
            <a:avLst/>
          </a:prstGeom>
        </p:spPr>
        <p:txBody>
          <a:bodyPr/>
          <a:lstStyle>
            <a:lvl1pPr marR="0" indent="0" algn="l" defTabSz="914400" rtl="0" eaLnBrk="1" fontAlgn="base" latinLnBrk="0" hangingPunct="1">
              <a:lnSpc>
                <a:spcPct val="100000"/>
              </a:lnSpc>
              <a:spcBef>
                <a:spcPts val="2200"/>
              </a:spcBef>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1pPr>
            <a:lvl2pPr marL="174625"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2pPr>
            <a:lvl3pPr marL="341313" indent="-171450" algn="l" rtl="0" eaLnBrk="1" fontAlgn="base" hangingPunct="1">
              <a:lnSpc>
                <a:spcPct val="100000"/>
              </a:lnSpc>
              <a:spcBef>
                <a:spcPts val="400"/>
              </a:spcBef>
              <a:spcAft>
                <a:spcPct val="0"/>
              </a:spcAft>
              <a:buFont typeface="Arial" pitchFamily="34" charset="0"/>
              <a:buChar char="–"/>
              <a:defRPr lang="en-US" sz="1600" kern="1200" dirty="0" smtClean="0">
                <a:solidFill>
                  <a:schemeClr val="tx2"/>
                </a:solidFill>
                <a:latin typeface="+mn-lt"/>
                <a:ea typeface="+mn-ea"/>
                <a:cs typeface="+mn-cs"/>
              </a:defRPr>
            </a:lvl3pPr>
            <a:lvl4pPr marL="515938" marR="0" indent="-174625"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4pPr>
            <a:lvl5pPr marL="688975" marR="0" indent="-173038" algn="l" defTabSz="914400" rtl="0" eaLnBrk="1" fontAlgn="base" latinLnBrk="0" hangingPunct="1">
              <a:lnSpc>
                <a:spcPct val="100000"/>
              </a:lnSpc>
              <a:spcBef>
                <a:spcPts val="400"/>
              </a:spcBef>
              <a:spcAft>
                <a:spcPct val="0"/>
              </a:spcAft>
              <a:buFont typeface="Arial" pitchFamily="34" charset="0"/>
              <a:buChar char="–"/>
              <a:tabLst/>
              <a:defRPr kumimoji="0" lang="en-US" sz="1600" b="0" i="0" u="none" strike="noStrike" kern="1200" cap="none" normalizeH="0" baseline="0" dirty="0" smtClean="0">
                <a:ln>
                  <a:noFill/>
                </a:ln>
                <a:solidFill>
                  <a:schemeClr val="tx2"/>
                </a:solidFill>
                <a:effectLst/>
                <a:latin typeface="Arial" pitchFamily="34" charset="0"/>
                <a:ea typeface="+mn-ea"/>
                <a:cs typeface="Arial" pitchFamily="34" charset="0"/>
              </a:defRPr>
            </a:lvl5pPr>
            <a:lvl6pPr marL="666750" marR="0" indent="-166688" algn="l" defTabSz="914400" rtl="0" eaLnBrk="1" fontAlgn="base" latinLnBrk="0" hangingPunct="1">
              <a:lnSpc>
                <a:spcPct val="100000"/>
              </a:lnSpc>
              <a:spcBef>
                <a:spcPts val="400"/>
              </a:spcBef>
              <a:spcAft>
                <a:spcPct val="0"/>
              </a:spcAft>
              <a:buFont typeface="Arial" pitchFamily="34" charset="0"/>
              <a:buChar char="–"/>
              <a:tabLst/>
              <a:defRPr kumimoji="0" lang="en-US" sz="1000" b="0" i="0" u="none" strike="noStrike" kern="1200" cap="none" normalizeH="0" baseline="0" dirty="0" smtClean="0">
                <a:ln>
                  <a:noFill/>
                </a:ln>
                <a:solidFill>
                  <a:schemeClr val="tx2"/>
                </a:solidFill>
                <a:effectLst/>
                <a:latin typeface="Arial" pitchFamily="34" charset="0"/>
                <a:ea typeface="+mn-ea"/>
                <a:cs typeface="Arial" pitchFamily="34" charset="0"/>
              </a:defRPr>
            </a:lvl6pPr>
            <a:lvl7pPr marL="1079500" indent="-184150"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7pPr>
            <a:lvl8pPr marL="1252538" indent="-173038"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8pPr>
            <a:lvl9pPr marL="1435100" indent="-182563" algn="l" defTabSz="914400" rtl="0" eaLnBrk="1" latinLnBrk="0" hangingPunct="1">
              <a:spcBef>
                <a:spcPts val="0"/>
              </a:spcBef>
              <a:spcAft>
                <a:spcPts val="300"/>
              </a:spcAft>
              <a:buFont typeface="Arial" pitchFamily="34" charset="0"/>
              <a:buChar char="‒"/>
              <a:defRPr sz="1400" kern="1200">
                <a:solidFill>
                  <a:schemeClr val="accent1"/>
                </a:solidFill>
                <a:latin typeface="+mn-lt"/>
                <a:ea typeface="+mn-ea"/>
                <a:cs typeface="+mn-cs"/>
              </a:defRPr>
            </a:lvl9pPr>
          </a:lstStyle>
          <a:p>
            <a:pPr>
              <a:spcBef>
                <a:spcPts val="0"/>
              </a:spcBef>
              <a:spcAft>
                <a:spcPts val="600"/>
              </a:spcAft>
            </a:pPr>
            <a:r>
              <a:rPr lang="en-US" sz="1600" dirty="0"/>
              <a:t>SAP Cloud Platform Connector (SCC) can be used with CI adapters to communicate with SAP on premise systems. </a:t>
            </a:r>
          </a:p>
          <a:p>
            <a:pPr>
              <a:spcBef>
                <a:spcPts val="0"/>
              </a:spcBef>
              <a:spcAft>
                <a:spcPts val="600"/>
              </a:spcAft>
            </a:pPr>
            <a:r>
              <a:rPr lang="en-US" sz="1600" dirty="0"/>
              <a:t>You have to install cloud connector on the on premise system/s that you want to communicate with, and configure it. This is a one-time activity after which you can use cloud connector with CI adapters.</a:t>
            </a:r>
          </a:p>
          <a:p>
            <a:pPr>
              <a:spcBef>
                <a:spcPts val="0"/>
              </a:spcBef>
              <a:spcAft>
                <a:spcPts val="600"/>
              </a:spcAft>
            </a:pPr>
            <a:endParaRPr lang="en-US" sz="1600" dirty="0"/>
          </a:p>
          <a:p>
            <a:pPr>
              <a:spcBef>
                <a:spcPts val="0"/>
              </a:spcBef>
              <a:spcAft>
                <a:spcPts val="600"/>
              </a:spcAft>
            </a:pPr>
            <a:endParaRPr lang="en-US" sz="1600" dirty="0"/>
          </a:p>
          <a:p>
            <a:pPr>
              <a:spcBef>
                <a:spcPts val="0"/>
              </a:spcBef>
              <a:spcAft>
                <a:spcPts val="600"/>
              </a:spcAft>
            </a:pPr>
            <a:endParaRPr lang="en-US" sz="1600" dirty="0"/>
          </a:p>
          <a:p>
            <a:pPr>
              <a:spcBef>
                <a:spcPts val="0"/>
              </a:spcBef>
              <a:spcAft>
                <a:spcPts val="600"/>
              </a:spcAft>
            </a:pPr>
            <a:endParaRPr lang="en-US" sz="1600" dirty="0"/>
          </a:p>
          <a:p>
            <a:pPr>
              <a:spcBef>
                <a:spcPts val="0"/>
              </a:spcBef>
              <a:spcAft>
                <a:spcPts val="600"/>
              </a:spcAft>
            </a:pPr>
            <a:endParaRPr lang="en-US" sz="1600" dirty="0"/>
          </a:p>
          <a:p>
            <a:pPr>
              <a:spcBef>
                <a:spcPts val="0"/>
              </a:spcBef>
              <a:spcAft>
                <a:spcPts val="600"/>
              </a:spcAft>
            </a:pPr>
            <a:endParaRPr lang="en-US" sz="1600" dirty="0"/>
          </a:p>
          <a:p>
            <a:pPr>
              <a:spcBef>
                <a:spcPts val="0"/>
              </a:spcBef>
              <a:spcAft>
                <a:spcPts val="600"/>
              </a:spcAft>
            </a:pPr>
            <a:endParaRPr lang="en-US" sz="1600" dirty="0"/>
          </a:p>
          <a:p>
            <a:pPr>
              <a:spcBef>
                <a:spcPts val="0"/>
              </a:spcBef>
              <a:spcAft>
                <a:spcPts val="600"/>
              </a:spcAft>
            </a:pPr>
            <a:r>
              <a:rPr lang="en-US" sz="1600" dirty="0"/>
              <a:t>Perform the following steps to use cloud connector with CI adapters.</a:t>
            </a:r>
          </a:p>
          <a:p>
            <a:pPr>
              <a:spcBef>
                <a:spcPts val="0"/>
              </a:spcBef>
              <a:spcAft>
                <a:spcPts val="600"/>
              </a:spcAft>
            </a:pPr>
            <a:r>
              <a:rPr lang="en-US" sz="1600" dirty="0"/>
              <a:t>Install SAP Cloud Connector on your on premise system. </a:t>
            </a:r>
          </a:p>
          <a:p>
            <a:pPr>
              <a:spcBef>
                <a:spcPts val="0"/>
              </a:spcBef>
              <a:spcAft>
                <a:spcPts val="600"/>
              </a:spcAft>
            </a:pPr>
            <a:r>
              <a:rPr lang="en-US" sz="1600" dirty="0"/>
              <a:t>Set up mutual authentication between the cloud connector and a backend system. </a:t>
            </a:r>
          </a:p>
          <a:p>
            <a:pPr>
              <a:spcBef>
                <a:spcPts val="0"/>
              </a:spcBef>
              <a:spcAft>
                <a:spcPts val="600"/>
              </a:spcAft>
            </a:pPr>
            <a:r>
              <a:rPr lang="en-US" sz="1600" dirty="0"/>
              <a:t>Enable the web application to connect to access backend system on the intranet. </a:t>
            </a:r>
          </a:p>
          <a:p>
            <a:pPr>
              <a:spcBef>
                <a:spcPts val="0"/>
              </a:spcBef>
              <a:spcAft>
                <a:spcPts val="600"/>
              </a:spcAft>
            </a:pPr>
            <a:r>
              <a:rPr lang="en-US" sz="1600" dirty="0"/>
              <a:t>It will enable you to connect to on premise systems using CI adapters by selecting </a:t>
            </a:r>
            <a:r>
              <a:rPr lang="en-US" sz="1600" b="1" dirty="0"/>
              <a:t>on-premise</a:t>
            </a:r>
            <a:r>
              <a:rPr lang="en-US" sz="1600" dirty="0"/>
              <a:t> value in </a:t>
            </a:r>
            <a:r>
              <a:rPr lang="en-US" sz="1600" b="1" dirty="0"/>
              <a:t>Proxy Type</a:t>
            </a:r>
            <a:r>
              <a:rPr lang="en-US" sz="1600" dirty="0"/>
              <a:t> field dropdown list.</a:t>
            </a:r>
          </a:p>
        </p:txBody>
      </p:sp>
      <p:pic>
        <p:nvPicPr>
          <p:cNvPr id="3" name="Picture 2">
            <a:extLst>
              <a:ext uri="{FF2B5EF4-FFF2-40B4-BE49-F238E27FC236}">
                <a16:creationId xmlns:a16="http://schemas.microsoft.com/office/drawing/2014/main" id="{CA6D4B2F-AF80-46CA-AD15-7189E28CE49B}"/>
              </a:ext>
            </a:extLst>
          </p:cNvPr>
          <p:cNvPicPr>
            <a:picLocks noChangeAspect="1"/>
          </p:cNvPicPr>
          <p:nvPr/>
        </p:nvPicPr>
        <p:blipFill>
          <a:blip r:embed="rId2"/>
          <a:stretch>
            <a:fillRect/>
          </a:stretch>
        </p:blipFill>
        <p:spPr>
          <a:xfrm>
            <a:off x="1149711" y="2434669"/>
            <a:ext cx="5861351" cy="1752690"/>
          </a:xfrm>
          <a:prstGeom prst="rect">
            <a:avLst/>
          </a:prstGeom>
        </p:spPr>
      </p:pic>
    </p:spTree>
    <p:extLst>
      <p:ext uri="{BB962C8B-B14F-4D97-AF65-F5344CB8AC3E}">
        <p14:creationId xmlns:p14="http://schemas.microsoft.com/office/powerpoint/2010/main" val="1995522270"/>
      </p:ext>
    </p:extLst>
  </p:cSld>
  <p:clrMapOvr>
    <a:masterClrMapping/>
  </p:clrMapOvr>
</p:sld>
</file>

<file path=ppt/theme/theme1.xml><?xml version="1.0" encoding="utf-8"?>
<a:theme xmlns:a="http://schemas.openxmlformats.org/drawingml/2006/main" name="Deloitte Timesaver">
  <a:themeElements>
    <a:clrScheme name="Custom 1">
      <a:dk1>
        <a:srgbClr val="002776"/>
      </a:dk1>
      <a:lt1>
        <a:srgbClr val="FFFFFF"/>
      </a:lt1>
      <a:dk2>
        <a:srgbClr val="002776"/>
      </a:dk2>
      <a:lt2>
        <a:srgbClr val="FFFFFF"/>
      </a:lt2>
      <a:accent1>
        <a:srgbClr val="002776"/>
      </a:accent1>
      <a:accent2>
        <a:srgbClr val="92D400"/>
      </a:accent2>
      <a:accent3>
        <a:srgbClr val="00A1DE"/>
      </a:accent3>
      <a:accent4>
        <a:srgbClr val="3C8A2E"/>
      </a:accent4>
      <a:accent5>
        <a:srgbClr val="72C7E7"/>
      </a:accent5>
      <a:accent6>
        <a:srgbClr val="C9DD03"/>
      </a:accent6>
      <a:hlink>
        <a:srgbClr val="00A1DE"/>
      </a:hlink>
      <a:folHlink>
        <a:srgbClr val="72C7E7"/>
      </a:folHlink>
    </a:clrScheme>
    <a:fontScheme name="1_Main Master - Deloitte Report (print) US03 Feb09">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lIns="45720" tIns="45720" rIns="45720" rtlCol="0" anchor="ctr"/>
      <a:lstStyle>
        <a:defPPr algn="ctr">
          <a:defRPr sz="1800" b="0" dirty="0"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spcBef>
            <a:spcPts val="600"/>
          </a:spcBef>
          <a:defRPr sz="1800"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ED98EF32D3214CB70C05B8744D0929" ma:contentTypeVersion="7" ma:contentTypeDescription="Create a new document." ma:contentTypeScope="" ma:versionID="40cc7d733678059ff86da90372e2fa7a">
  <xsd:schema xmlns:xsd="http://www.w3.org/2001/XMLSchema" xmlns:xs="http://www.w3.org/2001/XMLSchema" xmlns:p="http://schemas.microsoft.com/office/2006/metadata/properties" xmlns:ns2="b5121742-9793-4a32-84c8-2960490017f9" targetNamespace="http://schemas.microsoft.com/office/2006/metadata/properties" ma:root="true" ma:fieldsID="eaa0850f9aed016f3b95f56877da1c6c" ns2:_="">
    <xsd:import namespace="b5121742-9793-4a32-84c8-2960490017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121742-9793-4a32-84c8-2960490017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749535A-A9C5-47B3-89AA-B6D4746B1985}"/>
</file>

<file path=customXml/itemProps2.xml><?xml version="1.0" encoding="utf-8"?>
<ds:datastoreItem xmlns:ds="http://schemas.openxmlformats.org/officeDocument/2006/customXml" ds:itemID="{72D59928-3432-4102-BF4C-E80953284CE9}">
  <ds:schemaRefs>
    <ds:schemaRef ds:uri="http://schemas.microsoft.com/sharepoint/v3/contenttype/forms"/>
  </ds:schemaRefs>
</ds:datastoreItem>
</file>

<file path=customXml/itemProps3.xml><?xml version="1.0" encoding="utf-8"?>
<ds:datastoreItem xmlns:ds="http://schemas.openxmlformats.org/officeDocument/2006/customXml" ds:itemID="{6571D83E-0BBA-4EF9-B223-34A7735E5284}">
  <ds:schemaRefs>
    <ds:schemaRef ds:uri="http://purl.org/dc/elements/1.1/"/>
    <ds:schemaRef ds:uri="http://purl.org/dc/terms/"/>
    <ds:schemaRef ds:uri="http://purl.org/dc/dcmitype/"/>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b5121742-9793-4a32-84c8-2960490017f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96</TotalTime>
  <Words>1196</Words>
  <Application>Microsoft Office PowerPoint</Application>
  <PresentationFormat>On-screen Show (4:3)</PresentationFormat>
  <Paragraphs>108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Times New Roman</vt:lpstr>
      <vt:lpstr>Verdana</vt:lpstr>
      <vt:lpstr>Deloitte Timesaver</vt:lpstr>
      <vt:lpstr>Integration Suite - CI Design and Configuration</vt:lpstr>
      <vt:lpstr>CI – Development Steps – Web UI</vt:lpstr>
      <vt:lpstr>CI – Development Steps – Web UI</vt:lpstr>
      <vt:lpstr>CI – Development Steps – Web UI</vt:lpstr>
      <vt:lpstr>CI – Development Steps – Web UI</vt:lpstr>
      <vt:lpstr>CI – Development Steps – Web UI</vt:lpstr>
      <vt:lpstr>CI – Development Steps – Web UI</vt:lpstr>
      <vt:lpstr>Adapters – SFTP</vt:lpstr>
      <vt:lpstr>Adapters – IDOC</vt:lpstr>
      <vt:lpstr>Adapters – XI</vt:lpstr>
      <vt:lpstr>Adapters – Success Factors</vt:lpstr>
      <vt:lpstr>Adapters – Ariba</vt:lpstr>
      <vt:lpstr>Adapters – OData</vt:lpstr>
      <vt:lpstr>SAP Cloud Connector and CI Adapters</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Timesaver Better charts, tables, and diagrams for better reports and presentations</dc:title>
  <dc:creator>Deloitte</dc:creator>
  <dc:description>US07 3May11</dc:description>
  <cp:lastModifiedBy>Moin Khaja, Shaik</cp:lastModifiedBy>
  <cp:revision>9</cp:revision>
  <dcterms:created xsi:type="dcterms:W3CDTF">2014-02-16T07:39:39Z</dcterms:created>
  <dcterms:modified xsi:type="dcterms:W3CDTF">2025-10-27T03:35:03Z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0x0101005DED98EF32D3214CB70C05B8744D0929</vt:lpwstr>
  </property>
  <property fmtid="{D5CDD505-2E9C-101B-9397-08002B2CF9AE}" pid="3" name="MSIP_Label_ea60d57e-af5b-4752-ac57-3e4f28ca11dc_Enabled">
    <vt:lpwstr>true</vt:lpwstr>
  </property>
  <property fmtid="{D5CDD505-2E9C-101B-9397-08002B2CF9AE}" pid="4" name="MSIP_Label_ea60d57e-af5b-4752-ac57-3e4f28ca11dc_SetDate">
    <vt:lpwstr>2021-06-28T11:31:30Z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7aaffa97-108e-4512-8e4f-d2ef12b29352</vt:lpwstr>
  </property>
  <property fmtid="{D5CDD505-2E9C-101B-9397-08002B2CF9AE}" pid="9" name="MSIP_Label_ea60d57e-af5b-4752-ac57-3e4f28ca11dc_ContentBits">
    <vt:lpwstr>0</vt:lpwstr>
  </property>
  <property fmtid="{D5CDD505-2E9C-101B-9397-08002B2CF9AE}" pid="10" name="Order">
    <vt:r8>700</vt:r8>
  </property>
  <property fmtid="{D5CDD505-2E9C-101B-9397-08002B2CF9AE}" pid="11" name="xd_Signature">
    <vt:bool>false</vt:bool>
  </property>
  <property fmtid="{D5CDD505-2E9C-101B-9397-08002B2CF9AE}" pid="12" name="xd_ProgID">
    <vt:lpwstr/>
  </property>
  <property fmtid="{D5CDD505-2E9C-101B-9397-08002B2CF9AE}" pid="13" name="ComplianceAssetId">
    <vt:lpwstr/>
  </property>
  <property fmtid="{D5CDD505-2E9C-101B-9397-08002B2CF9AE}" pid="14" name="TemplateUrl">
    <vt:lpwstr/>
  </property>
  <property fmtid="{D5CDD505-2E9C-101B-9397-08002B2CF9AE}" pid="15" name="_ExtendedDescription">
    <vt:lpwstr/>
  </property>
  <property fmtid="{D5CDD505-2E9C-101B-9397-08002B2CF9AE}" pid="16" name="TriggerFlowInfo">
    <vt:lpwstr/>
  </property>
  <property fmtid="{D5CDD505-2E9C-101B-9397-08002B2CF9AE}" pid="17" name="_SourceUrl">
    <vt:lpwstr/>
  </property>
  <property fmtid="{D5CDD505-2E9C-101B-9397-08002B2CF9AE}" pid="18" name="_SharedFileIndex">
    <vt:lpwstr/>
  </property>
</Properties>
</file>