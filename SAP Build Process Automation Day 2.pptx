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889" r:id="rId5"/>
    <p:sldId id="454" r:id="rId6"/>
    <p:sldId id="698" r:id="rId7"/>
    <p:sldId id="479" r:id="rId8"/>
    <p:sldId id="451" r:id="rId9"/>
    <p:sldId id="897" r:id="rId10"/>
    <p:sldId id="564" r:id="rId11"/>
    <p:sldId id="898" r:id="rId12"/>
    <p:sldId id="686" r:id="rId13"/>
  </p:sldIdLst>
  <p:sldSz cx="12192000" cy="6858000"/>
  <p:notesSz cx="7315200" cy="9601200"/>
  <p:custDataLst>
    <p:tags r:id="rId16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560" userDrawn="1">
          <p15:clr>
            <a:srgbClr val="A4A3A4"/>
          </p15:clr>
        </p15:guide>
        <p15:guide id="11" orient="horz" pos="2064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60" userDrawn="1">
          <p15:clr>
            <a:srgbClr val="A4A3A4"/>
          </p15:clr>
        </p15:guide>
        <p15:guide id="15" orient="horz" pos="3600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65A"/>
    <a:srgbClr val="000000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B69AE-34CF-02A8-29DB-DC120E078532}" v="27" dt="2023-06-13T09:45:39.672"/>
    <p1510:client id="{1DBC473F-0E99-029A-0BB9-8988050CC67C}" v="26" dt="2023-06-21T08:41:23.821"/>
    <p1510:client id="{296E2F37-18D7-4F50-8380-FF9BFE889343}" v="1" dt="2023-06-13T13:06:26.324"/>
    <p1510:client id="{2E1A052E-845F-8751-AA9C-B583C495DDDA}" v="4" dt="2023-06-13T10:04:28.371"/>
    <p1510:client id="{3B7FE807-EDB9-19C1-13FE-59DDE07EDDCD}" v="7" dt="2023-08-01T15:51:03.346"/>
    <p1510:client id="{A6AAD112-0D58-3934-9049-FB580C396535}" v="136" dt="2023-06-19T18:44:25.591"/>
    <p1510:client id="{CB3B24C3-0CE0-9501-04BE-80FAD9FFB32F}" v="6" dt="2023-06-20T09:19:21.038"/>
    <p1510:client id="{CD3E3580-98B4-D402-BE03-B05F3D57162B}" v="4" dt="2023-07-04T13:06:32.038"/>
    <p1510:client id="{CE288D4E-A439-6E19-1EA5-654391DE5B94}" v="66" dt="2023-06-12T19:19:54.641"/>
    <p1510:client id="{DFD3FCCE-F022-53D3-2774-0512410A9D00}" v="1" dt="2023-06-21T14:57:50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58"/>
      </p:cViewPr>
      <p:guideLst>
        <p:guide pos="7560"/>
        <p:guide orient="horz" pos="2064"/>
        <p:guide orient="horz" pos="1440"/>
        <p:guide orient="horz" pos="2568"/>
        <p:guide orient="horz" pos="3360"/>
        <p:guide orient="horz" pos="3600"/>
        <p:guide pos="4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ma, Sandeep" userId="S::sandverma@deloitte.com::d30842dc-0cf9-420b-8643-a509591151fe" providerId="AD" clId="Web-{CB3B24C3-0CE0-9501-04BE-80FAD9FFB32F}"/>
    <pc:docChg chg="modSld">
      <pc:chgData name="Verma, Sandeep" userId="S::sandverma@deloitte.com::d30842dc-0cf9-420b-8643-a509591151fe" providerId="AD" clId="Web-{CB3B24C3-0CE0-9501-04BE-80FAD9FFB32F}" dt="2023-06-20T09:19:21.038" v="5" actId="1076"/>
      <pc:docMkLst>
        <pc:docMk/>
      </pc:docMkLst>
      <pc:sldChg chg="modSp">
        <pc:chgData name="Verma, Sandeep" userId="S::sandverma@deloitte.com::d30842dc-0cf9-420b-8643-a509591151fe" providerId="AD" clId="Web-{CB3B24C3-0CE0-9501-04BE-80FAD9FFB32F}" dt="2023-06-20T09:19:21.038" v="5" actId="1076"/>
        <pc:sldMkLst>
          <pc:docMk/>
          <pc:sldMk cId="1265867692" sldId="282"/>
        </pc:sldMkLst>
        <pc:spChg chg="mod">
          <ac:chgData name="Verma, Sandeep" userId="S::sandverma@deloitte.com::d30842dc-0cf9-420b-8643-a509591151fe" providerId="AD" clId="Web-{CB3B24C3-0CE0-9501-04BE-80FAD9FFB32F}" dt="2023-06-20T09:19:11.225" v="3" actId="1076"/>
          <ac:spMkLst>
            <pc:docMk/>
            <pc:sldMk cId="1265867692" sldId="282"/>
            <ac:spMk id="54" creationId="{50848D64-FB64-429D-B5E6-9D84359772B7}"/>
          </ac:spMkLst>
        </pc:spChg>
        <pc:spChg chg="mod">
          <ac:chgData name="Verma, Sandeep" userId="S::sandverma@deloitte.com::d30842dc-0cf9-420b-8643-a509591151fe" providerId="AD" clId="Web-{CB3B24C3-0CE0-9501-04BE-80FAD9FFB32F}" dt="2023-06-20T09:19:17.241" v="4" actId="1076"/>
          <ac:spMkLst>
            <pc:docMk/>
            <pc:sldMk cId="1265867692" sldId="282"/>
            <ac:spMk id="60" creationId="{705B094B-759B-4752-A5E5-3BC6FB706E4F}"/>
          </ac:spMkLst>
        </pc:spChg>
        <pc:spChg chg="mod">
          <ac:chgData name="Verma, Sandeep" userId="S::sandverma@deloitte.com::d30842dc-0cf9-420b-8643-a509591151fe" providerId="AD" clId="Web-{CB3B24C3-0CE0-9501-04BE-80FAD9FFB32F}" dt="2023-06-20T09:19:02.037" v="1" actId="1076"/>
          <ac:spMkLst>
            <pc:docMk/>
            <pc:sldMk cId="1265867692" sldId="282"/>
            <ac:spMk id="67" creationId="{00000000-0000-0000-0000-000000000000}"/>
          </ac:spMkLst>
        </pc:spChg>
        <pc:spChg chg="mod">
          <ac:chgData name="Verma, Sandeep" userId="S::sandverma@deloitte.com::d30842dc-0cf9-420b-8643-a509591151fe" providerId="AD" clId="Web-{CB3B24C3-0CE0-9501-04BE-80FAD9FFB32F}" dt="2023-06-20T09:18:51.396" v="0" actId="1076"/>
          <ac:spMkLst>
            <pc:docMk/>
            <pc:sldMk cId="1265867692" sldId="282"/>
            <ac:spMk id="76" creationId="{55267C9B-D960-4607-A136-ECC9350F05C2}"/>
          </ac:spMkLst>
        </pc:spChg>
        <pc:spChg chg="mod">
          <ac:chgData name="Verma, Sandeep" userId="S::sandverma@deloitte.com::d30842dc-0cf9-420b-8643-a509591151fe" providerId="AD" clId="Web-{CB3B24C3-0CE0-9501-04BE-80FAD9FFB32F}" dt="2023-06-20T09:19:06.444" v="2" actId="1076"/>
          <ac:spMkLst>
            <pc:docMk/>
            <pc:sldMk cId="1265867692" sldId="282"/>
            <ac:spMk id="79" creationId="{00000000-0000-0000-0000-000000000000}"/>
          </ac:spMkLst>
        </pc:spChg>
        <pc:spChg chg="mod">
          <ac:chgData name="Verma, Sandeep" userId="S::sandverma@deloitte.com::d30842dc-0cf9-420b-8643-a509591151fe" providerId="AD" clId="Web-{CB3B24C3-0CE0-9501-04BE-80FAD9FFB32F}" dt="2023-06-20T09:19:21.038" v="5" actId="1076"/>
          <ac:spMkLst>
            <pc:docMk/>
            <pc:sldMk cId="1265867692" sldId="282"/>
            <ac:spMk id="80" creationId="{6ADDD7CA-9D33-4DD1-87C0-0D494C642B4E}"/>
          </ac:spMkLst>
        </pc:spChg>
      </pc:sldChg>
    </pc:docChg>
  </pc:docChgLst>
  <pc:docChgLst>
    <pc:chgData name="Matam, Karthik Kumar" userId="8ba2ca17-c33e-470d-a951-4ec5d393c3c8" providerId="ADAL" clId="{4E30B0BE-69A9-4053-9F9A-D887C4963FD9}"/>
    <pc:docChg chg="custSel delSld modSld">
      <pc:chgData name="Matam, Karthik Kumar" userId="8ba2ca17-c33e-470d-a951-4ec5d393c3c8" providerId="ADAL" clId="{4E30B0BE-69A9-4053-9F9A-D887C4963FD9}" dt="2023-06-07T09:39:35.060" v="30" actId="14734"/>
      <pc:docMkLst>
        <pc:docMk/>
      </pc:docMkLst>
      <pc:sldChg chg="del">
        <pc:chgData name="Matam, Karthik Kumar" userId="8ba2ca17-c33e-470d-a951-4ec5d393c3c8" providerId="ADAL" clId="{4E30B0BE-69A9-4053-9F9A-D887C4963FD9}" dt="2023-06-07T09:32:50.124" v="3" actId="47"/>
        <pc:sldMkLst>
          <pc:docMk/>
          <pc:sldMk cId="4233707550" sldId="864"/>
        </pc:sldMkLst>
      </pc:sldChg>
      <pc:sldChg chg="del">
        <pc:chgData name="Matam, Karthik Kumar" userId="8ba2ca17-c33e-470d-a951-4ec5d393c3c8" providerId="ADAL" clId="{4E30B0BE-69A9-4053-9F9A-D887C4963FD9}" dt="2023-06-07T09:32:56.226" v="7" actId="47"/>
        <pc:sldMkLst>
          <pc:docMk/>
          <pc:sldMk cId="3892241365" sldId="865"/>
        </pc:sldMkLst>
      </pc:sldChg>
      <pc:sldChg chg="del">
        <pc:chgData name="Matam, Karthik Kumar" userId="8ba2ca17-c33e-470d-a951-4ec5d393c3c8" providerId="ADAL" clId="{4E30B0BE-69A9-4053-9F9A-D887C4963FD9}" dt="2023-06-07T09:32:57.989" v="8" actId="47"/>
        <pc:sldMkLst>
          <pc:docMk/>
          <pc:sldMk cId="277403518" sldId="866"/>
        </pc:sldMkLst>
      </pc:sldChg>
      <pc:sldChg chg="del">
        <pc:chgData name="Matam, Karthik Kumar" userId="8ba2ca17-c33e-470d-a951-4ec5d393c3c8" providerId="ADAL" clId="{4E30B0BE-69A9-4053-9F9A-D887C4963FD9}" dt="2023-06-07T09:32:51.601" v="5" actId="47"/>
        <pc:sldMkLst>
          <pc:docMk/>
          <pc:sldMk cId="3708139478" sldId="867"/>
        </pc:sldMkLst>
      </pc:sldChg>
      <pc:sldChg chg="del">
        <pc:chgData name="Matam, Karthik Kumar" userId="8ba2ca17-c33e-470d-a951-4ec5d393c3c8" providerId="ADAL" clId="{4E30B0BE-69A9-4053-9F9A-D887C4963FD9}" dt="2023-06-07T09:32:49.579" v="2" actId="47"/>
        <pc:sldMkLst>
          <pc:docMk/>
          <pc:sldMk cId="2044743389" sldId="868"/>
        </pc:sldMkLst>
      </pc:sldChg>
      <pc:sldChg chg="del">
        <pc:chgData name="Matam, Karthik Kumar" userId="8ba2ca17-c33e-470d-a951-4ec5d393c3c8" providerId="ADAL" clId="{4E30B0BE-69A9-4053-9F9A-D887C4963FD9}" dt="2023-06-07T09:33:02.411" v="10" actId="47"/>
        <pc:sldMkLst>
          <pc:docMk/>
          <pc:sldMk cId="979310763" sldId="869"/>
        </pc:sldMkLst>
      </pc:sldChg>
      <pc:sldChg chg="del">
        <pc:chgData name="Matam, Karthik Kumar" userId="8ba2ca17-c33e-470d-a951-4ec5d393c3c8" providerId="ADAL" clId="{4E30B0BE-69A9-4053-9F9A-D887C4963FD9}" dt="2023-06-07T09:33:01.510" v="9" actId="47"/>
        <pc:sldMkLst>
          <pc:docMk/>
          <pc:sldMk cId="101569031" sldId="871"/>
        </pc:sldMkLst>
      </pc:sldChg>
      <pc:sldChg chg="modSp mod">
        <pc:chgData name="Matam, Karthik Kumar" userId="8ba2ca17-c33e-470d-a951-4ec5d393c3c8" providerId="ADAL" clId="{4E30B0BE-69A9-4053-9F9A-D887C4963FD9}" dt="2023-06-07T09:34:36.271" v="21" actId="20577"/>
        <pc:sldMkLst>
          <pc:docMk/>
          <pc:sldMk cId="1259888063" sldId="889"/>
        </pc:sldMkLst>
        <pc:spChg chg="mod">
          <ac:chgData name="Matam, Karthik Kumar" userId="8ba2ca17-c33e-470d-a951-4ec5d393c3c8" providerId="ADAL" clId="{4E30B0BE-69A9-4053-9F9A-D887C4963FD9}" dt="2023-06-07T09:34:36.271" v="21" actId="20577"/>
          <ac:spMkLst>
            <pc:docMk/>
            <pc:sldMk cId="1259888063" sldId="889"/>
            <ac:spMk id="6" creationId="{9A40E202-D37F-4FA8-82FB-20DA95C2575A}"/>
          </ac:spMkLst>
        </pc:spChg>
      </pc:sldChg>
      <pc:sldChg chg="delSp modSp mod">
        <pc:chgData name="Matam, Karthik Kumar" userId="8ba2ca17-c33e-470d-a951-4ec5d393c3c8" providerId="ADAL" clId="{4E30B0BE-69A9-4053-9F9A-D887C4963FD9}" dt="2023-06-07T09:39:35.060" v="30" actId="14734"/>
        <pc:sldMkLst>
          <pc:docMk/>
          <pc:sldMk cId="1865761104" sldId="890"/>
        </pc:sldMkLst>
        <pc:spChg chg="mod">
          <ac:chgData name="Matam, Karthik Kumar" userId="8ba2ca17-c33e-470d-a951-4ec5d393c3c8" providerId="ADAL" clId="{4E30B0BE-69A9-4053-9F9A-D887C4963FD9}" dt="2023-06-07T09:35:13.782" v="26" actId="14100"/>
          <ac:spMkLst>
            <pc:docMk/>
            <pc:sldMk cId="1865761104" sldId="890"/>
            <ac:spMk id="8" creationId="{00000000-0000-0000-0000-000000000000}"/>
          </ac:spMkLst>
        </pc:spChg>
        <pc:graphicFrameChg chg="mod modGraphic">
          <ac:chgData name="Matam, Karthik Kumar" userId="8ba2ca17-c33e-470d-a951-4ec5d393c3c8" providerId="ADAL" clId="{4E30B0BE-69A9-4053-9F9A-D887C4963FD9}" dt="2023-06-07T09:39:35.060" v="30" actId="14734"/>
          <ac:graphicFrameMkLst>
            <pc:docMk/>
            <pc:sldMk cId="1865761104" sldId="890"/>
            <ac:graphicFrameMk id="2" creationId="{9EEFFC91-3B06-4A4E-8FAA-B6D9FE3DDCAD}"/>
          </ac:graphicFrameMkLst>
        </pc:graphicFrameChg>
        <pc:inkChg chg="del">
          <ac:chgData name="Matam, Karthik Kumar" userId="8ba2ca17-c33e-470d-a951-4ec5d393c3c8" providerId="ADAL" clId="{4E30B0BE-69A9-4053-9F9A-D887C4963FD9}" dt="2023-06-07T09:35:03.196" v="23" actId="478"/>
          <ac:inkMkLst>
            <pc:docMk/>
            <pc:sldMk cId="1865761104" sldId="890"/>
            <ac:inkMk id="3" creationId="{BB29B3B0-FDE2-4614-9A8E-110448D5AC6C}"/>
          </ac:inkMkLst>
        </pc:inkChg>
        <pc:inkChg chg="del">
          <ac:chgData name="Matam, Karthik Kumar" userId="8ba2ca17-c33e-470d-a951-4ec5d393c3c8" providerId="ADAL" clId="{4E30B0BE-69A9-4053-9F9A-D887C4963FD9}" dt="2023-06-07T09:35:05.306" v="24" actId="478"/>
          <ac:inkMkLst>
            <pc:docMk/>
            <pc:sldMk cId="1865761104" sldId="890"/>
            <ac:inkMk id="6" creationId="{51DC5748-BF3C-40AD-A1CA-67C51F485FFC}"/>
          </ac:inkMkLst>
        </pc:inkChg>
      </pc:sldChg>
      <pc:sldChg chg="del">
        <pc:chgData name="Matam, Karthik Kumar" userId="8ba2ca17-c33e-470d-a951-4ec5d393c3c8" providerId="ADAL" clId="{4E30B0BE-69A9-4053-9F9A-D887C4963FD9}" dt="2023-06-07T09:32:48.859" v="1" actId="47"/>
        <pc:sldMkLst>
          <pc:docMk/>
          <pc:sldMk cId="3625284588" sldId="891"/>
        </pc:sldMkLst>
      </pc:sldChg>
      <pc:sldChg chg="del">
        <pc:chgData name="Matam, Karthik Kumar" userId="8ba2ca17-c33e-470d-a951-4ec5d393c3c8" providerId="ADAL" clId="{4E30B0BE-69A9-4053-9F9A-D887C4963FD9}" dt="2023-06-07T09:32:50.809" v="4" actId="47"/>
        <pc:sldMkLst>
          <pc:docMk/>
          <pc:sldMk cId="669540159" sldId="892"/>
        </pc:sldMkLst>
      </pc:sldChg>
      <pc:sldChg chg="del">
        <pc:chgData name="Matam, Karthik Kumar" userId="8ba2ca17-c33e-470d-a951-4ec5d393c3c8" providerId="ADAL" clId="{4E30B0BE-69A9-4053-9F9A-D887C4963FD9}" dt="2023-06-07T09:32:52.443" v="6" actId="47"/>
        <pc:sldMkLst>
          <pc:docMk/>
          <pc:sldMk cId="1345464040" sldId="893"/>
        </pc:sldMkLst>
      </pc:sldChg>
      <pc:sldChg chg="del">
        <pc:chgData name="Matam, Karthik Kumar" userId="8ba2ca17-c33e-470d-a951-4ec5d393c3c8" providerId="ADAL" clId="{4E30B0BE-69A9-4053-9F9A-D887C4963FD9}" dt="2023-06-07T09:33:03.239" v="11" actId="47"/>
        <pc:sldMkLst>
          <pc:docMk/>
          <pc:sldMk cId="455663281" sldId="894"/>
        </pc:sldMkLst>
      </pc:sldChg>
      <pc:sldChg chg="del">
        <pc:chgData name="Matam, Karthik Kumar" userId="8ba2ca17-c33e-470d-a951-4ec5d393c3c8" providerId="ADAL" clId="{4E30B0BE-69A9-4053-9F9A-D887C4963FD9}" dt="2023-06-07T09:33:23.984" v="12" actId="47"/>
        <pc:sldMkLst>
          <pc:docMk/>
          <pc:sldMk cId="1116644027" sldId="899"/>
        </pc:sldMkLst>
      </pc:sldChg>
      <pc:sldChg chg="del">
        <pc:chgData name="Matam, Karthik Kumar" userId="8ba2ca17-c33e-470d-a951-4ec5d393c3c8" providerId="ADAL" clId="{4E30B0BE-69A9-4053-9F9A-D887C4963FD9}" dt="2023-06-07T09:33:26.101" v="13" actId="47"/>
        <pc:sldMkLst>
          <pc:docMk/>
          <pc:sldMk cId="142933786" sldId="900"/>
        </pc:sldMkLst>
      </pc:sldChg>
      <pc:sldChg chg="del">
        <pc:chgData name="Matam, Karthik Kumar" userId="8ba2ca17-c33e-470d-a951-4ec5d393c3c8" providerId="ADAL" clId="{4E30B0BE-69A9-4053-9F9A-D887C4963FD9}" dt="2023-06-07T09:33:35.534" v="14" actId="47"/>
        <pc:sldMkLst>
          <pc:docMk/>
          <pc:sldMk cId="661034062" sldId="901"/>
        </pc:sldMkLst>
      </pc:sldChg>
    </pc:docChg>
  </pc:docChgLst>
  <pc:docChgLst>
    <pc:chgData name="Verma, Sandeep" userId="S::sandverma@deloitte.com::d30842dc-0cf9-420b-8643-a509591151fe" providerId="AD" clId="Web-{DFD3FCCE-F022-53D3-2774-0512410A9D00}"/>
    <pc:docChg chg="delSld">
      <pc:chgData name="Verma, Sandeep" userId="S::sandverma@deloitte.com::d30842dc-0cf9-420b-8643-a509591151fe" providerId="AD" clId="Web-{DFD3FCCE-F022-53D3-2774-0512410A9D00}" dt="2023-06-21T14:57:50.053" v="0"/>
      <pc:docMkLst>
        <pc:docMk/>
      </pc:docMkLst>
      <pc:sldChg chg="del">
        <pc:chgData name="Verma, Sandeep" userId="S::sandverma@deloitte.com::d30842dc-0cf9-420b-8643-a509591151fe" providerId="AD" clId="Web-{DFD3FCCE-F022-53D3-2774-0512410A9D00}" dt="2023-06-21T14:57:50.053" v="0"/>
        <pc:sldMkLst>
          <pc:docMk/>
          <pc:sldMk cId="3534433074" sldId="904"/>
        </pc:sldMkLst>
      </pc:sldChg>
    </pc:docChg>
  </pc:docChgLst>
  <pc:docChgLst>
    <pc:chgData name="Verma, Sandeep" userId="S::sandverma@deloitte.com::d30842dc-0cf9-420b-8643-a509591151fe" providerId="AD" clId="Web-{2E1A052E-845F-8751-AA9C-B583C495DDDA}"/>
    <pc:docChg chg="addSld modSld">
      <pc:chgData name="Verma, Sandeep" userId="S::sandverma@deloitte.com::d30842dc-0cf9-420b-8643-a509591151fe" providerId="AD" clId="Web-{2E1A052E-845F-8751-AA9C-B583C495DDDA}" dt="2023-06-13T10:04:28.371" v="3"/>
      <pc:docMkLst>
        <pc:docMk/>
      </pc:docMkLst>
      <pc:sldChg chg="delSp">
        <pc:chgData name="Verma, Sandeep" userId="S::sandverma@deloitte.com::d30842dc-0cf9-420b-8643-a509591151fe" providerId="AD" clId="Web-{2E1A052E-845F-8751-AA9C-B583C495DDDA}" dt="2023-06-13T10:04:28.371" v="3"/>
        <pc:sldMkLst>
          <pc:docMk/>
          <pc:sldMk cId="945300574" sldId="571"/>
        </pc:sldMkLst>
        <pc:picChg chg="del">
          <ac:chgData name="Verma, Sandeep" userId="S::sandverma@deloitte.com::d30842dc-0cf9-420b-8643-a509591151fe" providerId="AD" clId="Web-{2E1A052E-845F-8751-AA9C-B583C495DDDA}" dt="2023-06-13T10:04:26.668" v="1"/>
          <ac:picMkLst>
            <pc:docMk/>
            <pc:sldMk cId="945300574" sldId="571"/>
            <ac:picMk id="17" creationId="{7C21FBD6-FD6A-4361-975B-DC12D4D3A762}"/>
          </ac:picMkLst>
        </pc:picChg>
        <pc:picChg chg="del">
          <ac:chgData name="Verma, Sandeep" userId="S::sandverma@deloitte.com::d30842dc-0cf9-420b-8643-a509591151fe" providerId="AD" clId="Web-{2E1A052E-845F-8751-AA9C-B583C495DDDA}" dt="2023-06-13T10:04:27.481" v="2"/>
          <ac:picMkLst>
            <pc:docMk/>
            <pc:sldMk cId="945300574" sldId="571"/>
            <ac:picMk id="19" creationId="{76749DC0-F6AA-469F-AC9C-31480996B272}"/>
          </ac:picMkLst>
        </pc:picChg>
        <pc:picChg chg="del">
          <ac:chgData name="Verma, Sandeep" userId="S::sandverma@deloitte.com::d30842dc-0cf9-420b-8643-a509591151fe" providerId="AD" clId="Web-{2E1A052E-845F-8751-AA9C-B583C495DDDA}" dt="2023-06-13T10:04:28.371" v="3"/>
          <ac:picMkLst>
            <pc:docMk/>
            <pc:sldMk cId="945300574" sldId="571"/>
            <ac:picMk id="20" creationId="{4F8BB1E9-28D5-4E8B-AEB0-E8B6ECCFB6C2}"/>
          </ac:picMkLst>
        </pc:picChg>
      </pc:sldChg>
      <pc:sldChg chg="add replId">
        <pc:chgData name="Verma, Sandeep" userId="S::sandverma@deloitte.com::d30842dc-0cf9-420b-8643-a509591151fe" providerId="AD" clId="Web-{2E1A052E-845F-8751-AA9C-B583C495DDDA}" dt="2023-06-13T10:04:03.839" v="0"/>
        <pc:sldMkLst>
          <pc:docMk/>
          <pc:sldMk cId="731864128" sldId="908"/>
        </pc:sldMkLst>
      </pc:sldChg>
    </pc:docChg>
  </pc:docChgLst>
  <pc:docChgLst>
    <pc:chgData name="Pandey, Divya" userId="S::divyapandey3@deloitte.com::f32c0b42-1b24-41e6-ac2b-9966af6e6075" providerId="AD" clId="Web-{1DBC473F-0E99-029A-0BB9-8988050CC67C}"/>
    <pc:docChg chg="delSld modSld">
      <pc:chgData name="Pandey, Divya" userId="S::divyapandey3@deloitte.com::f32c0b42-1b24-41e6-ac2b-9966af6e6075" providerId="AD" clId="Web-{1DBC473F-0E99-029A-0BB9-8988050CC67C}" dt="2023-06-21T08:34:19.016" v="13" actId="1076"/>
      <pc:docMkLst>
        <pc:docMk/>
      </pc:docMkLst>
      <pc:sldChg chg="modSp">
        <pc:chgData name="Pandey, Divya" userId="S::divyapandey3@deloitte.com::f32c0b42-1b24-41e6-ac2b-9966af6e6075" providerId="AD" clId="Web-{1DBC473F-0E99-029A-0BB9-8988050CC67C}" dt="2023-06-21T08:33:00.623" v="12" actId="20577"/>
        <pc:sldMkLst>
          <pc:docMk/>
          <pc:sldMk cId="1257336563" sldId="573"/>
        </pc:sldMkLst>
        <pc:spChg chg="mod">
          <ac:chgData name="Pandey, Divya" userId="S::divyapandey3@deloitte.com::f32c0b42-1b24-41e6-ac2b-9966af6e6075" providerId="AD" clId="Web-{1DBC473F-0E99-029A-0BB9-8988050CC67C}" dt="2023-06-21T08:33:00.623" v="12" actId="20577"/>
          <ac:spMkLst>
            <pc:docMk/>
            <pc:sldMk cId="1257336563" sldId="573"/>
            <ac:spMk id="52" creationId="{883BF4F0-1B5D-48E8-A2AA-9FC5239516D7}"/>
          </ac:spMkLst>
        </pc:spChg>
      </pc:sldChg>
      <pc:sldChg chg="modSp">
        <pc:chgData name="Pandey, Divya" userId="S::divyapandey3@deloitte.com::f32c0b42-1b24-41e6-ac2b-9966af6e6075" providerId="AD" clId="Web-{1DBC473F-0E99-029A-0BB9-8988050CC67C}" dt="2023-06-21T08:34:19.016" v="13" actId="1076"/>
        <pc:sldMkLst>
          <pc:docMk/>
          <pc:sldMk cId="3140372417" sldId="887"/>
        </pc:sldMkLst>
        <pc:spChg chg="mod">
          <ac:chgData name="Pandey, Divya" userId="S::divyapandey3@deloitte.com::f32c0b42-1b24-41e6-ac2b-9966af6e6075" providerId="AD" clId="Web-{1DBC473F-0E99-029A-0BB9-8988050CC67C}" dt="2023-06-21T08:34:19.016" v="13" actId="1076"/>
          <ac:spMkLst>
            <pc:docMk/>
            <pc:sldMk cId="3140372417" sldId="887"/>
            <ac:spMk id="9" creationId="{F007B35D-AD4A-4753-B787-6C6A21526FDF}"/>
          </ac:spMkLst>
        </pc:spChg>
      </pc:sldChg>
      <pc:sldChg chg="delSp modSp del">
        <pc:chgData name="Pandey, Divya" userId="S::divyapandey3@deloitte.com::f32c0b42-1b24-41e6-ac2b-9966af6e6075" providerId="AD" clId="Web-{1DBC473F-0E99-029A-0BB9-8988050CC67C}" dt="2023-06-21T08:31:21.855" v="2"/>
        <pc:sldMkLst>
          <pc:docMk/>
          <pc:sldMk cId="1024736671" sldId="903"/>
        </pc:sldMkLst>
        <pc:spChg chg="del mod">
          <ac:chgData name="Pandey, Divya" userId="S::divyapandey3@deloitte.com::f32c0b42-1b24-41e6-ac2b-9966af6e6075" providerId="AD" clId="Web-{1DBC473F-0E99-029A-0BB9-8988050CC67C}" dt="2023-06-21T08:31:19.027" v="1"/>
          <ac:spMkLst>
            <pc:docMk/>
            <pc:sldMk cId="1024736671" sldId="903"/>
            <ac:spMk id="4" creationId="{7E3B52AE-D736-43F6-82B0-7D63C9A40BFE}"/>
          </ac:spMkLst>
        </pc:spChg>
      </pc:sldChg>
    </pc:docChg>
  </pc:docChgLst>
  <pc:docChgLst>
    <pc:chgData name="Alleni, Narendhar" userId="S::nalleni@deloitte.com::3a22b8f0-fbf5-4243-a263-69a53057ec23" providerId="AD" clId="Web-{A8731F99-5BE1-1F0F-4DBE-787A87666F45}"/>
    <pc:docChg chg="addSld modSld">
      <pc:chgData name="Alleni, Narendhar" userId="S::nalleni@deloitte.com::3a22b8f0-fbf5-4243-a263-69a53057ec23" providerId="AD" clId="Web-{A8731F99-5BE1-1F0F-4DBE-787A87666F45}" dt="2023-04-12T11:07:31.251" v="2"/>
      <pc:docMkLst>
        <pc:docMk/>
      </pc:docMkLst>
      <pc:sldChg chg="delSp add replId">
        <pc:chgData name="Alleni, Narendhar" userId="S::nalleni@deloitte.com::3a22b8f0-fbf5-4243-a263-69a53057ec23" providerId="AD" clId="Web-{A8731F99-5BE1-1F0F-4DBE-787A87666F45}" dt="2023-04-12T11:07:31.251" v="2"/>
        <pc:sldMkLst>
          <pc:docMk/>
          <pc:sldMk cId="1075210502" sldId="897"/>
        </pc:sldMkLst>
        <pc:spChg chg="del">
          <ac:chgData name="Alleni, Narendhar" userId="S::nalleni@deloitte.com::3a22b8f0-fbf5-4243-a263-69a53057ec23" providerId="AD" clId="Web-{A8731F99-5BE1-1F0F-4DBE-787A87666F45}" dt="2023-04-12T11:07:31.251" v="2"/>
          <ac:spMkLst>
            <pc:docMk/>
            <pc:sldMk cId="1075210502" sldId="897"/>
            <ac:spMk id="11" creationId="{08520DDA-3E42-4FFE-B4BB-FBFD902EFEB6}"/>
          </ac:spMkLst>
        </pc:spChg>
        <pc:picChg chg="del">
          <ac:chgData name="Alleni, Narendhar" userId="S::nalleni@deloitte.com::3a22b8f0-fbf5-4243-a263-69a53057ec23" providerId="AD" clId="Web-{A8731F99-5BE1-1F0F-4DBE-787A87666F45}" dt="2023-04-12T11:07:27.735" v="1"/>
          <ac:picMkLst>
            <pc:docMk/>
            <pc:sldMk cId="1075210502" sldId="897"/>
            <ac:picMk id="6" creationId="{A9640F28-B8C5-4370-A5A3-AB2B894DCD2D}"/>
          </ac:picMkLst>
        </pc:picChg>
      </pc:sldChg>
    </pc:docChg>
  </pc:docChgLst>
  <pc:docChgLst>
    <pc:chgData name="Matam, Karthik Kumar" userId="8ba2ca17-c33e-470d-a951-4ec5d393c3c8" providerId="ADAL" clId="{296E2F37-18D7-4F50-8380-FF9BFE889343}"/>
    <pc:docChg chg="addSld delSld modSld sldOrd">
      <pc:chgData name="Matam, Karthik Kumar" userId="8ba2ca17-c33e-470d-a951-4ec5d393c3c8" providerId="ADAL" clId="{296E2F37-18D7-4F50-8380-FF9BFE889343}" dt="2023-06-13T13:06:33.149" v="5"/>
      <pc:docMkLst>
        <pc:docMk/>
      </pc:docMkLst>
      <pc:sldChg chg="add ord">
        <pc:chgData name="Matam, Karthik Kumar" userId="8ba2ca17-c33e-470d-a951-4ec5d393c3c8" providerId="ADAL" clId="{296E2F37-18D7-4F50-8380-FF9BFE889343}" dt="2023-06-13T13:06:33.149" v="5"/>
        <pc:sldMkLst>
          <pc:docMk/>
          <pc:sldMk cId="1717122797" sldId="797"/>
        </pc:sldMkLst>
      </pc:sldChg>
      <pc:sldChg chg="del">
        <pc:chgData name="Matam, Karthik Kumar" userId="8ba2ca17-c33e-470d-a951-4ec5d393c3c8" providerId="ADAL" clId="{296E2F37-18D7-4F50-8380-FF9BFE889343}" dt="2023-06-13T13:06:23.217" v="2" actId="2696"/>
        <pc:sldMkLst>
          <pc:docMk/>
          <pc:sldMk cId="2964921621" sldId="797"/>
        </pc:sldMkLst>
      </pc:sldChg>
      <pc:sldChg chg="del">
        <pc:chgData name="Matam, Karthik Kumar" userId="8ba2ca17-c33e-470d-a951-4ec5d393c3c8" providerId="ADAL" clId="{296E2F37-18D7-4F50-8380-FF9BFE889343}" dt="2023-06-13T13:05:15.478" v="1" actId="47"/>
        <pc:sldMkLst>
          <pc:docMk/>
          <pc:sldMk cId="1749771289" sldId="904"/>
        </pc:sldMkLst>
      </pc:sldChg>
      <pc:sldChg chg="del">
        <pc:chgData name="Matam, Karthik Kumar" userId="8ba2ca17-c33e-470d-a951-4ec5d393c3c8" providerId="ADAL" clId="{296E2F37-18D7-4F50-8380-FF9BFE889343}" dt="2023-06-13T13:05:04.024" v="0" actId="47"/>
        <pc:sldMkLst>
          <pc:docMk/>
          <pc:sldMk cId="1032245967" sldId="906"/>
        </pc:sldMkLst>
      </pc:sldChg>
      <pc:sldMasterChg chg="delSldLayout">
        <pc:chgData name="Matam, Karthik Kumar" userId="8ba2ca17-c33e-470d-a951-4ec5d393c3c8" providerId="ADAL" clId="{296E2F37-18D7-4F50-8380-FF9BFE889343}" dt="2023-06-13T13:06:23.217" v="2" actId="2696"/>
        <pc:sldMasterMkLst>
          <pc:docMk/>
          <pc:sldMasterMk cId="0" sldId="2147483648"/>
        </pc:sldMasterMkLst>
        <pc:sldLayoutChg chg="del">
          <pc:chgData name="Matam, Karthik Kumar" userId="8ba2ca17-c33e-470d-a951-4ec5d393c3c8" providerId="ADAL" clId="{296E2F37-18D7-4F50-8380-FF9BFE889343}" dt="2023-06-13T13:06:23.217" v="2" actId="2696"/>
          <pc:sldLayoutMkLst>
            <pc:docMk/>
            <pc:sldMasterMk cId="0" sldId="2147483648"/>
            <pc:sldLayoutMk cId="3919608582" sldId="2147483763"/>
          </pc:sldLayoutMkLst>
        </pc:sldLayoutChg>
      </pc:sldMasterChg>
    </pc:docChg>
  </pc:docChgLst>
  <pc:docChgLst>
    <pc:chgData name="Verma, Sandeep" userId="S::sandverma@deloitte.com::d30842dc-0cf9-420b-8643-a509591151fe" providerId="AD" clId="Web-{3B7FE807-EDB9-19C1-13FE-59DDE07EDDCD}"/>
    <pc:docChg chg="modSld sldOrd">
      <pc:chgData name="Verma, Sandeep" userId="S::sandverma@deloitte.com::d30842dc-0cf9-420b-8643-a509591151fe" providerId="AD" clId="Web-{3B7FE807-EDB9-19C1-13FE-59DDE07EDDCD}" dt="2023-08-01T15:51:03.346" v="6" actId="1076"/>
      <pc:docMkLst>
        <pc:docMk/>
      </pc:docMkLst>
      <pc:sldChg chg="modSp">
        <pc:chgData name="Verma, Sandeep" userId="S::sandverma@deloitte.com::d30842dc-0cf9-420b-8643-a509591151fe" providerId="AD" clId="Web-{3B7FE807-EDB9-19C1-13FE-59DDE07EDDCD}" dt="2023-08-01T15:51:03.346" v="6" actId="1076"/>
        <pc:sldMkLst>
          <pc:docMk/>
          <pc:sldMk cId="567236525" sldId="454"/>
        </pc:sldMkLst>
        <pc:spChg chg="mod">
          <ac:chgData name="Verma, Sandeep" userId="S::sandverma@deloitte.com::d30842dc-0cf9-420b-8643-a509591151fe" providerId="AD" clId="Web-{3B7FE807-EDB9-19C1-13FE-59DDE07EDDCD}" dt="2023-08-01T15:51:03.346" v="6" actId="1076"/>
          <ac:spMkLst>
            <pc:docMk/>
            <pc:sldMk cId="567236525" sldId="454"/>
            <ac:spMk id="16" creationId="{3BD204F7-A057-422A-99CB-BE6A85C02AEF}"/>
          </ac:spMkLst>
        </pc:spChg>
        <pc:spChg chg="mod">
          <ac:chgData name="Verma, Sandeep" userId="S::sandverma@deloitte.com::d30842dc-0cf9-420b-8643-a509591151fe" providerId="AD" clId="Web-{3B7FE807-EDB9-19C1-13FE-59DDE07EDDCD}" dt="2023-08-01T15:51:00.893" v="5" actId="1076"/>
          <ac:spMkLst>
            <pc:docMk/>
            <pc:sldMk cId="567236525" sldId="454"/>
            <ac:spMk id="22" creationId="{14710C37-F80E-48AA-AD08-9E0A6E5B9DAB}"/>
          </ac:spMkLst>
        </pc:spChg>
      </pc:sldChg>
      <pc:sldChg chg="ord">
        <pc:chgData name="Verma, Sandeep" userId="S::sandverma@deloitte.com::d30842dc-0cf9-420b-8643-a509591151fe" providerId="AD" clId="Web-{3B7FE807-EDB9-19C1-13FE-59DDE07EDDCD}" dt="2023-08-01T13:57:44.302" v="1"/>
        <pc:sldMkLst>
          <pc:docMk/>
          <pc:sldMk cId="2805083025" sldId="479"/>
        </pc:sldMkLst>
      </pc:sldChg>
      <pc:sldChg chg="ord">
        <pc:chgData name="Verma, Sandeep" userId="S::sandverma@deloitte.com::d30842dc-0cf9-420b-8643-a509591151fe" providerId="AD" clId="Web-{3B7FE807-EDB9-19C1-13FE-59DDE07EDDCD}" dt="2023-08-01T13:55:09.001" v="0"/>
        <pc:sldMkLst>
          <pc:docMk/>
          <pc:sldMk cId="1084345788" sldId="698"/>
        </pc:sldMkLst>
      </pc:sldChg>
    </pc:docChg>
  </pc:docChgLst>
  <pc:docChgLst>
    <pc:chgData name="Verma, Sandeep" userId="S::sandverma@deloitte.com::d30842dc-0cf9-420b-8643-a509591151fe" providerId="AD" clId="Web-{CD3E3580-98B4-D402-BE03-B05F3D57162B}"/>
    <pc:docChg chg="modSld sldOrd">
      <pc:chgData name="Verma, Sandeep" userId="S::sandverma@deloitte.com::d30842dc-0cf9-420b-8643-a509591151fe" providerId="AD" clId="Web-{CD3E3580-98B4-D402-BE03-B05F3D57162B}" dt="2023-07-04T13:06:32.038" v="3" actId="1076"/>
      <pc:docMkLst>
        <pc:docMk/>
      </pc:docMkLst>
      <pc:sldChg chg="modSp ord">
        <pc:chgData name="Verma, Sandeep" userId="S::sandverma@deloitte.com::d30842dc-0cf9-420b-8643-a509591151fe" providerId="AD" clId="Web-{CD3E3580-98B4-D402-BE03-B05F3D57162B}" dt="2023-07-04T13:06:32.038" v="3" actId="1076"/>
        <pc:sldMkLst>
          <pc:docMk/>
          <pc:sldMk cId="1265867692" sldId="282"/>
        </pc:sldMkLst>
        <pc:spChg chg="mod">
          <ac:chgData name="Verma, Sandeep" userId="S::sandverma@deloitte.com::d30842dc-0cf9-420b-8643-a509591151fe" providerId="AD" clId="Web-{CD3E3580-98B4-D402-BE03-B05F3D57162B}" dt="2023-07-04T13:06:28.866" v="2" actId="1076"/>
          <ac:spMkLst>
            <pc:docMk/>
            <pc:sldMk cId="1265867692" sldId="282"/>
            <ac:spMk id="63" creationId="{00000000-0000-0000-0000-000000000000}"/>
          </ac:spMkLst>
        </pc:spChg>
        <pc:spChg chg="mod">
          <ac:chgData name="Verma, Sandeep" userId="S::sandverma@deloitte.com::d30842dc-0cf9-420b-8643-a509591151fe" providerId="AD" clId="Web-{CD3E3580-98B4-D402-BE03-B05F3D57162B}" dt="2023-07-04T13:06:32.038" v="3" actId="1076"/>
          <ac:spMkLst>
            <pc:docMk/>
            <pc:sldMk cId="1265867692" sldId="282"/>
            <ac:spMk id="70" creationId="{00000000-0000-0000-0000-000000000000}"/>
          </ac:spMkLst>
        </pc:spChg>
      </pc:sldChg>
    </pc:docChg>
  </pc:docChgLst>
  <pc:docChgLst>
    <pc:chgData name="Pandey, Divya" userId="S::divyapandey3@deloitte.com::f32c0b42-1b24-41e6-ac2b-9966af6e6075" providerId="AD" clId="Web-{132B69AE-34CF-02A8-29DB-DC120E078532}"/>
    <pc:docChg chg="modSld">
      <pc:chgData name="Pandey, Divya" userId="S::divyapandey3@deloitte.com::f32c0b42-1b24-41e6-ac2b-9966af6e6075" providerId="AD" clId="Web-{132B69AE-34CF-02A8-29DB-DC120E078532}" dt="2023-06-13T09:45:39.672" v="21" actId="1076"/>
      <pc:docMkLst>
        <pc:docMk/>
      </pc:docMkLst>
      <pc:sldChg chg="modSp">
        <pc:chgData name="Pandey, Divya" userId="S::divyapandey3@deloitte.com::f32c0b42-1b24-41e6-ac2b-9966af6e6075" providerId="AD" clId="Web-{132B69AE-34CF-02A8-29DB-DC120E078532}" dt="2023-06-13T09:45:39.672" v="21" actId="1076"/>
        <pc:sldMkLst>
          <pc:docMk/>
          <pc:sldMk cId="945300574" sldId="571"/>
        </pc:sldMkLst>
        <pc:spChg chg="mod">
          <ac:chgData name="Pandey, Divya" userId="S::divyapandey3@deloitte.com::f32c0b42-1b24-41e6-ac2b-9966af6e6075" providerId="AD" clId="Web-{132B69AE-34CF-02A8-29DB-DC120E078532}" dt="2023-06-13T09:44:45.326" v="13" actId="1076"/>
          <ac:spMkLst>
            <pc:docMk/>
            <pc:sldMk cId="945300574" sldId="571"/>
            <ac:spMk id="12" creationId="{9E84ECED-DFB8-4FD6-89CB-00A6153A32F3}"/>
          </ac:spMkLst>
        </pc:spChg>
        <pc:spChg chg="mod">
          <ac:chgData name="Pandey, Divya" userId="S::divyapandey3@deloitte.com::f32c0b42-1b24-41e6-ac2b-9966af6e6075" providerId="AD" clId="Web-{132B69AE-34CF-02A8-29DB-DC120E078532}" dt="2023-06-13T09:45:11.983" v="18" actId="1076"/>
          <ac:spMkLst>
            <pc:docMk/>
            <pc:sldMk cId="945300574" sldId="571"/>
            <ac:spMk id="33" creationId="{C92E1DAE-B909-4260-88D9-4F52E70A6D62}"/>
          </ac:spMkLst>
        </pc:spChg>
        <pc:spChg chg="mod">
          <ac:chgData name="Pandey, Divya" userId="S::divyapandey3@deloitte.com::f32c0b42-1b24-41e6-ac2b-9966af6e6075" providerId="AD" clId="Web-{132B69AE-34CF-02A8-29DB-DC120E078532}" dt="2023-06-13T09:45:02.171" v="17" actId="1076"/>
          <ac:spMkLst>
            <pc:docMk/>
            <pc:sldMk cId="945300574" sldId="571"/>
            <ac:spMk id="34" creationId="{9DC36536-9F71-4D52-8E8A-B70AACC56BD5}"/>
          </ac:spMkLst>
        </pc:spChg>
        <pc:spChg chg="mod">
          <ac:chgData name="Pandey, Divya" userId="S::divyapandey3@deloitte.com::f32c0b42-1b24-41e6-ac2b-9966af6e6075" providerId="AD" clId="Web-{132B69AE-34CF-02A8-29DB-DC120E078532}" dt="2023-06-13T09:45:39.672" v="21" actId="1076"/>
          <ac:spMkLst>
            <pc:docMk/>
            <pc:sldMk cId="945300574" sldId="571"/>
            <ac:spMk id="35" creationId="{17FDA878-D021-4502-948E-2ACB17CCA61C}"/>
          </ac:spMkLst>
        </pc:spChg>
        <pc:grpChg chg="mod">
          <ac:chgData name="Pandey, Divya" userId="S::divyapandey3@deloitte.com::f32c0b42-1b24-41e6-ac2b-9966af6e6075" providerId="AD" clId="Web-{132B69AE-34CF-02A8-29DB-DC120E078532}" dt="2023-06-13T09:44:58.405" v="16" actId="1076"/>
          <ac:grpSpMkLst>
            <pc:docMk/>
            <pc:sldMk cId="945300574" sldId="571"/>
            <ac:grpSpMk id="11" creationId="{E57BFB3C-9EFB-4D65-BB86-F14D0880E707}"/>
          </ac:grpSpMkLst>
        </pc:grpChg>
        <pc:picChg chg="mod">
          <ac:chgData name="Pandey, Divya" userId="S::divyapandey3@deloitte.com::f32c0b42-1b24-41e6-ac2b-9966af6e6075" providerId="AD" clId="Web-{132B69AE-34CF-02A8-29DB-DC120E078532}" dt="2023-06-13T09:44:49.467" v="14" actId="1076"/>
          <ac:picMkLst>
            <pc:docMk/>
            <pc:sldMk cId="945300574" sldId="571"/>
            <ac:picMk id="17" creationId="{7C21FBD6-FD6A-4361-975B-DC12D4D3A762}"/>
          </ac:picMkLst>
        </pc:picChg>
        <pc:picChg chg="mod">
          <ac:chgData name="Pandey, Divya" userId="S::divyapandey3@deloitte.com::f32c0b42-1b24-41e6-ac2b-9966af6e6075" providerId="AD" clId="Web-{132B69AE-34CF-02A8-29DB-DC120E078532}" dt="2023-06-13T09:44:54.467" v="15" actId="1076"/>
          <ac:picMkLst>
            <pc:docMk/>
            <pc:sldMk cId="945300574" sldId="571"/>
            <ac:picMk id="19" creationId="{76749DC0-F6AA-469F-AC9C-31480996B272}"/>
          </ac:picMkLst>
        </pc:picChg>
        <pc:picChg chg="mod">
          <ac:chgData name="Pandey, Divya" userId="S::divyapandey3@deloitte.com::f32c0b42-1b24-41e6-ac2b-9966af6e6075" providerId="AD" clId="Web-{132B69AE-34CF-02A8-29DB-DC120E078532}" dt="2023-06-13T09:45:22.452" v="20" actId="1076"/>
          <ac:picMkLst>
            <pc:docMk/>
            <pc:sldMk cId="945300574" sldId="571"/>
            <ac:picMk id="20" creationId="{4F8BB1E9-28D5-4E8B-AEB0-E8B6ECCFB6C2}"/>
          </ac:picMkLst>
        </pc:picChg>
      </pc:sldChg>
      <pc:sldChg chg="modSp">
        <pc:chgData name="Pandey, Divya" userId="S::divyapandey3@deloitte.com::f32c0b42-1b24-41e6-ac2b-9966af6e6075" providerId="AD" clId="Web-{132B69AE-34CF-02A8-29DB-DC120E078532}" dt="2023-06-13T09:42:14.572" v="7"/>
        <pc:sldMkLst>
          <pc:docMk/>
          <pc:sldMk cId="1865761104" sldId="890"/>
        </pc:sldMkLst>
        <pc:graphicFrameChg chg="mod modGraphic">
          <ac:chgData name="Pandey, Divya" userId="S::divyapandey3@deloitte.com::f32c0b42-1b24-41e6-ac2b-9966af6e6075" providerId="AD" clId="Web-{132B69AE-34CF-02A8-29DB-DC120E078532}" dt="2023-06-13T09:42:14.572" v="7"/>
          <ac:graphicFrameMkLst>
            <pc:docMk/>
            <pc:sldMk cId="1865761104" sldId="890"/>
            <ac:graphicFrameMk id="2" creationId="{9EEFFC91-3B06-4A4E-8FAA-B6D9FE3DDCAD}"/>
          </ac:graphicFrameMkLst>
        </pc:graphicFrameChg>
      </pc:sldChg>
    </pc:docChg>
  </pc:docChgLst>
  <pc:docChgLst>
    <pc:chgData name="Alleni, Narendhar" userId="3a22b8f0-fbf5-4243-a263-69a53057ec23" providerId="ADAL" clId="{DED710F5-17DB-4F05-8C32-F0D1FE0ED265}"/>
    <pc:docChg chg="undo redo custSel addSld modSld">
      <pc:chgData name="Alleni, Narendhar" userId="3a22b8f0-fbf5-4243-a263-69a53057ec23" providerId="ADAL" clId="{DED710F5-17DB-4F05-8C32-F0D1FE0ED265}" dt="2023-04-12T12:47:07.727" v="781" actId="1037"/>
      <pc:docMkLst>
        <pc:docMk/>
      </pc:docMkLst>
      <pc:sldChg chg="addSp delSp modSp add mod">
        <pc:chgData name="Alleni, Narendhar" userId="3a22b8f0-fbf5-4243-a263-69a53057ec23" providerId="ADAL" clId="{DED710F5-17DB-4F05-8C32-F0D1FE0ED265}" dt="2023-04-12T12:47:07.727" v="781" actId="1037"/>
        <pc:sldMkLst>
          <pc:docMk/>
          <pc:sldMk cId="945300574" sldId="571"/>
        </pc:sldMkLst>
        <pc:spChg chg="add del mod">
          <ac:chgData name="Alleni, Narendhar" userId="3a22b8f0-fbf5-4243-a263-69a53057ec23" providerId="ADAL" clId="{DED710F5-17DB-4F05-8C32-F0D1FE0ED265}" dt="2023-04-12T11:09:53.085" v="83" actId="478"/>
          <ac:spMkLst>
            <pc:docMk/>
            <pc:sldMk cId="945300574" sldId="571"/>
            <ac:spMk id="3" creationId="{2AA75EF8-23F5-4DA5-8CF7-AE1824D9E299}"/>
          </ac:spMkLst>
        </pc:spChg>
        <pc:spChg chg="add del mod">
          <ac:chgData name="Alleni, Narendhar" userId="3a22b8f0-fbf5-4243-a263-69a53057ec23" providerId="ADAL" clId="{DED710F5-17DB-4F05-8C32-F0D1FE0ED265}" dt="2023-04-12T11:10:01.693" v="86" actId="478"/>
          <ac:spMkLst>
            <pc:docMk/>
            <pc:sldMk cId="945300574" sldId="571"/>
            <ac:spMk id="6" creationId="{C2F8886C-3C27-456F-8772-C23D29882638}"/>
          </ac:spMkLst>
        </pc:spChg>
        <pc:spChg chg="add mod">
          <ac:chgData name="Alleni, Narendhar" userId="3a22b8f0-fbf5-4243-a263-69a53057ec23" providerId="ADAL" clId="{DED710F5-17DB-4F05-8C32-F0D1FE0ED265}" dt="2023-04-12T11:21:37.522" v="509" actId="1076"/>
          <ac:spMkLst>
            <pc:docMk/>
            <pc:sldMk cId="945300574" sldId="571"/>
            <ac:spMk id="7" creationId="{0D16E7EB-41DB-4253-8964-51F2C1952B76}"/>
          </ac:spMkLst>
        </pc:spChg>
        <pc:spChg chg="add mod">
          <ac:chgData name="Alleni, Narendhar" userId="3a22b8f0-fbf5-4243-a263-69a53057ec23" providerId="ADAL" clId="{DED710F5-17DB-4F05-8C32-F0D1FE0ED265}" dt="2023-04-12T11:20:50.262" v="502" actId="164"/>
          <ac:spMkLst>
            <pc:docMk/>
            <pc:sldMk cId="945300574" sldId="571"/>
            <ac:spMk id="8" creationId="{A6AB03A0-6A4E-4A29-A6EB-62E020225658}"/>
          </ac:spMkLst>
        </pc:spChg>
        <pc:spChg chg="mod">
          <ac:chgData name="Alleni, Narendhar" userId="3a22b8f0-fbf5-4243-a263-69a53057ec23" providerId="ADAL" clId="{DED710F5-17DB-4F05-8C32-F0D1FE0ED265}" dt="2023-04-12T11:08:40.461" v="34" actId="20577"/>
          <ac:spMkLst>
            <pc:docMk/>
            <pc:sldMk cId="945300574" sldId="571"/>
            <ac:spMk id="12" creationId="{00000000-0000-0000-0000-000000000000}"/>
          </ac:spMkLst>
        </pc:spChg>
        <pc:spChg chg="mod">
          <ac:chgData name="Alleni, Narendhar" userId="3a22b8f0-fbf5-4243-a263-69a53057ec23" providerId="ADAL" clId="{DED710F5-17DB-4F05-8C32-F0D1FE0ED265}" dt="2023-04-12T11:09:28.253" v="78" actId="20577"/>
          <ac:spMkLst>
            <pc:docMk/>
            <pc:sldMk cId="945300574" sldId="571"/>
            <ac:spMk id="13" creationId="{00000000-0000-0000-0000-000000000000}"/>
          </ac:spMkLst>
        </pc:spChg>
        <pc:spChg chg="del mod">
          <ac:chgData name="Alleni, Narendhar" userId="3a22b8f0-fbf5-4243-a263-69a53057ec23" providerId="ADAL" clId="{DED710F5-17DB-4F05-8C32-F0D1FE0ED265}" dt="2023-04-12T11:09:57.542" v="85" actId="478"/>
          <ac:spMkLst>
            <pc:docMk/>
            <pc:sldMk cId="945300574" sldId="571"/>
            <ac:spMk id="14" creationId="{00000000-0000-0000-0000-000000000000}"/>
          </ac:spMkLst>
        </pc:spChg>
        <pc:spChg chg="mod">
          <ac:chgData name="Alleni, Narendhar" userId="3a22b8f0-fbf5-4243-a263-69a53057ec23" providerId="ADAL" clId="{DED710F5-17DB-4F05-8C32-F0D1FE0ED265}" dt="2023-04-12T11:09:09.022" v="64" actId="313"/>
          <ac:spMkLst>
            <pc:docMk/>
            <pc:sldMk cId="945300574" sldId="571"/>
            <ac:spMk id="15" creationId="{00000000-0000-0000-0000-000000000000}"/>
          </ac:spMkLst>
        </pc:spChg>
        <pc:spChg chg="del mod">
          <ac:chgData name="Alleni, Narendhar" userId="3a22b8f0-fbf5-4243-a263-69a53057ec23" providerId="ADAL" clId="{DED710F5-17DB-4F05-8C32-F0D1FE0ED265}" dt="2023-04-12T11:10:06.867" v="88" actId="478"/>
          <ac:spMkLst>
            <pc:docMk/>
            <pc:sldMk cId="945300574" sldId="571"/>
            <ac:spMk id="19" creationId="{00000000-0000-0000-0000-000000000000}"/>
          </ac:spMkLst>
        </pc:spChg>
        <pc:spChg chg="add del mod">
          <ac:chgData name="Alleni, Narendhar" userId="3a22b8f0-fbf5-4243-a263-69a53057ec23" providerId="ADAL" clId="{DED710F5-17DB-4F05-8C32-F0D1FE0ED265}" dt="2023-04-12T11:18:50.434" v="481" actId="478"/>
          <ac:spMkLst>
            <pc:docMk/>
            <pc:sldMk cId="945300574" sldId="571"/>
            <ac:spMk id="20" creationId="{A19EFB6B-8728-4306-8A68-7763AE74BA07}"/>
          </ac:spMkLst>
        </pc:spChg>
        <pc:spChg chg="add mod">
          <ac:chgData name="Alleni, Narendhar" userId="3a22b8f0-fbf5-4243-a263-69a53057ec23" providerId="ADAL" clId="{DED710F5-17DB-4F05-8C32-F0D1FE0ED265}" dt="2023-04-12T11:20:50.262" v="502" actId="164"/>
          <ac:spMkLst>
            <pc:docMk/>
            <pc:sldMk cId="945300574" sldId="571"/>
            <ac:spMk id="21" creationId="{6BEDFA30-6E14-4220-AC0F-3080C0B58B95}"/>
          </ac:spMkLst>
        </pc:spChg>
        <pc:spChg chg="add mod">
          <ac:chgData name="Alleni, Narendhar" userId="3a22b8f0-fbf5-4243-a263-69a53057ec23" providerId="ADAL" clId="{DED710F5-17DB-4F05-8C32-F0D1FE0ED265}" dt="2023-04-12T11:20:50.262" v="502" actId="164"/>
          <ac:spMkLst>
            <pc:docMk/>
            <pc:sldMk cId="945300574" sldId="571"/>
            <ac:spMk id="22" creationId="{077489C7-496D-4372-849E-43DB6113AC17}"/>
          </ac:spMkLst>
        </pc:spChg>
        <pc:spChg chg="add del mod">
          <ac:chgData name="Alleni, Narendhar" userId="3a22b8f0-fbf5-4243-a263-69a53057ec23" providerId="ADAL" clId="{DED710F5-17DB-4F05-8C32-F0D1FE0ED265}" dt="2023-04-12T11:17:06.539" v="391"/>
          <ac:spMkLst>
            <pc:docMk/>
            <pc:sldMk cId="945300574" sldId="571"/>
            <ac:spMk id="23" creationId="{CDA91C7D-407E-43EA-9C17-28E8A3F5D301}"/>
          </ac:spMkLst>
        </pc:spChg>
        <pc:spChg chg="add del mod">
          <ac:chgData name="Alleni, Narendhar" userId="3a22b8f0-fbf5-4243-a263-69a53057ec23" providerId="ADAL" clId="{DED710F5-17DB-4F05-8C32-F0D1FE0ED265}" dt="2023-04-12T11:17:06.539" v="391"/>
          <ac:spMkLst>
            <pc:docMk/>
            <pc:sldMk cId="945300574" sldId="571"/>
            <ac:spMk id="24" creationId="{EA721467-165F-4F27-8AB4-4222F61EE770}"/>
          </ac:spMkLst>
        </pc:spChg>
        <pc:spChg chg="add del mod">
          <ac:chgData name="Alleni, Narendhar" userId="3a22b8f0-fbf5-4243-a263-69a53057ec23" providerId="ADAL" clId="{DED710F5-17DB-4F05-8C32-F0D1FE0ED265}" dt="2023-04-12T11:17:06.539" v="391"/>
          <ac:spMkLst>
            <pc:docMk/>
            <pc:sldMk cId="945300574" sldId="571"/>
            <ac:spMk id="25" creationId="{DB8A60D7-2635-4A48-B02B-4B460F593FB3}"/>
          </ac:spMkLst>
        </pc:spChg>
        <pc:spChg chg="add del mod">
          <ac:chgData name="Alleni, Narendhar" userId="3a22b8f0-fbf5-4243-a263-69a53057ec23" providerId="ADAL" clId="{DED710F5-17DB-4F05-8C32-F0D1FE0ED265}" dt="2023-04-12T11:20:50.262" v="502" actId="164"/>
          <ac:spMkLst>
            <pc:docMk/>
            <pc:sldMk cId="945300574" sldId="571"/>
            <ac:spMk id="26" creationId="{FF820E41-4A84-4269-9D78-74053784DBE4}"/>
          </ac:spMkLst>
        </pc:spChg>
        <pc:spChg chg="add del mod">
          <ac:chgData name="Alleni, Narendhar" userId="3a22b8f0-fbf5-4243-a263-69a53057ec23" providerId="ADAL" clId="{DED710F5-17DB-4F05-8C32-F0D1FE0ED265}" dt="2023-04-12T11:17:19.160" v="396" actId="478"/>
          <ac:spMkLst>
            <pc:docMk/>
            <pc:sldMk cId="945300574" sldId="571"/>
            <ac:spMk id="27" creationId="{B6A68734-9C4B-44E6-BE5D-99DE6D324184}"/>
          </ac:spMkLst>
        </pc:spChg>
        <pc:spChg chg="add del mod">
          <ac:chgData name="Alleni, Narendhar" userId="3a22b8f0-fbf5-4243-a263-69a53057ec23" providerId="ADAL" clId="{DED710F5-17DB-4F05-8C32-F0D1FE0ED265}" dt="2023-04-12T12:47:01.485" v="773" actId="1076"/>
          <ac:spMkLst>
            <pc:docMk/>
            <pc:sldMk cId="945300574" sldId="571"/>
            <ac:spMk id="28" creationId="{ED3D119B-1786-48A3-A7CC-2010A5F84826}"/>
          </ac:spMkLst>
        </pc:spChg>
        <pc:spChg chg="del">
          <ac:chgData name="Alleni, Narendhar" userId="3a22b8f0-fbf5-4243-a263-69a53057ec23" providerId="ADAL" clId="{DED710F5-17DB-4F05-8C32-F0D1FE0ED265}" dt="2023-04-12T11:09:51.015" v="82" actId="478"/>
          <ac:spMkLst>
            <pc:docMk/>
            <pc:sldMk cId="945300574" sldId="571"/>
            <ac:spMk id="690177" creationId="{00000000-0000-0000-0000-000000000000}"/>
          </ac:spMkLst>
        </pc:spChg>
        <pc:grpChg chg="del mod">
          <ac:chgData name="Alleni, Narendhar" userId="3a22b8f0-fbf5-4243-a263-69a53057ec23" providerId="ADAL" clId="{DED710F5-17DB-4F05-8C32-F0D1FE0ED265}" dt="2023-04-12T11:19:13.434" v="483" actId="478"/>
          <ac:grpSpMkLst>
            <pc:docMk/>
            <pc:sldMk cId="945300574" sldId="571"/>
            <ac:grpSpMk id="4" creationId="{00000000-0000-0000-0000-000000000000}"/>
          </ac:grpSpMkLst>
        </pc:grpChg>
        <pc:grpChg chg="add mod">
          <ac:chgData name="Alleni, Narendhar" userId="3a22b8f0-fbf5-4243-a263-69a53057ec23" providerId="ADAL" clId="{DED710F5-17DB-4F05-8C32-F0D1FE0ED265}" dt="2023-04-12T12:47:07.727" v="781" actId="1037"/>
          <ac:grpSpMkLst>
            <pc:docMk/>
            <pc:sldMk cId="945300574" sldId="571"/>
            <ac:grpSpMk id="9" creationId="{2E681E9E-A868-47F7-8A67-106274B6E70D}"/>
          </ac:grpSpMkLst>
        </pc:grpChg>
        <pc:picChg chg="add mod">
          <ac:chgData name="Alleni, Narendhar" userId="3a22b8f0-fbf5-4243-a263-69a53057ec23" providerId="ADAL" clId="{DED710F5-17DB-4F05-8C32-F0D1FE0ED265}" dt="2023-04-12T11:37:41.198" v="768" actId="1035"/>
          <ac:picMkLst>
            <pc:docMk/>
            <pc:sldMk cId="945300574" sldId="571"/>
            <ac:picMk id="29" creationId="{8898D66E-DC82-4FB3-B010-E72860305856}"/>
          </ac:picMkLst>
        </pc:picChg>
      </pc:sldChg>
      <pc:sldChg chg="add">
        <pc:chgData name="Alleni, Narendhar" userId="3a22b8f0-fbf5-4243-a263-69a53057ec23" providerId="ADAL" clId="{DED710F5-17DB-4F05-8C32-F0D1FE0ED265}" dt="2023-04-12T11:25:32.489" v="510"/>
        <pc:sldMkLst>
          <pc:docMk/>
          <pc:sldMk cId="58408638" sldId="720"/>
        </pc:sldMkLst>
      </pc:sldChg>
      <pc:sldChg chg="modSp mod">
        <pc:chgData name="Alleni, Narendhar" userId="3a22b8f0-fbf5-4243-a263-69a53057ec23" providerId="ADAL" clId="{DED710F5-17DB-4F05-8C32-F0D1FE0ED265}" dt="2023-04-12T11:32:31.184" v="746" actId="1035"/>
        <pc:sldMkLst>
          <pc:docMk/>
          <pc:sldMk cId="2203692569" sldId="880"/>
        </pc:sldMkLst>
        <pc:spChg chg="mod">
          <ac:chgData name="Alleni, Narendhar" userId="3a22b8f0-fbf5-4243-a263-69a53057ec23" providerId="ADAL" clId="{DED710F5-17DB-4F05-8C32-F0D1FE0ED265}" dt="2023-04-12T11:32:31.184" v="746" actId="1035"/>
          <ac:spMkLst>
            <pc:docMk/>
            <pc:sldMk cId="2203692569" sldId="880"/>
            <ac:spMk id="3" creationId="{84009990-9AF0-472A-9C86-4A7108F527BA}"/>
          </ac:spMkLst>
        </pc:spChg>
        <pc:spChg chg="mod">
          <ac:chgData name="Alleni, Narendhar" userId="3a22b8f0-fbf5-4243-a263-69a53057ec23" providerId="ADAL" clId="{DED710F5-17DB-4F05-8C32-F0D1FE0ED265}" dt="2023-04-12T11:31:45.349" v="738" actId="108"/>
          <ac:spMkLst>
            <pc:docMk/>
            <pc:sldMk cId="2203692569" sldId="880"/>
            <ac:spMk id="27" creationId="{CD933561-CF40-43E7-B644-99E46E294360}"/>
          </ac:spMkLst>
        </pc:spChg>
        <pc:spChg chg="mod">
          <ac:chgData name="Alleni, Narendhar" userId="3a22b8f0-fbf5-4243-a263-69a53057ec23" providerId="ADAL" clId="{DED710F5-17DB-4F05-8C32-F0D1FE0ED265}" dt="2023-04-12T11:31:34.933" v="737" actId="207"/>
          <ac:spMkLst>
            <pc:docMk/>
            <pc:sldMk cId="2203692569" sldId="880"/>
            <ac:spMk id="29" creationId="{09CF249C-28B4-4FB8-A2A5-377C140C4539}"/>
          </ac:spMkLst>
        </pc:spChg>
        <pc:spChg chg="mod">
          <ac:chgData name="Alleni, Narendhar" userId="3a22b8f0-fbf5-4243-a263-69a53057ec23" providerId="ADAL" clId="{DED710F5-17DB-4F05-8C32-F0D1FE0ED265}" dt="2023-04-12T11:31:48.821" v="739" actId="108"/>
          <ac:spMkLst>
            <pc:docMk/>
            <pc:sldMk cId="2203692569" sldId="880"/>
            <ac:spMk id="30" creationId="{0F5F47D2-5A97-4C3B-A232-8750DE25C2E4}"/>
          </ac:spMkLst>
        </pc:spChg>
        <pc:spChg chg="mod">
          <ac:chgData name="Alleni, Narendhar" userId="3a22b8f0-fbf5-4243-a263-69a53057ec23" providerId="ADAL" clId="{DED710F5-17DB-4F05-8C32-F0D1FE0ED265}" dt="2023-04-12T11:31:52.114" v="740" actId="108"/>
          <ac:spMkLst>
            <pc:docMk/>
            <pc:sldMk cId="2203692569" sldId="880"/>
            <ac:spMk id="31" creationId="{ACA562F8-2902-49C7-9829-2EF9AF1A3339}"/>
          </ac:spMkLst>
        </pc:spChg>
        <pc:spChg chg="mod">
          <ac:chgData name="Alleni, Narendhar" userId="3a22b8f0-fbf5-4243-a263-69a53057ec23" providerId="ADAL" clId="{DED710F5-17DB-4F05-8C32-F0D1FE0ED265}" dt="2023-04-12T11:31:55.806" v="741" actId="108"/>
          <ac:spMkLst>
            <pc:docMk/>
            <pc:sldMk cId="2203692569" sldId="880"/>
            <ac:spMk id="32" creationId="{B75B0EC5-A649-40C2-A856-17E7E4724130}"/>
          </ac:spMkLst>
        </pc:spChg>
        <pc:spChg chg="mod">
          <ac:chgData name="Alleni, Narendhar" userId="3a22b8f0-fbf5-4243-a263-69a53057ec23" providerId="ADAL" clId="{DED710F5-17DB-4F05-8C32-F0D1FE0ED265}" dt="2023-04-12T11:31:59.627" v="742" actId="108"/>
          <ac:spMkLst>
            <pc:docMk/>
            <pc:sldMk cId="2203692569" sldId="880"/>
            <ac:spMk id="33" creationId="{434C5A2E-E708-4FEB-A955-444D1F8280AF}"/>
          </ac:spMkLst>
        </pc:spChg>
        <pc:spChg chg="mod">
          <ac:chgData name="Alleni, Narendhar" userId="3a22b8f0-fbf5-4243-a263-69a53057ec23" providerId="ADAL" clId="{DED710F5-17DB-4F05-8C32-F0D1FE0ED265}" dt="2023-04-12T11:28:01.518" v="568" actId="20577"/>
          <ac:spMkLst>
            <pc:docMk/>
            <pc:sldMk cId="2203692569" sldId="880"/>
            <ac:spMk id="35" creationId="{D423315A-114E-4EBD-B861-2BBBEF460A47}"/>
          </ac:spMkLst>
        </pc:spChg>
        <pc:spChg chg="mod">
          <ac:chgData name="Alleni, Narendhar" userId="3a22b8f0-fbf5-4243-a263-69a53057ec23" providerId="ADAL" clId="{DED710F5-17DB-4F05-8C32-F0D1FE0ED265}" dt="2023-04-12T11:28:47.967" v="618" actId="255"/>
          <ac:spMkLst>
            <pc:docMk/>
            <pc:sldMk cId="2203692569" sldId="880"/>
            <ac:spMk id="41" creationId="{AA04DD2C-A32C-47D7-9E1A-767BFBD4AB44}"/>
          </ac:spMkLst>
        </pc:spChg>
        <pc:spChg chg="mod">
          <ac:chgData name="Alleni, Narendhar" userId="3a22b8f0-fbf5-4243-a263-69a53057ec23" providerId="ADAL" clId="{DED710F5-17DB-4F05-8C32-F0D1FE0ED265}" dt="2023-04-12T11:29:46.742" v="666" actId="20577"/>
          <ac:spMkLst>
            <pc:docMk/>
            <pc:sldMk cId="2203692569" sldId="880"/>
            <ac:spMk id="42" creationId="{8C730A0F-080C-491E-80B6-B36D2945C1C7}"/>
          </ac:spMkLst>
        </pc:spChg>
        <pc:spChg chg="mod">
          <ac:chgData name="Alleni, Narendhar" userId="3a22b8f0-fbf5-4243-a263-69a53057ec23" providerId="ADAL" clId="{DED710F5-17DB-4F05-8C32-F0D1FE0ED265}" dt="2023-04-12T11:30:00.349" v="682" actId="20577"/>
          <ac:spMkLst>
            <pc:docMk/>
            <pc:sldMk cId="2203692569" sldId="880"/>
            <ac:spMk id="43" creationId="{EC01F035-95D2-478B-AAD5-15D6A148DBB4}"/>
          </ac:spMkLst>
        </pc:spChg>
        <pc:spChg chg="mod">
          <ac:chgData name="Alleni, Narendhar" userId="3a22b8f0-fbf5-4243-a263-69a53057ec23" providerId="ADAL" clId="{DED710F5-17DB-4F05-8C32-F0D1FE0ED265}" dt="2023-04-12T11:30:18.825" v="714" actId="20577"/>
          <ac:spMkLst>
            <pc:docMk/>
            <pc:sldMk cId="2203692569" sldId="880"/>
            <ac:spMk id="44" creationId="{1E2F5FEB-C7C6-4A3C-B589-261302DF17F3}"/>
          </ac:spMkLst>
        </pc:spChg>
        <pc:spChg chg="mod">
          <ac:chgData name="Alleni, Narendhar" userId="3a22b8f0-fbf5-4243-a263-69a53057ec23" providerId="ADAL" clId="{DED710F5-17DB-4F05-8C32-F0D1FE0ED265}" dt="2023-04-12T11:30:30.586" v="736" actId="20577"/>
          <ac:spMkLst>
            <pc:docMk/>
            <pc:sldMk cId="2203692569" sldId="880"/>
            <ac:spMk id="45" creationId="{F5750EF1-4A45-4081-A7EF-33E12C7667E4}"/>
          </ac:spMkLst>
        </pc:spChg>
      </pc:sldChg>
    </pc:docChg>
  </pc:docChgLst>
  <pc:docChgLst>
    <pc:chgData name="Pandey, Divya" userId="S::divyapandey3@deloitte.com::f32c0b42-1b24-41e6-ac2b-9966af6e6075" providerId="AD" clId="Web-{A6AAD112-0D58-3934-9049-FB580C396535}"/>
    <pc:docChg chg="addSld modSld sldOrd">
      <pc:chgData name="Pandey, Divya" userId="S::divyapandey3@deloitte.com::f32c0b42-1b24-41e6-ac2b-9966af6e6075" providerId="AD" clId="Web-{A6AAD112-0D58-3934-9049-FB580C396535}" dt="2023-06-19T18:44:25.591" v="97" actId="14100"/>
      <pc:docMkLst>
        <pc:docMk/>
      </pc:docMkLst>
      <pc:sldChg chg="addSp delSp modSp">
        <pc:chgData name="Pandey, Divya" userId="S::divyapandey3@deloitte.com::f32c0b42-1b24-41e6-ac2b-9966af6e6075" providerId="AD" clId="Web-{A6AAD112-0D58-3934-9049-FB580C396535}" dt="2023-06-19T18:43:47.152" v="89" actId="1076"/>
        <pc:sldMkLst>
          <pc:docMk/>
          <pc:sldMk cId="3140372417" sldId="887"/>
        </pc:sldMkLst>
        <pc:spChg chg="add mod">
          <ac:chgData name="Pandey, Divya" userId="S::divyapandey3@deloitte.com::f32c0b42-1b24-41e6-ac2b-9966af6e6075" providerId="AD" clId="Web-{A6AAD112-0D58-3934-9049-FB580C396535}" dt="2023-06-19T18:43:47.152" v="89" actId="1076"/>
          <ac:spMkLst>
            <pc:docMk/>
            <pc:sldMk cId="3140372417" sldId="887"/>
            <ac:spMk id="3" creationId="{8C518021-0B0F-D00E-66DB-C596A00988FD}"/>
          </ac:spMkLst>
        </pc:spChg>
        <pc:spChg chg="mod">
          <ac:chgData name="Pandey, Divya" userId="S::divyapandey3@deloitte.com::f32c0b42-1b24-41e6-ac2b-9966af6e6075" providerId="AD" clId="Web-{A6AAD112-0D58-3934-9049-FB580C396535}" dt="2023-06-19T18:10:10.348" v="3" actId="20577"/>
          <ac:spMkLst>
            <pc:docMk/>
            <pc:sldMk cId="3140372417" sldId="887"/>
            <ac:spMk id="6" creationId="{58D2BA1E-0A7F-48DE-94A8-EB9C89B8B228}"/>
          </ac:spMkLst>
        </pc:spChg>
        <pc:spChg chg="mod">
          <ac:chgData name="Pandey, Divya" userId="S::divyapandey3@deloitte.com::f32c0b42-1b24-41e6-ac2b-9966af6e6075" providerId="AD" clId="Web-{A6AAD112-0D58-3934-9049-FB580C396535}" dt="2023-06-19T18:15:09.512" v="80" actId="1076"/>
          <ac:spMkLst>
            <pc:docMk/>
            <pc:sldMk cId="3140372417" sldId="887"/>
            <ac:spMk id="9" creationId="{F007B35D-AD4A-4753-B787-6C6A21526FDF}"/>
          </ac:spMkLst>
        </pc:spChg>
        <pc:spChg chg="mod">
          <ac:chgData name="Pandey, Divya" userId="S::divyapandey3@deloitte.com::f32c0b42-1b24-41e6-ac2b-9966af6e6075" providerId="AD" clId="Web-{A6AAD112-0D58-3934-9049-FB580C396535}" dt="2023-06-19T18:15:25.919" v="82" actId="1076"/>
          <ac:spMkLst>
            <pc:docMk/>
            <pc:sldMk cId="3140372417" sldId="887"/>
            <ac:spMk id="13" creationId="{35646B25-4F0A-4174-BB22-F706A36E961F}"/>
          </ac:spMkLst>
        </pc:spChg>
        <pc:spChg chg="del mod">
          <ac:chgData name="Pandey, Divya" userId="S::divyapandey3@deloitte.com::f32c0b42-1b24-41e6-ac2b-9966af6e6075" providerId="AD" clId="Web-{A6AAD112-0D58-3934-9049-FB580C396535}" dt="2023-06-19T18:13:25.369" v="66"/>
          <ac:spMkLst>
            <pc:docMk/>
            <pc:sldMk cId="3140372417" sldId="887"/>
            <ac:spMk id="14" creationId="{99B0C0E5-9F9F-4546-A910-D9D9D238A8E5}"/>
          </ac:spMkLst>
        </pc:spChg>
        <pc:picChg chg="mod">
          <ac:chgData name="Pandey, Divya" userId="S::divyapandey3@deloitte.com::f32c0b42-1b24-41e6-ac2b-9966af6e6075" providerId="AD" clId="Web-{A6AAD112-0D58-3934-9049-FB580C396535}" dt="2023-06-19T18:43:32.060" v="86" actId="1076"/>
          <ac:picMkLst>
            <pc:docMk/>
            <pc:sldMk cId="3140372417" sldId="887"/>
            <ac:picMk id="7" creationId="{26EE033B-4071-4ECD-80DE-B0FB9EFBA73E}"/>
          </ac:picMkLst>
        </pc:picChg>
        <pc:picChg chg="del">
          <ac:chgData name="Pandey, Divya" userId="S::divyapandey3@deloitte.com::f32c0b42-1b24-41e6-ac2b-9966af6e6075" providerId="AD" clId="Web-{A6AAD112-0D58-3934-9049-FB580C396535}" dt="2023-06-19T18:12:33.336" v="56"/>
          <ac:picMkLst>
            <pc:docMk/>
            <pc:sldMk cId="3140372417" sldId="887"/>
            <ac:picMk id="17" creationId="{D844DBAB-FE84-415D-B08A-21C887779085}"/>
          </ac:picMkLst>
        </pc:picChg>
        <pc:picChg chg="mod">
          <ac:chgData name="Pandey, Divya" userId="S::divyapandey3@deloitte.com::f32c0b42-1b24-41e6-ac2b-9966af6e6075" providerId="AD" clId="Web-{A6AAD112-0D58-3934-9049-FB580C396535}" dt="2023-06-19T18:15:17.450" v="81" actId="14100"/>
          <ac:picMkLst>
            <pc:docMk/>
            <pc:sldMk cId="3140372417" sldId="887"/>
            <ac:picMk id="2051" creationId="{6C5E666D-2DA6-4E51-AD16-B5FEA32AF34F}"/>
          </ac:picMkLst>
        </pc:picChg>
        <pc:picChg chg="mod">
          <ac:chgData name="Pandey, Divya" userId="S::divyapandey3@deloitte.com::f32c0b42-1b24-41e6-ac2b-9966af6e6075" providerId="AD" clId="Web-{A6AAD112-0D58-3934-9049-FB580C396535}" dt="2023-06-19T18:43:42.761" v="88" actId="14100"/>
          <ac:picMkLst>
            <pc:docMk/>
            <pc:sldMk cId="3140372417" sldId="887"/>
            <ac:picMk id="2055" creationId="{CC3F4D93-2505-4F32-AC88-C25537A6E3EE}"/>
          </ac:picMkLst>
        </pc:picChg>
      </pc:sldChg>
      <pc:sldChg chg="delSp modSp add ord replId">
        <pc:chgData name="Pandey, Divya" userId="S::divyapandey3@deloitte.com::f32c0b42-1b24-41e6-ac2b-9966af6e6075" providerId="AD" clId="Web-{A6AAD112-0D58-3934-9049-FB580C396535}" dt="2023-06-19T18:44:25.591" v="97" actId="14100"/>
        <pc:sldMkLst>
          <pc:docMk/>
          <pc:sldMk cId="3534433074" sldId="904"/>
        </pc:sldMkLst>
        <pc:spChg chg="mod">
          <ac:chgData name="Pandey, Divya" userId="S::divyapandey3@deloitte.com::f32c0b42-1b24-41e6-ac2b-9966af6e6075" providerId="AD" clId="Web-{A6AAD112-0D58-3934-9049-FB580C396535}" dt="2023-06-19T18:43:53.121" v="93" actId="20577"/>
          <ac:spMkLst>
            <pc:docMk/>
            <pc:sldMk cId="3534433074" sldId="904"/>
            <ac:spMk id="6" creationId="{58D2BA1E-0A7F-48DE-94A8-EB9C89B8B228}"/>
          </ac:spMkLst>
        </pc:spChg>
        <pc:picChg chg="del">
          <ac:chgData name="Pandey, Divya" userId="S::divyapandey3@deloitte.com::f32c0b42-1b24-41e6-ac2b-9966af6e6075" providerId="AD" clId="Web-{A6AAD112-0D58-3934-9049-FB580C396535}" dt="2023-06-19T18:10:19.754" v="6"/>
          <ac:picMkLst>
            <pc:docMk/>
            <pc:sldMk cId="3534433074" sldId="904"/>
            <ac:picMk id="7" creationId="{26EE033B-4071-4ECD-80DE-B0FB9EFBA73E}"/>
          </ac:picMkLst>
        </pc:picChg>
        <pc:picChg chg="mod">
          <ac:chgData name="Pandey, Divya" userId="S::divyapandey3@deloitte.com::f32c0b42-1b24-41e6-ac2b-9966af6e6075" providerId="AD" clId="Web-{A6AAD112-0D58-3934-9049-FB580C396535}" dt="2023-06-19T18:44:25.591" v="97" actId="14100"/>
          <ac:picMkLst>
            <pc:docMk/>
            <pc:sldMk cId="3534433074" sldId="904"/>
            <ac:picMk id="17" creationId="{D844DBAB-FE84-415D-B08A-21C887779085}"/>
          </ac:picMkLst>
        </pc:picChg>
        <pc:picChg chg="del">
          <ac:chgData name="Pandey, Divya" userId="S::divyapandey3@deloitte.com::f32c0b42-1b24-41e6-ac2b-9966af6e6075" providerId="AD" clId="Web-{A6AAD112-0D58-3934-9049-FB580C396535}" dt="2023-06-19T18:10:18.051" v="5"/>
          <ac:picMkLst>
            <pc:docMk/>
            <pc:sldMk cId="3534433074" sldId="904"/>
            <ac:picMk id="2051" creationId="{6C5E666D-2DA6-4E51-AD16-B5FEA32AF34F}"/>
          </ac:picMkLst>
        </pc:picChg>
        <pc:picChg chg="del">
          <ac:chgData name="Pandey, Divya" userId="S::divyapandey3@deloitte.com::f32c0b42-1b24-41e6-ac2b-9966af6e6075" providerId="AD" clId="Web-{A6AAD112-0D58-3934-9049-FB580C396535}" dt="2023-06-19T18:10:15.973" v="4"/>
          <ac:picMkLst>
            <pc:docMk/>
            <pc:sldMk cId="3534433074" sldId="904"/>
            <ac:picMk id="2055" creationId="{CC3F4D93-2505-4F32-AC88-C25537A6E3EE}"/>
          </ac:picMkLst>
        </pc:picChg>
      </pc:sldChg>
    </pc:docChg>
  </pc:docChgLst>
  <pc:docChgLst>
    <pc:chgData name="Verma, Sandeep" userId="S::sandverma@deloitte.com::d30842dc-0cf9-420b-8643-a509591151fe" providerId="AD" clId="Web-{CE288D4E-A439-6E19-1EA5-654391DE5B94}"/>
    <pc:docChg chg="modSld">
      <pc:chgData name="Verma, Sandeep" userId="S::sandverma@deloitte.com::d30842dc-0cf9-420b-8643-a509591151fe" providerId="AD" clId="Web-{CE288D4E-A439-6E19-1EA5-654391DE5B94}" dt="2023-06-12T19:19:54.641" v="49" actId="1076"/>
      <pc:docMkLst>
        <pc:docMk/>
      </pc:docMkLst>
      <pc:sldChg chg="modSp">
        <pc:chgData name="Verma, Sandeep" userId="S::sandverma@deloitte.com::d30842dc-0cf9-420b-8643-a509591151fe" providerId="AD" clId="Web-{CE288D4E-A439-6E19-1EA5-654391DE5B94}" dt="2023-06-12T19:18:41.169" v="40" actId="20577"/>
        <pc:sldMkLst>
          <pc:docMk/>
          <pc:sldMk cId="1257336563" sldId="573"/>
        </pc:sldMkLst>
        <pc:spChg chg="mod">
          <ac:chgData name="Verma, Sandeep" userId="S::sandverma@deloitte.com::d30842dc-0cf9-420b-8643-a509591151fe" providerId="AD" clId="Web-{CE288D4E-A439-6E19-1EA5-654391DE5B94}" dt="2023-06-12T19:18:41.169" v="40" actId="20577"/>
          <ac:spMkLst>
            <pc:docMk/>
            <pc:sldMk cId="1257336563" sldId="573"/>
            <ac:spMk id="29" creationId="{1FB1CE05-F2BE-4BA7-820C-09F457EC9757}"/>
          </ac:spMkLst>
        </pc:spChg>
      </pc:sldChg>
      <pc:sldChg chg="modSp">
        <pc:chgData name="Verma, Sandeep" userId="S::sandverma@deloitte.com::d30842dc-0cf9-420b-8643-a509591151fe" providerId="AD" clId="Web-{CE288D4E-A439-6E19-1EA5-654391DE5B94}" dt="2023-06-12T19:19:54.641" v="49" actId="1076"/>
        <pc:sldMkLst>
          <pc:docMk/>
          <pc:sldMk cId="3140372417" sldId="887"/>
        </pc:sldMkLst>
        <pc:spChg chg="mod">
          <ac:chgData name="Verma, Sandeep" userId="S::sandverma@deloitte.com::d30842dc-0cf9-420b-8643-a509591151fe" providerId="AD" clId="Web-{CE288D4E-A439-6E19-1EA5-654391DE5B94}" dt="2023-06-12T19:19:54.641" v="49" actId="1076"/>
          <ac:spMkLst>
            <pc:docMk/>
            <pc:sldMk cId="3140372417" sldId="887"/>
            <ac:spMk id="13" creationId="{35646B25-4F0A-4174-BB22-F706A36E961F}"/>
          </ac:spMkLst>
        </pc:spChg>
        <pc:spChg chg="mod">
          <ac:chgData name="Verma, Sandeep" userId="S::sandverma@deloitte.com::d30842dc-0cf9-420b-8643-a509591151fe" providerId="AD" clId="Web-{CE288D4E-A439-6E19-1EA5-654391DE5B94}" dt="2023-06-12T19:19:37.609" v="45" actId="1076"/>
          <ac:spMkLst>
            <pc:docMk/>
            <pc:sldMk cId="3140372417" sldId="887"/>
            <ac:spMk id="14" creationId="{99B0C0E5-9F9F-4546-A910-D9D9D238A8E5}"/>
          </ac:spMkLst>
        </pc:spChg>
        <pc:picChg chg="mod">
          <ac:chgData name="Verma, Sandeep" userId="S::sandverma@deloitte.com::d30842dc-0cf9-420b-8643-a509591151fe" providerId="AD" clId="Web-{CE288D4E-A439-6E19-1EA5-654391DE5B94}" dt="2023-06-12T19:19:51.016" v="48" actId="1076"/>
          <ac:picMkLst>
            <pc:docMk/>
            <pc:sldMk cId="3140372417" sldId="887"/>
            <ac:picMk id="7" creationId="{26EE033B-4071-4ECD-80DE-B0FB9EFBA73E}"/>
          </ac:picMkLst>
        </pc:picChg>
        <pc:picChg chg="mod">
          <ac:chgData name="Verma, Sandeep" userId="S::sandverma@deloitte.com::d30842dc-0cf9-420b-8643-a509591151fe" providerId="AD" clId="Web-{CE288D4E-A439-6E19-1EA5-654391DE5B94}" dt="2023-06-12T19:19:23.249" v="42" actId="1076"/>
          <ac:picMkLst>
            <pc:docMk/>
            <pc:sldMk cId="3140372417" sldId="887"/>
            <ac:picMk id="17" creationId="{D844DBAB-FE84-415D-B08A-21C887779085}"/>
          </ac:picMkLst>
        </pc:picChg>
        <pc:picChg chg="mod">
          <ac:chgData name="Verma, Sandeep" userId="S::sandverma@deloitte.com::d30842dc-0cf9-420b-8643-a509591151fe" providerId="AD" clId="Web-{CE288D4E-A439-6E19-1EA5-654391DE5B94}" dt="2023-06-12T19:19:45.859" v="47" actId="1076"/>
          <ac:picMkLst>
            <pc:docMk/>
            <pc:sldMk cId="3140372417" sldId="887"/>
            <ac:picMk id="2051" creationId="{6C5E666D-2DA6-4E51-AD16-B5FEA32AF34F}"/>
          </ac:picMkLst>
        </pc:picChg>
        <pc:picChg chg="mod">
          <ac:chgData name="Verma, Sandeep" userId="S::sandverma@deloitte.com::d30842dc-0cf9-420b-8643-a509591151fe" providerId="AD" clId="Web-{CE288D4E-A439-6E19-1EA5-654391DE5B94}" dt="2023-06-12T19:19:33.015" v="44" actId="14100"/>
          <ac:picMkLst>
            <pc:docMk/>
            <pc:sldMk cId="3140372417" sldId="887"/>
            <ac:picMk id="2055" creationId="{CC3F4D93-2505-4F32-AC88-C25537A6E3EE}"/>
          </ac:picMkLst>
        </pc:picChg>
      </pc:sldChg>
      <pc:sldChg chg="modSp">
        <pc:chgData name="Verma, Sandeep" userId="S::sandverma@deloitte.com::d30842dc-0cf9-420b-8643-a509591151fe" providerId="AD" clId="Web-{CE288D4E-A439-6E19-1EA5-654391DE5B94}" dt="2023-06-12T19:15:46.989" v="23"/>
        <pc:sldMkLst>
          <pc:docMk/>
          <pc:sldMk cId="1865761104" sldId="890"/>
        </pc:sldMkLst>
        <pc:graphicFrameChg chg="mod modGraphic">
          <ac:chgData name="Verma, Sandeep" userId="S::sandverma@deloitte.com::d30842dc-0cf9-420b-8643-a509591151fe" providerId="AD" clId="Web-{CE288D4E-A439-6E19-1EA5-654391DE5B94}" dt="2023-06-12T19:15:46.989" v="23"/>
          <ac:graphicFrameMkLst>
            <pc:docMk/>
            <pc:sldMk cId="1865761104" sldId="890"/>
            <ac:graphicFrameMk id="2" creationId="{9EEFFC91-3B06-4A4E-8FAA-B6D9FE3DDCAD}"/>
          </ac:graphicFrameMkLst>
        </pc:graphicFrameChg>
      </pc:sldChg>
      <pc:sldChg chg="modSp">
        <pc:chgData name="Verma, Sandeep" userId="S::sandverma@deloitte.com::d30842dc-0cf9-420b-8643-a509591151fe" providerId="AD" clId="Web-{CE288D4E-A439-6E19-1EA5-654391DE5B94}" dt="2023-06-12T19:17:28.931" v="39" actId="1076"/>
        <pc:sldMkLst>
          <pc:docMk/>
          <pc:sldMk cId="1024736671" sldId="903"/>
        </pc:sldMkLst>
        <pc:spChg chg="mod">
          <ac:chgData name="Verma, Sandeep" userId="S::sandverma@deloitte.com::d30842dc-0cf9-420b-8643-a509591151fe" providerId="AD" clId="Web-{CE288D4E-A439-6E19-1EA5-654391DE5B94}" dt="2023-06-12T19:17:28.931" v="39" actId="1076"/>
          <ac:spMkLst>
            <pc:docMk/>
            <pc:sldMk cId="1024736671" sldId="903"/>
            <ac:spMk id="3" creationId="{668A2922-3DDE-4F25-BFA0-6F9B83541997}"/>
          </ac:spMkLst>
        </pc:spChg>
        <pc:spChg chg="mod">
          <ac:chgData name="Verma, Sandeep" userId="S::sandverma@deloitte.com::d30842dc-0cf9-420b-8643-a509591151fe" providerId="AD" clId="Web-{CE288D4E-A439-6E19-1EA5-654391DE5B94}" dt="2023-06-12T19:17:18.712" v="37" actId="20577"/>
          <ac:spMkLst>
            <pc:docMk/>
            <pc:sldMk cId="1024736671" sldId="903"/>
            <ac:spMk id="4" creationId="{7E3B52AE-D736-43F6-82B0-7D63C9A40BF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8/1/2023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8/1/2023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A basic Operate/AMS presentation to take clients through our thoughts on operate.</a:t>
            </a:r>
          </a:p>
          <a:p>
            <a:r>
              <a:rPr lang="en-GB" b="0"/>
              <a:t>Owner: TBD</a:t>
            </a:r>
          </a:p>
          <a:p>
            <a:r>
              <a:rPr lang="en-GB" b="0"/>
              <a:t>Last Updated: 02/09/2018</a:t>
            </a:r>
          </a:p>
          <a:p>
            <a:endParaRPr lang="en-GB" b="1"/>
          </a:p>
          <a:p>
            <a:r>
              <a:rPr lang="en-GB" b="1"/>
              <a:t>Change log</a:t>
            </a:r>
          </a:p>
          <a:p>
            <a:r>
              <a:rPr lang="en-GB" b="1"/>
              <a:t>V1.0</a:t>
            </a:r>
          </a:p>
          <a:p>
            <a:r>
              <a:rPr lang="en-GB" err="1"/>
              <a:t>Color</a:t>
            </a:r>
            <a:r>
              <a:rPr lang="en-GB"/>
              <a:t> palette updated.</a:t>
            </a:r>
          </a:p>
          <a:p>
            <a:r>
              <a:rPr lang="en-GB"/>
              <a:t>Fonts adjusted and resized.</a:t>
            </a:r>
          </a:p>
          <a:p>
            <a:r>
              <a:rPr lang="en-GB"/>
              <a:t>Inverter test completed.</a:t>
            </a:r>
          </a:p>
          <a:p>
            <a:r>
              <a:rPr lang="en-GB"/>
              <a:t>Cover image made transparent.</a:t>
            </a:r>
          </a:p>
          <a:p>
            <a:r>
              <a:rPr lang="en-GB"/>
              <a:t>New text &amp; Shape test passed.</a:t>
            </a:r>
          </a:p>
          <a:p>
            <a:r>
              <a:rPr lang="en-GB"/>
              <a:t>Speaker notes reviewed and cleansed.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2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12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8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5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73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1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93823792-EE26-4CDD-972F-220A04CD6C04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ABE9EAAF-3637-4DBD-97CC-9D801D594A84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365AE-2970-4F25-A997-BF6CFABBA94C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F44FF44-C602-481C-AB45-01E8C7641773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1A45E768-6B1E-4968-BBCE-03E8ABE5493F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27AA6-2805-4D45-8C22-C52EB3443F54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D6C60C41-80C5-4AD8-9F29-FD85E6D4C19C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613A5341-684B-4EA3-8645-F86A6932914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7575C-C40C-4032-B0DB-EF510C909D71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C64501B-D85D-4B85-ABA7-D68ECF8B73C7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0551EEA-624A-4296-AD75-4BD6C8D14CF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9C971-19FA-4D4C-A588-010A8861B9DB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1558CCC8-C369-4C81-A41A-5E09DEB241AA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2A717A35-16B8-4C69-9FC9-C491F8F47997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52D5D-FD02-4F41-B2C9-74CDCEDF85C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1DA34B1-AA2A-40A2-9A35-1AEEF4E1211A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3D338E6-56A9-45ED-B5AA-5396221BD362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AE743-08BD-4226-8282-8C33D40A1260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AC56137-7BAD-4495-9072-3F985AC7793D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59C8E56-7C3D-40BF-A699-BF0A3A8BC54A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72FC1-2A7C-42FE-B0E7-B8E1F68064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79CFFB27-DC38-4F22-9FCB-C14E2BC292E3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87D3E6E-E52A-4AA0-8A4B-F5A642ED733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82A3E-9D2A-4FEA-A54A-A082C5574B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20B14932-EB23-43AC-A539-6F4711C4067B}"/>
              </a:ext>
            </a:extLst>
          </p:cNvPr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7E8B7BA2-762B-4C4A-A8B6-370F682AD32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0EEFD-A9B6-40AE-9F1A-6AA0E241A48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SAP Build Process Automation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2017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Overview of SCP Capabilities &amp; Use Cases</a:t>
            </a:r>
          </a:p>
          <a:p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noProof="0"/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462811" y="5421731"/>
            <a:ext cx="2462213" cy="338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SAP BTP</a:t>
            </a:r>
            <a:r>
              <a:rPr lang="en-US" sz="2200" b="1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	</a:t>
            </a:r>
            <a:endParaRPr lang="en-US" sz="22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72720" y="152400"/>
            <a:ext cx="914400" cy="914400"/>
          </a:xfrm>
          <a:prstGeom prst="rect">
            <a:avLst/>
          </a:prstGeom>
        </p:spPr>
        <p:txBody>
          <a:bodyPr wrap="none" lIns="0" rIns="0" rtlCol="0" anchor="b" anchorCtr="0">
            <a:normAutofit/>
          </a:bodyPr>
          <a:lstStyle/>
          <a:p>
            <a:pPr>
              <a:lnSpc>
                <a:spcPts val="900"/>
              </a:lnSpc>
            </a:pPr>
            <a:endParaRPr lang="en-US" sz="1300" b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D5A8C-FC13-4EA7-A25A-6DDF29D7C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2367" y="451165"/>
            <a:ext cx="5116785" cy="54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222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DADAD"/>
                </a:solidFill>
                <a:latin typeface="Open Sans"/>
                <a:cs typeface="Open Sans"/>
              </a:defRPr>
            </a:lvl1pPr>
          </a:lstStyle>
          <a:p>
            <a:pPr marL="254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/>
              <a:t>‹#›</a:t>
            </a:fld>
            <a:r>
              <a:t> | Copyright </a:t>
            </a:r>
            <a:r>
              <a:rPr spc="5"/>
              <a:t>© </a:t>
            </a:r>
            <a:r>
              <a:rPr spc="-5"/>
              <a:t>2017 </a:t>
            </a:r>
            <a:r>
              <a:t>Deloitte Development LLC. </a:t>
            </a:r>
            <a:r>
              <a:rPr spc="-5"/>
              <a:t>All </a:t>
            </a:r>
            <a:r>
              <a:t>rights</a:t>
            </a:r>
            <a:r>
              <a:rPr spc="-40"/>
              <a:t> </a:t>
            </a:r>
            <a:r>
              <a:t>reserved.</a:t>
            </a:r>
          </a:p>
        </p:txBody>
      </p:sp>
    </p:spTree>
    <p:extLst>
      <p:ext uri="{BB962C8B-B14F-4D97-AF65-F5344CB8AC3E}">
        <p14:creationId xmlns:p14="http://schemas.microsoft.com/office/powerpoint/2010/main" val="1851332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0270"/>
            <a:ext cx="11094171" cy="858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011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398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78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17" y="1857893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55707"/>
            <a:ext cx="123938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24617" y="4249683"/>
            <a:ext cx="124416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97501" cy="5943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63917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47257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, 1 column text with char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2920" y="320040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2919" y="1700213"/>
            <a:ext cx="11164147" cy="46815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72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270" imgH="270" progId="TCLayout.ActiveDocument.1">
                  <p:embed/>
                </p:oleObj>
              </mc:Choice>
              <mc:Fallback>
                <p:oleObj name="think-cell Slide" r:id="rId4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6336000" y="6476999"/>
            <a:ext cx="489656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1219170" rtl="0" eaLnBrk="1" latinLnBrk="0" hangingPunct="1">
              <a:spcBef>
                <a:spcPts val="0"/>
              </a:spcBef>
              <a:buSzPct val="100000"/>
              <a:buFontTx/>
              <a:buNone/>
            </a:pPr>
            <a:r>
              <a:rPr lang="en-US" sz="900" b="0" noProof="0">
                <a:solidFill>
                  <a:schemeClr val="tx1"/>
                </a:solidFill>
                <a:latin typeface="+mn-lt"/>
              </a:rPr>
              <a:t>SAP BTP | SAP Build Process Automation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459740" y="6757973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56393" y="6757973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  <p:sldLayoutId id="2147483757" r:id="rId41"/>
    <p:sldLayoutId id="2147483759" r:id="rId42"/>
    <p:sldLayoutId id="2147483760" r:id="rId43"/>
    <p:sldLayoutId id="2147483766" r:id="rId44"/>
    <p:sldLayoutId id="2147483767" r:id="rId45"/>
  </p:sldLayoutIdLst>
  <p:transition>
    <p:fade/>
  </p:transition>
  <p:hf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hyperlink" Target="https://developers.sap.com/tutorials/spa-setup-desktop-agent.html" TargetMode="External"/><Relationship Id="rId7" Type="http://schemas.openxmlformats.org/officeDocument/2006/relationships/oleObject" Target="../embeddings/oleObject2.bin"/><Relationship Id="rId2" Type="http://schemas.openxmlformats.org/officeDocument/2006/relationships/hyperlink" Target="https://tools.hana.ondemand.com/#cloud" TargetMode="Externa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A40E202-D37F-4FA8-82FB-20DA95C25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5667" y="4561726"/>
            <a:ext cx="6272695" cy="1859623"/>
          </a:xfrm>
        </p:spPr>
        <p:txBody>
          <a:bodyPr anchor="t"/>
          <a:lstStyle/>
          <a:p>
            <a:pPr algn="ctr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Build Process Automation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Day 2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742490" y="6547634"/>
            <a:ext cx="2319371" cy="192213"/>
          </a:xfrm>
        </p:spPr>
        <p:txBody>
          <a:bodyPr/>
          <a:lstStyle/>
          <a:p>
            <a:r>
              <a:rPr lang="en-US" noProof="0"/>
              <a:t>Deloitte Consulting LLP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C13028-3154-401C-868E-0725508DBD0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12641" t="-8657" r="-12641" b="-8657"/>
          <a:stretch/>
        </p:blipFill>
        <p:spPr>
          <a:xfrm>
            <a:off x="3182276" y="113016"/>
            <a:ext cx="5400000" cy="4479532"/>
          </a:xfrm>
        </p:spPr>
      </p:pic>
    </p:spTree>
    <p:extLst>
      <p:ext uri="{BB962C8B-B14F-4D97-AF65-F5344CB8AC3E}">
        <p14:creationId xmlns:p14="http://schemas.microsoft.com/office/powerpoint/2010/main" val="12598880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Agenda for Day 2</a:t>
            </a:r>
          </a:p>
        </p:txBody>
      </p:sp>
      <p:sp>
        <p:nvSpPr>
          <p:cNvPr id="16" name="Pentagon 23">
            <a:extLst>
              <a:ext uri="{FF2B5EF4-FFF2-40B4-BE49-F238E27FC236}">
                <a16:creationId xmlns:a16="http://schemas.microsoft.com/office/drawing/2014/main" id="{3BD204F7-A057-422A-99CB-BE6A85C02AEF}"/>
              </a:ext>
            </a:extLst>
          </p:cNvPr>
          <p:cNvSpPr/>
          <p:nvPr/>
        </p:nvSpPr>
        <p:spPr bwMode="gray">
          <a:xfrm>
            <a:off x="487593" y="2847415"/>
            <a:ext cx="3678240" cy="82296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88900" rIns="88900" bIns="88900" rtlCol="0" anchor="ctr"/>
          <a:lstStyle/>
          <a:p>
            <a:r>
              <a:rPr lang="en-US" sz="1300" dirty="0"/>
              <a:t>Workflows/Business Process in SAP BPA</a:t>
            </a:r>
          </a:p>
        </p:txBody>
      </p:sp>
      <p:sp>
        <p:nvSpPr>
          <p:cNvPr id="18" name="Pentagon 25">
            <a:extLst>
              <a:ext uri="{FF2B5EF4-FFF2-40B4-BE49-F238E27FC236}">
                <a16:creationId xmlns:a16="http://schemas.microsoft.com/office/drawing/2014/main" id="{CE7621EA-909F-4C47-9E0C-646515D9B00C}"/>
              </a:ext>
            </a:extLst>
          </p:cNvPr>
          <p:cNvSpPr/>
          <p:nvPr/>
        </p:nvSpPr>
        <p:spPr bwMode="gray">
          <a:xfrm>
            <a:off x="487593" y="4001792"/>
            <a:ext cx="3678240" cy="82296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88900" rIns="88900" bIns="88900" rtlCol="0" anchor="ctr"/>
          <a:lstStyle/>
          <a:p>
            <a:r>
              <a:rPr lang="en-US" sz="1300" dirty="0"/>
              <a:t>Process Automation</a:t>
            </a:r>
          </a:p>
        </p:txBody>
      </p:sp>
      <p:sp>
        <p:nvSpPr>
          <p:cNvPr id="20" name="Pentagon 27">
            <a:extLst>
              <a:ext uri="{FF2B5EF4-FFF2-40B4-BE49-F238E27FC236}">
                <a16:creationId xmlns:a16="http://schemas.microsoft.com/office/drawing/2014/main" id="{C29703C2-C8EF-4BB2-9A50-03D06F294381}"/>
              </a:ext>
            </a:extLst>
          </p:cNvPr>
          <p:cNvSpPr/>
          <p:nvPr/>
        </p:nvSpPr>
        <p:spPr bwMode="gray">
          <a:xfrm>
            <a:off x="487593" y="5145727"/>
            <a:ext cx="3678240" cy="82296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88900" rIns="88900" bIns="88900" rtlCol="0" anchor="ctr"/>
          <a:lstStyle/>
          <a:p>
            <a:r>
              <a:rPr lang="en-US" sz="1300" dirty="0"/>
              <a:t>Trigger and Monitor</a:t>
            </a:r>
          </a:p>
        </p:txBody>
      </p:sp>
      <p:sp>
        <p:nvSpPr>
          <p:cNvPr id="22" name="Pentagon 29">
            <a:extLst>
              <a:ext uri="{FF2B5EF4-FFF2-40B4-BE49-F238E27FC236}">
                <a16:creationId xmlns:a16="http://schemas.microsoft.com/office/drawing/2014/main" id="{14710C37-F80E-48AA-AD08-9E0A6E5B9DAB}"/>
              </a:ext>
            </a:extLst>
          </p:cNvPr>
          <p:cNvSpPr/>
          <p:nvPr/>
        </p:nvSpPr>
        <p:spPr bwMode="gray">
          <a:xfrm>
            <a:off x="469872" y="1661371"/>
            <a:ext cx="3678240" cy="82296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88900" rIns="88900" bIns="88900" rtlCol="0" anchor="ctr"/>
          <a:lstStyle/>
          <a:p>
            <a:r>
              <a:rPr lang="en-US" sz="1300" dirty="0"/>
              <a:t>Desktop Agent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84EEB-6879-2B01-676F-71315D87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29" y="1738158"/>
            <a:ext cx="5988671" cy="354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365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9900" y="1054170"/>
            <a:ext cx="11252200" cy="757255"/>
          </a:xfrm>
        </p:spPr>
        <p:txBody>
          <a:bodyPr/>
          <a:lstStyle/>
          <a:p>
            <a:r>
              <a:rPr lang="en-GB" sz="1800" dirty="0"/>
              <a:t>Desktop Agent will be used to connect SAP BTP account to the machine to run and monitor the BOTs developed.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Desktop Agent Set 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17094" y="1917573"/>
            <a:ext cx="20514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3"/>
                </a:solidFill>
              </a:rPr>
              <a:t>Download Desktop Agent from below link</a:t>
            </a:r>
          </a:p>
          <a:p>
            <a:br>
              <a:rPr lang="en-US" sz="1000" dirty="0">
                <a:solidFill>
                  <a:srgbClr val="00A3E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Development Tools (ondemand.com)</a:t>
            </a:r>
            <a:endParaRPr lang="en-GB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2117094" y="3385229"/>
            <a:ext cx="215351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691" y="1859662"/>
            <a:ext cx="215351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3200" dirty="0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5096" y="4852885"/>
            <a:ext cx="215351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53048" y="3385229"/>
            <a:ext cx="20514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</a:t>
            </a:r>
          </a:p>
          <a:p>
            <a:endParaRPr lang="en-GB" sz="1100" b="1" dirty="0">
              <a:solidFill>
                <a:schemeClr val="accent2"/>
              </a:solidFill>
            </a:endParaRPr>
          </a:p>
          <a:p>
            <a:r>
              <a:rPr lang="en-GB" sz="1100" dirty="0">
                <a:solidFill>
                  <a:srgbClr val="53565A"/>
                </a:solidFill>
              </a:rPr>
              <a:t>Follow the steps in this </a:t>
            </a:r>
            <a:r>
              <a:rPr lang="en-US" sz="1000" dirty="0">
                <a:hlinkClick r:id="rId3"/>
              </a:rPr>
              <a:t>TUTORIAL</a:t>
            </a:r>
            <a:r>
              <a:rPr lang="en-GB" sz="1100" dirty="0">
                <a:solidFill>
                  <a:srgbClr val="53565A"/>
                </a:solidFill>
              </a:rPr>
              <a:t> to configure your Desktop Agent on Local Machine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6287" y="4852885"/>
            <a:ext cx="20514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100" b="1" dirty="0">
                <a:solidFill>
                  <a:schemeClr val="accent1"/>
                </a:solidFill>
              </a:rPr>
              <a:t>Ready to Trigger process automation from SAP Build</a:t>
            </a:r>
          </a:p>
          <a:p>
            <a:endParaRPr lang="en-GB" sz="1100" b="1" dirty="0">
              <a:solidFill>
                <a:schemeClr val="accent1"/>
              </a:solidFill>
            </a:endParaRPr>
          </a:p>
          <a:p>
            <a:r>
              <a:rPr lang="en-GB" sz="1100" dirty="0">
                <a:solidFill>
                  <a:srgbClr val="53565A"/>
                </a:solidFill>
              </a:rPr>
              <a:t>Now add triggers to the developed project and execute from Desktop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2BEC6-D06C-BD33-C190-318834BF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1082" y="5219055"/>
            <a:ext cx="409575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D138F-7875-C70C-3408-E1A1F2E46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491" y="1523440"/>
            <a:ext cx="2747021" cy="1955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CAE709-EE8C-8122-C2FE-E4768C842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5343" y="2803301"/>
            <a:ext cx="2747021" cy="1930446"/>
          </a:xfrm>
          <a:prstGeom prst="rect">
            <a:avLst/>
          </a:prstGeom>
        </p:spPr>
      </p:pic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312C8598-DB60-7035-419C-C3931967F5CC}"/>
              </a:ext>
            </a:extLst>
          </p:cNvPr>
          <p:cNvSpPr/>
          <p:nvPr/>
        </p:nvSpPr>
        <p:spPr bwMode="gray">
          <a:xfrm>
            <a:off x="6295126" y="2310493"/>
            <a:ext cx="5085178" cy="731520"/>
          </a:xfrm>
          <a:prstGeom prst="curvedDownArrow">
            <a:avLst>
              <a:gd name="adj1" fmla="val 16975"/>
              <a:gd name="adj2" fmla="val 41634"/>
              <a:gd name="adj3" fmla="val 44022"/>
            </a:avLst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5AF4BE38-8EDB-FE61-3D76-2A73558C0E78}"/>
              </a:ext>
            </a:extLst>
          </p:cNvPr>
          <p:cNvSpPr/>
          <p:nvPr/>
        </p:nvSpPr>
        <p:spPr bwMode="gray">
          <a:xfrm>
            <a:off x="464733" y="5045813"/>
            <a:ext cx="2230152" cy="1203731"/>
          </a:xfrm>
          <a:prstGeom prst="stripedRightArrow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520A5F-5DD1-65E9-F6A9-97E7E0C03E14}"/>
              </a:ext>
            </a:extLst>
          </p:cNvPr>
          <p:cNvSpPr txBox="1"/>
          <p:nvPr/>
        </p:nvSpPr>
        <p:spPr bwMode="gray">
          <a:xfrm>
            <a:off x="717682" y="5519432"/>
            <a:ext cx="874644" cy="302352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>
              <a:lnSpc>
                <a:spcPts val="900"/>
              </a:lnSpc>
            </a:pPr>
            <a:r>
              <a:rPr lang="en-US" sz="2000" b="1" dirty="0">
                <a:solidFill>
                  <a:schemeClr val="tx1"/>
                </a:solidFill>
              </a:rPr>
              <a:t>Guide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5520380D-D60B-ECDD-D5BB-2527A6D74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195601"/>
              </p:ext>
            </p:extLst>
          </p:nvPr>
        </p:nvGraphicFramePr>
        <p:xfrm>
          <a:off x="1780485" y="529241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7" imgW="914282" imgH="792690" progId="Acrobat.Document.DC">
                  <p:embed/>
                </p:oleObj>
              </mc:Choice>
              <mc:Fallback>
                <p:oleObj name="Acrobat Document" showAsIcon="1" r:id="rId7" imgW="914282" imgH="792690" progId="Acrobat.Document.DC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B7EC519F-D37B-C4B6-335D-DC1800B31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0485" y="529241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434578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5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Journey So Far</a:t>
            </a:r>
          </a:p>
        </p:txBody>
      </p:sp>
      <p:cxnSp>
        <p:nvCxnSpPr>
          <p:cNvPr id="9" name="AutoShape 8"/>
          <p:cNvCxnSpPr>
            <a:cxnSpLocks noChangeShapeType="1"/>
            <a:stCxn id="5" idx="1"/>
            <a:endCxn id="4" idx="3"/>
          </p:cNvCxnSpPr>
          <p:nvPr/>
        </p:nvCxnSpPr>
        <p:spPr bwMode="auto">
          <a:xfrm rot="10800000" flipV="1">
            <a:off x="3443524" y="1977545"/>
            <a:ext cx="999952" cy="1949226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BBBCBC"/>
            </a:solidFill>
            <a:miter lim="800000"/>
            <a:headEnd type="none" w="sm" len="sm"/>
            <a:tailEnd type="none" w="med" len="lg"/>
          </a:ln>
        </p:spPr>
      </p:cxnSp>
      <p:cxnSp>
        <p:nvCxnSpPr>
          <p:cNvPr id="10" name="AutoShape 9"/>
          <p:cNvCxnSpPr>
            <a:cxnSpLocks noChangeShapeType="1"/>
            <a:stCxn id="4" idx="3"/>
            <a:endCxn id="6" idx="1"/>
          </p:cNvCxnSpPr>
          <p:nvPr/>
        </p:nvCxnSpPr>
        <p:spPr bwMode="auto">
          <a:xfrm flipV="1">
            <a:off x="3443524" y="3249662"/>
            <a:ext cx="999951" cy="67710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BBBCBC"/>
            </a:solidFill>
            <a:miter lim="800000"/>
            <a:headEnd type="none" w="sm" len="sm"/>
            <a:tailEnd type="none" w="med" len="lg"/>
          </a:ln>
        </p:spPr>
      </p:cxnSp>
      <p:cxnSp>
        <p:nvCxnSpPr>
          <p:cNvPr id="11" name="AutoShape 10"/>
          <p:cNvCxnSpPr>
            <a:cxnSpLocks noChangeShapeType="1"/>
            <a:stCxn id="4" idx="3"/>
            <a:endCxn id="7" idx="1"/>
          </p:cNvCxnSpPr>
          <p:nvPr/>
        </p:nvCxnSpPr>
        <p:spPr bwMode="auto">
          <a:xfrm>
            <a:off x="3443524" y="3926771"/>
            <a:ext cx="999952" cy="595008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BBBCBC"/>
            </a:solidFill>
            <a:miter lim="800000"/>
            <a:headEnd type="none" w="sm" len="sm"/>
            <a:tailEnd type="none" w="med" len="lg"/>
          </a:ln>
        </p:spPr>
      </p:cxnSp>
      <p:cxnSp>
        <p:nvCxnSpPr>
          <p:cNvPr id="12" name="AutoShape 11"/>
          <p:cNvCxnSpPr>
            <a:cxnSpLocks noChangeShapeType="1"/>
            <a:stCxn id="4" idx="3"/>
            <a:endCxn id="8" idx="1"/>
          </p:cNvCxnSpPr>
          <p:nvPr/>
        </p:nvCxnSpPr>
        <p:spPr bwMode="auto">
          <a:xfrm>
            <a:off x="3443524" y="3926771"/>
            <a:ext cx="999952" cy="1867124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BBBCBC"/>
            </a:solidFill>
            <a:miter lim="800000"/>
            <a:headEnd type="none" w="sm" len="sm"/>
            <a:tailEnd type="none" w="med" len="lg"/>
          </a:ln>
        </p:spPr>
      </p:cxn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89044" y="3561011"/>
            <a:ext cx="1554480" cy="731520"/>
          </a:xfrm>
          <a:prstGeom prst="rect">
            <a:avLst/>
          </a:prstGeom>
          <a:solidFill>
            <a:schemeClr val="tx1"/>
          </a:solidFill>
          <a:ln w="12700" algn="ctr">
            <a:noFill/>
            <a:miter lim="800000"/>
            <a:headEnd type="none" w="sm" len="sm"/>
            <a:tailEnd type="none" w="med" len="lg"/>
          </a:ln>
        </p:spPr>
        <p:txBody>
          <a:bodyPr lIns="88900" tIns="88900" rIns="88900" bIns="88900" anchor="ctr"/>
          <a:lstStyle/>
          <a:p>
            <a:pPr>
              <a:defRPr/>
            </a:pPr>
            <a:r>
              <a:rPr lang="en-US" altLang="ja-JP" sz="2400" dirty="0">
                <a:solidFill>
                  <a:schemeClr val="bg1"/>
                </a:solidFill>
                <a:ea typeface="ＭＳ Ｐゴシック" pitchFamily="50" charset="-128"/>
              </a:rPr>
              <a:t>SAP BTP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43476" y="1611785"/>
            <a:ext cx="4481862" cy="731520"/>
          </a:xfrm>
          <a:prstGeom prst="rect">
            <a:avLst/>
          </a:prstGeom>
          <a:noFill/>
          <a:ln w="12700" algn="ctr">
            <a:solidFill>
              <a:schemeClr val="accent2"/>
            </a:solidFill>
            <a:miter lim="800000"/>
            <a:headEnd type="none" w="sm" len="sm"/>
            <a:tailEnd type="none" w="med" len="lg"/>
          </a:ln>
        </p:spPr>
        <p:txBody>
          <a:bodyPr lIns="88900" tIns="88900" rIns="88900" bIns="88900" anchor="ctr"/>
          <a:lstStyle/>
          <a:p>
            <a:pPr>
              <a:defRPr/>
            </a:pPr>
            <a:r>
              <a:rPr lang="en-US" altLang="ja-JP" dirty="0">
                <a:solidFill>
                  <a:schemeClr val="accent2"/>
                </a:solidFill>
                <a:ea typeface="ＭＳ Ｐゴシック" pitchFamily="50" charset="-128"/>
              </a:rPr>
              <a:t>Trial Account Setup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443475" y="2883902"/>
            <a:ext cx="4481863" cy="731520"/>
          </a:xfrm>
          <a:prstGeom prst="rect">
            <a:avLst/>
          </a:prstGeom>
          <a:noFill/>
          <a:ln w="12700" algn="ctr">
            <a:solidFill>
              <a:schemeClr val="accent2"/>
            </a:solidFill>
            <a:miter lim="800000"/>
            <a:headEnd type="none" w="sm" len="sm"/>
            <a:tailEnd type="none" w="med" len="lg"/>
          </a:ln>
        </p:spPr>
        <p:txBody>
          <a:bodyPr lIns="88900" tIns="88900" rIns="88900" bIns="88900" anchor="ctr"/>
          <a:lstStyle/>
          <a:p>
            <a:pPr>
              <a:defRPr/>
            </a:pPr>
            <a:r>
              <a:rPr lang="en-US" altLang="ja-JP" dirty="0">
                <a:solidFill>
                  <a:schemeClr val="accent2"/>
                </a:solidFill>
                <a:ea typeface="ＭＳ Ｐゴシック" pitchFamily="50" charset="-128"/>
              </a:rPr>
              <a:t>Roles Addition to Account for Build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443476" y="4156019"/>
            <a:ext cx="4481862" cy="731520"/>
          </a:xfrm>
          <a:prstGeom prst="rect">
            <a:avLst/>
          </a:prstGeom>
          <a:noFill/>
          <a:ln w="12700" algn="ctr">
            <a:solidFill>
              <a:schemeClr val="accent2"/>
            </a:solidFill>
            <a:miter lim="800000"/>
            <a:headEnd type="none" w="sm" len="sm"/>
            <a:tailEnd type="none" w="med" len="lg"/>
          </a:ln>
        </p:spPr>
        <p:txBody>
          <a:bodyPr lIns="88900" tIns="88900" rIns="88900" bIns="88900" anchor="ctr"/>
          <a:lstStyle/>
          <a:p>
            <a:pPr>
              <a:defRPr/>
            </a:pPr>
            <a:r>
              <a:rPr lang="en-US" altLang="ja-JP" dirty="0">
                <a:solidFill>
                  <a:schemeClr val="accent2"/>
                </a:solidFill>
                <a:ea typeface="ＭＳ Ｐゴシック" pitchFamily="50" charset="-128"/>
              </a:rPr>
              <a:t>Subscription to SAP Build Process Automation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443476" y="5428135"/>
            <a:ext cx="4481862" cy="731520"/>
          </a:xfrm>
          <a:prstGeom prst="rect">
            <a:avLst/>
          </a:prstGeom>
          <a:noFill/>
          <a:ln w="12700" algn="ctr">
            <a:solidFill>
              <a:schemeClr val="accent2"/>
            </a:solidFill>
            <a:miter lim="800000"/>
            <a:headEnd type="none" w="sm" len="sm"/>
            <a:tailEnd type="none" w="med" len="lg"/>
          </a:ln>
        </p:spPr>
        <p:txBody>
          <a:bodyPr lIns="88900" tIns="88900" rIns="88900" bIns="88900" anchor="ctr"/>
          <a:lstStyle/>
          <a:p>
            <a:pPr>
              <a:defRPr/>
            </a:pPr>
            <a:r>
              <a:rPr lang="en-US" altLang="ja-JP" dirty="0">
                <a:solidFill>
                  <a:schemeClr val="accent2"/>
                </a:solidFill>
                <a:ea typeface="ＭＳ Ｐゴシック" pitchFamily="50" charset="-128"/>
              </a:rPr>
              <a:t>Install Desktop Agent and Add Tenant</a:t>
            </a:r>
          </a:p>
        </p:txBody>
      </p:sp>
      <p:pic>
        <p:nvPicPr>
          <p:cNvPr id="30" name="Graphic 29" descr="Completed with solid fill">
            <a:extLst>
              <a:ext uri="{FF2B5EF4-FFF2-40B4-BE49-F238E27FC236}">
                <a16:creationId xmlns:a16="http://schemas.microsoft.com/office/drawing/2014/main" id="{F8810B29-2B7B-25B0-45BC-98217B04B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9660" y="1520345"/>
            <a:ext cx="914400" cy="914400"/>
          </a:xfrm>
          <a:prstGeom prst="rect">
            <a:avLst/>
          </a:prstGeom>
        </p:spPr>
      </p:pic>
      <p:pic>
        <p:nvPicPr>
          <p:cNvPr id="31" name="Graphic 30" descr="Completed with solid fill">
            <a:extLst>
              <a:ext uri="{FF2B5EF4-FFF2-40B4-BE49-F238E27FC236}">
                <a16:creationId xmlns:a16="http://schemas.microsoft.com/office/drawing/2014/main" id="{5E424258-1A77-1740-D589-A46694E2A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9660" y="2701022"/>
            <a:ext cx="914400" cy="914400"/>
          </a:xfrm>
          <a:prstGeom prst="rect">
            <a:avLst/>
          </a:prstGeom>
        </p:spPr>
      </p:pic>
      <p:pic>
        <p:nvPicPr>
          <p:cNvPr id="32" name="Graphic 31" descr="Completed with solid fill">
            <a:extLst>
              <a:ext uri="{FF2B5EF4-FFF2-40B4-BE49-F238E27FC236}">
                <a16:creationId xmlns:a16="http://schemas.microsoft.com/office/drawing/2014/main" id="{C1BDF18B-7771-8A98-6F1F-67615810D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9660" y="3973139"/>
            <a:ext cx="914400" cy="914400"/>
          </a:xfrm>
          <a:prstGeom prst="rect">
            <a:avLst/>
          </a:prstGeom>
        </p:spPr>
      </p:pic>
      <p:pic>
        <p:nvPicPr>
          <p:cNvPr id="33" name="Graphic 32" descr="Completed with solid fill">
            <a:extLst>
              <a:ext uri="{FF2B5EF4-FFF2-40B4-BE49-F238E27FC236}">
                <a16:creationId xmlns:a16="http://schemas.microsoft.com/office/drawing/2014/main" id="{9EDA0674-9FB7-BE16-DAD1-0BD0D98D4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9660" y="52452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30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517066" y="209973"/>
            <a:ext cx="11188700" cy="698500"/>
          </a:xfrm>
        </p:spPr>
        <p:txBody>
          <a:bodyPr/>
          <a:lstStyle/>
          <a:p>
            <a:r>
              <a:rPr lang="en-US" dirty="0"/>
              <a:t>Tools available for Workflow Business Processes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993775" y="650875"/>
            <a:ext cx="11198225" cy="595313"/>
          </a:xfrm>
        </p:spPr>
        <p:txBody>
          <a:bodyPr/>
          <a:lstStyle/>
          <a:p>
            <a:r>
              <a:rPr lang="en-US" dirty="0"/>
              <a:t>For any Automation/Process below tools can be utilized to enhance the workflow/process.</a:t>
            </a:r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F73874B3-72A2-4321-9D8C-48B69B7483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8837637"/>
              </p:ext>
            </p:extLst>
          </p:nvPr>
        </p:nvGraphicFramePr>
        <p:xfrm>
          <a:off x="517066" y="4113648"/>
          <a:ext cx="549222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Automation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Task automation can be created/used within the business process to automate any recurring/manual task.</a:t>
                      </a: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Plays an important role in any SAP BPA Project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Can have trigger as an API and can also be used within a business process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Can be debugged on the way by viewing the timeline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9D2A8436-AAED-429C-85B2-465A89C9C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558396"/>
              </p:ext>
            </p:extLst>
          </p:nvPr>
        </p:nvGraphicFramePr>
        <p:xfrm>
          <a:off x="6159534" y="1381995"/>
          <a:ext cx="5492224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Approval Forms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Number of fields can be entered for the approver to decide on the approval request</a:t>
                      </a: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Used in between the business process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User can approve and reject based on the set of data 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Mandatory/Optional fields can be provided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Used to trigger different flow as per approval/rejection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6">
            <a:extLst>
              <a:ext uri="{FF2B5EF4-FFF2-40B4-BE49-F238E27FC236}">
                <a16:creationId xmlns:a16="http://schemas.microsoft.com/office/drawing/2014/main" id="{C5252B48-0FDA-429C-A005-CF86912F07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4920411"/>
              </p:ext>
            </p:extLst>
          </p:nvPr>
        </p:nvGraphicFramePr>
        <p:xfrm>
          <a:off x="6234694" y="4113648"/>
          <a:ext cx="549222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Decision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Used to define business rules decisions in a specific decision table with curtails inputs and deriving outputs out of it.</a:t>
                      </a: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Major role in approval related workflows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Inputs parameters are a pre-requisite to implement this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Create a decision to determine approvers who will be authorized to approve sales order based on complex rules.</a:t>
                      </a: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 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6">
            <a:extLst>
              <a:ext uri="{FF2B5EF4-FFF2-40B4-BE49-F238E27FC236}">
                <a16:creationId xmlns:a16="http://schemas.microsoft.com/office/drawing/2014/main" id="{3D6E8747-D0F2-4D9C-8912-5206F8AA8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0372798"/>
              </p:ext>
            </p:extLst>
          </p:nvPr>
        </p:nvGraphicFramePr>
        <p:xfrm>
          <a:off x="493304" y="1388019"/>
          <a:ext cx="5492224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58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Forms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Set of fields that can be submitted to trigger next step</a:t>
                      </a: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Can be used as a trigger for Business process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Easy to build using Drag and Drop features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Used to instantiate any process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Mandatory/Optional fields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Can be reused in the process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94774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517066" y="263330"/>
            <a:ext cx="11188700" cy="698500"/>
          </a:xfrm>
        </p:spPr>
        <p:txBody>
          <a:bodyPr/>
          <a:lstStyle/>
          <a:p>
            <a:r>
              <a:rPr lang="en-US" dirty="0"/>
              <a:t>Tools available for Workflow Business Processes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993775" y="650875"/>
            <a:ext cx="11198225" cy="595313"/>
          </a:xfrm>
        </p:spPr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….</a:t>
            </a:r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F73874B3-72A2-4321-9D8C-48B69B7483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550452"/>
              </p:ext>
            </p:extLst>
          </p:nvPr>
        </p:nvGraphicFramePr>
        <p:xfrm>
          <a:off x="517066" y="4113648"/>
          <a:ext cx="5492224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Controls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Branch or switch statements.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IF, Else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Branch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Wait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9D2A8436-AAED-429C-85B2-465A89C9C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742634"/>
              </p:ext>
            </p:extLst>
          </p:nvPr>
        </p:nvGraphicFramePr>
        <p:xfrm>
          <a:off x="6159534" y="1381995"/>
          <a:ext cx="5492224" cy="127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Visibility Scenario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</a:t>
                      </a:r>
                      <a:r>
                        <a:rPr kumimoji="0" 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o measure success and improvements.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Can be used with track down the execution and improve accordingly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6">
            <a:extLst>
              <a:ext uri="{FF2B5EF4-FFF2-40B4-BE49-F238E27FC236}">
                <a16:creationId xmlns:a16="http://schemas.microsoft.com/office/drawing/2014/main" id="{C5252B48-0FDA-429C-A005-CF86912F07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3472559"/>
              </p:ext>
            </p:extLst>
          </p:nvPr>
        </p:nvGraphicFramePr>
        <p:xfrm>
          <a:off x="6234694" y="4113648"/>
          <a:ext cx="549222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6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APIs can directly be used within the business process workflows.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6">
            <a:extLst>
              <a:ext uri="{FF2B5EF4-FFF2-40B4-BE49-F238E27FC236}">
                <a16:creationId xmlns:a16="http://schemas.microsoft.com/office/drawing/2014/main" id="{3D6E8747-D0F2-4D9C-8912-5206F8AA86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036362"/>
              </p:ext>
            </p:extLst>
          </p:nvPr>
        </p:nvGraphicFramePr>
        <p:xfrm>
          <a:off x="493304" y="1388018"/>
          <a:ext cx="5492224" cy="2725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25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Mail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To trigger emails based on any particular trigger or action.</a:t>
                      </a:r>
                    </a:p>
                    <a:p>
                      <a:pPr marL="139700" marR="0" lvl="1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   Easy drag and drop simplicity to configure email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Pre-defined variables can be leveraged to design email.</a:t>
                      </a:r>
                    </a:p>
                    <a:p>
                      <a:pPr marL="304800" marR="0" lvl="2" indent="-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−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CC, BCC users can directly be added.</a:t>
                      </a:r>
                      <a:endParaRPr kumimoji="0" 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073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4294967295"/>
          </p:nvPr>
        </p:nvSpPr>
        <p:spPr>
          <a:xfrm>
            <a:off x="561655" y="768479"/>
            <a:ext cx="11136313" cy="757237"/>
          </a:xfrm>
        </p:spPr>
        <p:txBody>
          <a:bodyPr/>
          <a:lstStyle/>
          <a:p>
            <a:r>
              <a:rPr lang="en-US" dirty="0"/>
              <a:t>It helps to automate repetitive or tasks that involve higher volume of manual efforts</a:t>
            </a:r>
          </a:p>
        </p:txBody>
      </p:sp>
      <p:sp>
        <p:nvSpPr>
          <p:cNvPr id="679937" name="Title 1"/>
          <p:cNvSpPr>
            <a:spLocks noGrp="1"/>
          </p:cNvSpPr>
          <p:nvPr>
            <p:ph type="title" idx="4294967295"/>
          </p:nvPr>
        </p:nvSpPr>
        <p:spPr>
          <a:xfrm>
            <a:off x="200101" y="143207"/>
            <a:ext cx="11136313" cy="468313"/>
          </a:xfrm>
        </p:spPr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Process Automation</a:t>
            </a:r>
          </a:p>
        </p:txBody>
      </p:sp>
      <p:sp>
        <p:nvSpPr>
          <p:cNvPr id="679946" name="Content Placeholder 679945"/>
          <p:cNvSpPr>
            <a:spLocks noGrp="1"/>
          </p:cNvSpPr>
          <p:nvPr>
            <p:ph idx="4294967295"/>
          </p:nvPr>
        </p:nvSpPr>
        <p:spPr>
          <a:xfrm>
            <a:off x="0" y="1700213"/>
            <a:ext cx="11163300" cy="4681537"/>
          </a:xfrm>
        </p:spPr>
        <p:txBody>
          <a:bodyPr/>
          <a:lstStyle/>
          <a:p>
            <a:pPr lvl="2"/>
            <a:r>
              <a:rPr lang="en-GB" dirty="0"/>
              <a:t>Select your agent version when creating new Automation</a:t>
            </a:r>
          </a:p>
          <a:p>
            <a:pPr lvl="2"/>
            <a:r>
              <a:rPr lang="en-GB" dirty="0"/>
              <a:t>Give name and description for the Automation project</a:t>
            </a:r>
          </a:p>
          <a:p>
            <a:pPr lvl="2"/>
            <a:r>
              <a:rPr lang="en-GB" dirty="0"/>
              <a:t>Selection Trigger as API</a:t>
            </a:r>
          </a:p>
          <a:p>
            <a:pPr lvl="2"/>
            <a:r>
              <a:rPr lang="en-GB" dirty="0"/>
              <a:t>Configure your inputs to build the API inputs</a:t>
            </a:r>
          </a:p>
          <a:p>
            <a:pPr lvl="2"/>
            <a:r>
              <a:rPr lang="en-GB" dirty="0"/>
              <a:t>Go ahead to use drag and drop features for the Automation design.</a:t>
            </a:r>
          </a:p>
        </p:txBody>
      </p:sp>
      <p:grpSp>
        <p:nvGrpSpPr>
          <p:cNvPr id="16" name="Group 15"/>
          <p:cNvGrpSpPr/>
          <p:nvPr/>
        </p:nvGrpSpPr>
        <p:grpSpPr bwMode="gray">
          <a:xfrm>
            <a:off x="7974559" y="1738376"/>
            <a:ext cx="3723409" cy="3984625"/>
            <a:chOff x="2473036" y="1584329"/>
            <a:chExt cx="4186238" cy="4479925"/>
          </a:xfrm>
        </p:grpSpPr>
        <p:sp>
          <p:nvSpPr>
            <p:cNvPr id="17" name="Freeform 4"/>
            <p:cNvSpPr>
              <a:spLocks/>
            </p:cNvSpPr>
            <p:nvPr/>
          </p:nvSpPr>
          <p:spPr bwMode="gray">
            <a:xfrm>
              <a:off x="2473036" y="2727215"/>
              <a:ext cx="2520915" cy="1141333"/>
            </a:xfrm>
            <a:custGeom>
              <a:avLst/>
              <a:gdLst>
                <a:gd name="T0" fmla="*/ 15642060 w 1136"/>
                <a:gd name="T1" fmla="*/ 5102294 h 491"/>
                <a:gd name="T2" fmla="*/ 15442507 w 1136"/>
                <a:gd name="T3" fmla="*/ 4270120 h 491"/>
                <a:gd name="T4" fmla="*/ 15069848 w 1136"/>
                <a:gd name="T5" fmla="*/ 3479787 h 491"/>
                <a:gd name="T6" fmla="*/ 14519275 w 1136"/>
                <a:gd name="T7" fmla="*/ 2717349 h 491"/>
                <a:gd name="T8" fmla="*/ 13853297 w 1136"/>
                <a:gd name="T9" fmla="*/ 2024646 h 491"/>
                <a:gd name="T10" fmla="*/ 13033448 w 1136"/>
                <a:gd name="T11" fmla="*/ 1434221 h 491"/>
                <a:gd name="T12" fmla="*/ 12105407 w 1136"/>
                <a:gd name="T13" fmla="*/ 911207 h 491"/>
                <a:gd name="T14" fmla="*/ 11098026 w 1136"/>
                <a:gd name="T15" fmla="*/ 516041 h 491"/>
                <a:gd name="T16" fmla="*/ 10006496 w 1136"/>
                <a:gd name="T17" fmla="*/ 218504 h 491"/>
                <a:gd name="T18" fmla="*/ 8871688 w 1136"/>
                <a:gd name="T19" fmla="*/ 44166 h 491"/>
                <a:gd name="T20" fmla="*/ 7729668 w 1136"/>
                <a:gd name="T21" fmla="*/ 0 h 491"/>
                <a:gd name="T22" fmla="*/ 6556394 w 1136"/>
                <a:gd name="T23" fmla="*/ 65086 h 491"/>
                <a:gd name="T24" fmla="*/ 5445630 w 1136"/>
                <a:gd name="T25" fmla="*/ 281265 h 491"/>
                <a:gd name="T26" fmla="*/ 4363716 w 1136"/>
                <a:gd name="T27" fmla="*/ 595074 h 491"/>
                <a:gd name="T28" fmla="*/ 3353931 w 1136"/>
                <a:gd name="T29" fmla="*/ 1029757 h 491"/>
                <a:gd name="T30" fmla="*/ 2471571 w 1136"/>
                <a:gd name="T31" fmla="*/ 1569042 h 491"/>
                <a:gd name="T32" fmla="*/ 1690189 w 1136"/>
                <a:gd name="T33" fmla="*/ 2182712 h 491"/>
                <a:gd name="T34" fmla="*/ 1038637 w 1136"/>
                <a:gd name="T35" fmla="*/ 2884714 h 491"/>
                <a:gd name="T36" fmla="*/ 536148 w 1136"/>
                <a:gd name="T37" fmla="*/ 3640178 h 491"/>
                <a:gd name="T38" fmla="*/ 197149 w 1136"/>
                <a:gd name="T39" fmla="*/ 4458405 h 491"/>
                <a:gd name="T40" fmla="*/ 28851 w 1136"/>
                <a:gd name="T41" fmla="*/ 5302202 h 491"/>
                <a:gd name="T42" fmla="*/ 7854689 w 1136"/>
                <a:gd name="T43" fmla="*/ 5722937 h 491"/>
                <a:gd name="T44" fmla="*/ 8999113 w 1136"/>
                <a:gd name="T45" fmla="*/ 5448646 h 491"/>
                <a:gd name="T46" fmla="*/ 9376580 w 1136"/>
                <a:gd name="T47" fmla="*/ 4958175 h 491"/>
                <a:gd name="T48" fmla="*/ 9898305 w 1136"/>
                <a:gd name="T49" fmla="*/ 4537438 h 491"/>
                <a:gd name="T50" fmla="*/ 10513793 w 1136"/>
                <a:gd name="T51" fmla="*/ 4209682 h 491"/>
                <a:gd name="T52" fmla="*/ 11213430 w 1136"/>
                <a:gd name="T53" fmla="*/ 3970258 h 491"/>
                <a:gd name="T54" fmla="*/ 11941918 w 1136"/>
                <a:gd name="T55" fmla="*/ 3849384 h 491"/>
                <a:gd name="T56" fmla="*/ 12699257 w 1136"/>
                <a:gd name="T57" fmla="*/ 3849384 h 491"/>
                <a:gd name="T58" fmla="*/ 13461405 w 1136"/>
                <a:gd name="T59" fmla="*/ 3974907 h 491"/>
                <a:gd name="T60" fmla="*/ 14161041 w 1136"/>
                <a:gd name="T61" fmla="*/ 4223630 h 491"/>
                <a:gd name="T62" fmla="*/ 14790955 w 1136"/>
                <a:gd name="T63" fmla="*/ 4579279 h 491"/>
                <a:gd name="T64" fmla="*/ 15295848 w 1136"/>
                <a:gd name="T65" fmla="*/ 5006989 h 491"/>
                <a:gd name="T66" fmla="*/ 15682932 w 1136"/>
                <a:gd name="T67" fmla="*/ 5523030 h 49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36"/>
                <a:gd name="T103" fmla="*/ 0 h 491"/>
                <a:gd name="T104" fmla="*/ 1136 w 1136"/>
                <a:gd name="T105" fmla="*/ 491 h 49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36" h="491">
                  <a:moveTo>
                    <a:pt x="1135" y="473"/>
                  </a:moveTo>
                  <a:lnTo>
                    <a:pt x="1132" y="437"/>
                  </a:lnTo>
                  <a:lnTo>
                    <a:pt x="1126" y="401"/>
                  </a:lnTo>
                  <a:lnTo>
                    <a:pt x="1117" y="366"/>
                  </a:lnTo>
                  <a:lnTo>
                    <a:pt x="1104" y="331"/>
                  </a:lnTo>
                  <a:lnTo>
                    <a:pt x="1090" y="298"/>
                  </a:lnTo>
                  <a:lnTo>
                    <a:pt x="1072" y="264"/>
                  </a:lnTo>
                  <a:lnTo>
                    <a:pt x="1051" y="233"/>
                  </a:lnTo>
                  <a:lnTo>
                    <a:pt x="1027" y="203"/>
                  </a:lnTo>
                  <a:lnTo>
                    <a:pt x="1002" y="174"/>
                  </a:lnTo>
                  <a:lnTo>
                    <a:pt x="974" y="148"/>
                  </a:lnTo>
                  <a:lnTo>
                    <a:pt x="943" y="123"/>
                  </a:lnTo>
                  <a:lnTo>
                    <a:pt x="911" y="99"/>
                  </a:lnTo>
                  <a:lnTo>
                    <a:pt x="876" y="78"/>
                  </a:lnTo>
                  <a:lnTo>
                    <a:pt x="840" y="60"/>
                  </a:lnTo>
                  <a:lnTo>
                    <a:pt x="803" y="44"/>
                  </a:lnTo>
                  <a:lnTo>
                    <a:pt x="764" y="30"/>
                  </a:lnTo>
                  <a:lnTo>
                    <a:pt x="724" y="19"/>
                  </a:lnTo>
                  <a:lnTo>
                    <a:pt x="683" y="10"/>
                  </a:lnTo>
                  <a:lnTo>
                    <a:pt x="642" y="4"/>
                  </a:lnTo>
                  <a:lnTo>
                    <a:pt x="600" y="1"/>
                  </a:lnTo>
                  <a:lnTo>
                    <a:pt x="559" y="0"/>
                  </a:lnTo>
                  <a:lnTo>
                    <a:pt x="517" y="2"/>
                  </a:lnTo>
                  <a:lnTo>
                    <a:pt x="474" y="6"/>
                  </a:lnTo>
                  <a:lnTo>
                    <a:pt x="433" y="14"/>
                  </a:lnTo>
                  <a:lnTo>
                    <a:pt x="394" y="24"/>
                  </a:lnTo>
                  <a:lnTo>
                    <a:pt x="354" y="37"/>
                  </a:lnTo>
                  <a:lnTo>
                    <a:pt x="316" y="51"/>
                  </a:lnTo>
                  <a:lnTo>
                    <a:pt x="279" y="68"/>
                  </a:lnTo>
                  <a:lnTo>
                    <a:pt x="243" y="88"/>
                  </a:lnTo>
                  <a:lnTo>
                    <a:pt x="210" y="110"/>
                  </a:lnTo>
                  <a:lnTo>
                    <a:pt x="179" y="134"/>
                  </a:lnTo>
                  <a:lnTo>
                    <a:pt x="149" y="159"/>
                  </a:lnTo>
                  <a:lnTo>
                    <a:pt x="122" y="187"/>
                  </a:lnTo>
                  <a:lnTo>
                    <a:pt x="97" y="217"/>
                  </a:lnTo>
                  <a:lnTo>
                    <a:pt x="75" y="247"/>
                  </a:lnTo>
                  <a:lnTo>
                    <a:pt x="56" y="280"/>
                  </a:lnTo>
                  <a:lnTo>
                    <a:pt x="39" y="312"/>
                  </a:lnTo>
                  <a:lnTo>
                    <a:pt x="25" y="347"/>
                  </a:lnTo>
                  <a:lnTo>
                    <a:pt x="14" y="382"/>
                  </a:lnTo>
                  <a:lnTo>
                    <a:pt x="7" y="417"/>
                  </a:lnTo>
                  <a:lnTo>
                    <a:pt x="2" y="454"/>
                  </a:lnTo>
                  <a:lnTo>
                    <a:pt x="0" y="490"/>
                  </a:lnTo>
                  <a:lnTo>
                    <a:pt x="568" y="490"/>
                  </a:lnTo>
                  <a:lnTo>
                    <a:pt x="640" y="490"/>
                  </a:lnTo>
                  <a:lnTo>
                    <a:pt x="651" y="467"/>
                  </a:lnTo>
                  <a:lnTo>
                    <a:pt x="664" y="445"/>
                  </a:lnTo>
                  <a:lnTo>
                    <a:pt x="679" y="425"/>
                  </a:lnTo>
                  <a:lnTo>
                    <a:pt x="696" y="406"/>
                  </a:lnTo>
                  <a:lnTo>
                    <a:pt x="716" y="389"/>
                  </a:lnTo>
                  <a:lnTo>
                    <a:pt x="738" y="374"/>
                  </a:lnTo>
                  <a:lnTo>
                    <a:pt x="761" y="361"/>
                  </a:lnTo>
                  <a:lnTo>
                    <a:pt x="785" y="350"/>
                  </a:lnTo>
                  <a:lnTo>
                    <a:pt x="811" y="340"/>
                  </a:lnTo>
                  <a:lnTo>
                    <a:pt x="837" y="334"/>
                  </a:lnTo>
                  <a:lnTo>
                    <a:pt x="864" y="330"/>
                  </a:lnTo>
                  <a:lnTo>
                    <a:pt x="891" y="330"/>
                  </a:lnTo>
                  <a:lnTo>
                    <a:pt x="919" y="330"/>
                  </a:lnTo>
                  <a:lnTo>
                    <a:pt x="947" y="335"/>
                  </a:lnTo>
                  <a:lnTo>
                    <a:pt x="974" y="341"/>
                  </a:lnTo>
                  <a:lnTo>
                    <a:pt x="1000" y="351"/>
                  </a:lnTo>
                  <a:lnTo>
                    <a:pt x="1025" y="362"/>
                  </a:lnTo>
                  <a:lnTo>
                    <a:pt x="1048" y="375"/>
                  </a:lnTo>
                  <a:lnTo>
                    <a:pt x="1070" y="392"/>
                  </a:lnTo>
                  <a:lnTo>
                    <a:pt x="1090" y="410"/>
                  </a:lnTo>
                  <a:lnTo>
                    <a:pt x="1107" y="429"/>
                  </a:lnTo>
                  <a:lnTo>
                    <a:pt x="1122" y="451"/>
                  </a:lnTo>
                  <a:lnTo>
                    <a:pt x="1135" y="473"/>
                  </a:lnTo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905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Bef>
                  <a:spcPct val="20000"/>
                </a:spcBef>
              </a:pPr>
              <a:endParaRPr lang="en-GB" sz="1600" dirty="0">
                <a:cs typeface="Arial" pitchFamily="34" charset="0"/>
              </a:endParaRPr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gray">
            <a:xfrm>
              <a:off x="3540734" y="3425990"/>
              <a:ext cx="1094928" cy="2638264"/>
            </a:xfrm>
            <a:custGeom>
              <a:avLst/>
              <a:gdLst>
                <a:gd name="T0" fmla="*/ 6090193 w 493"/>
                <a:gd name="T1" fmla="*/ 30245 h 1134"/>
                <a:gd name="T2" fmla="*/ 5096416 w 493"/>
                <a:gd name="T3" fmla="*/ 209386 h 1134"/>
                <a:gd name="T4" fmla="*/ 4150763 w 493"/>
                <a:gd name="T5" fmla="*/ 523465 h 1134"/>
                <a:gd name="T6" fmla="*/ 3250830 w 493"/>
                <a:gd name="T7" fmla="*/ 986441 h 1134"/>
                <a:gd name="T8" fmla="*/ 2447145 w 493"/>
                <a:gd name="T9" fmla="*/ 1554110 h 1134"/>
                <a:gd name="T10" fmla="*/ 1710836 w 493"/>
                <a:gd name="T11" fmla="*/ 2233451 h 1134"/>
                <a:gd name="T12" fmla="*/ 1111683 w 493"/>
                <a:gd name="T13" fmla="*/ 3029118 h 1134"/>
                <a:gd name="T14" fmla="*/ 623216 w 493"/>
                <a:gd name="T15" fmla="*/ 3889927 h 1134"/>
                <a:gd name="T16" fmla="*/ 276718 w 493"/>
                <a:gd name="T17" fmla="*/ 4820532 h 1134"/>
                <a:gd name="T18" fmla="*/ 69781 w 493"/>
                <a:gd name="T19" fmla="*/ 5765095 h 1134"/>
                <a:gd name="T20" fmla="*/ 0 w 493"/>
                <a:gd name="T21" fmla="*/ 6751536 h 1134"/>
                <a:gd name="T22" fmla="*/ 96250 w 493"/>
                <a:gd name="T23" fmla="*/ 7724017 h 1134"/>
                <a:gd name="T24" fmla="*/ 346499 w 493"/>
                <a:gd name="T25" fmla="*/ 8687192 h 1134"/>
                <a:gd name="T26" fmla="*/ 726684 w 493"/>
                <a:gd name="T27" fmla="*/ 9592207 h 1134"/>
                <a:gd name="T28" fmla="*/ 1236807 w 493"/>
                <a:gd name="T29" fmla="*/ 10429751 h 1134"/>
                <a:gd name="T30" fmla="*/ 1872054 w 493"/>
                <a:gd name="T31" fmla="*/ 11195173 h 1134"/>
                <a:gd name="T32" fmla="*/ 2605958 w 493"/>
                <a:gd name="T33" fmla="*/ 11855902 h 1134"/>
                <a:gd name="T34" fmla="*/ 3457766 w 493"/>
                <a:gd name="T35" fmla="*/ 12402632 h 1134"/>
                <a:gd name="T36" fmla="*/ 4362512 w 493"/>
                <a:gd name="T37" fmla="*/ 12842342 h 1134"/>
                <a:gd name="T38" fmla="*/ 5329821 w 493"/>
                <a:gd name="T39" fmla="*/ 13123850 h 1134"/>
                <a:gd name="T40" fmla="*/ 6316379 w 493"/>
                <a:gd name="T41" fmla="*/ 13265767 h 1134"/>
                <a:gd name="T42" fmla="*/ 6824095 w 493"/>
                <a:gd name="T43" fmla="*/ 6637537 h 1134"/>
                <a:gd name="T44" fmla="*/ 6496847 w 493"/>
                <a:gd name="T45" fmla="*/ 5672035 h 1134"/>
                <a:gd name="T46" fmla="*/ 5909725 w 493"/>
                <a:gd name="T47" fmla="*/ 5343997 h 1134"/>
                <a:gd name="T48" fmla="*/ 5426071 w 493"/>
                <a:gd name="T49" fmla="*/ 4897307 h 1134"/>
                <a:gd name="T50" fmla="*/ 5021823 w 493"/>
                <a:gd name="T51" fmla="*/ 4380820 h 1134"/>
                <a:gd name="T52" fmla="*/ 4742698 w 493"/>
                <a:gd name="T53" fmla="*/ 3796866 h 1134"/>
                <a:gd name="T54" fmla="*/ 4605542 w 493"/>
                <a:gd name="T55" fmla="*/ 3175688 h 1134"/>
                <a:gd name="T56" fmla="*/ 4605542 w 493"/>
                <a:gd name="T57" fmla="*/ 2517285 h 1134"/>
                <a:gd name="T58" fmla="*/ 4761948 w 493"/>
                <a:gd name="T59" fmla="*/ 1886801 h 1134"/>
                <a:gd name="T60" fmla="*/ 5038666 w 493"/>
                <a:gd name="T61" fmla="*/ 1288887 h 1134"/>
                <a:gd name="T62" fmla="*/ 5454946 w 493"/>
                <a:gd name="T63" fmla="*/ 756116 h 1134"/>
                <a:gd name="T64" fmla="*/ 5981912 w 493"/>
                <a:gd name="T65" fmla="*/ 328038 h 1134"/>
                <a:gd name="T66" fmla="*/ 6593097 w 493"/>
                <a:gd name="T67" fmla="*/ 0 h 11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93"/>
                <a:gd name="T103" fmla="*/ 0 h 1134"/>
                <a:gd name="T104" fmla="*/ 493 w 493"/>
                <a:gd name="T105" fmla="*/ 1134 h 11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93" h="1134">
                  <a:moveTo>
                    <a:pt x="475" y="0"/>
                  </a:moveTo>
                  <a:lnTo>
                    <a:pt x="439" y="3"/>
                  </a:lnTo>
                  <a:lnTo>
                    <a:pt x="403" y="9"/>
                  </a:lnTo>
                  <a:lnTo>
                    <a:pt x="367" y="18"/>
                  </a:lnTo>
                  <a:lnTo>
                    <a:pt x="333" y="30"/>
                  </a:lnTo>
                  <a:lnTo>
                    <a:pt x="299" y="45"/>
                  </a:lnTo>
                  <a:lnTo>
                    <a:pt x="266" y="63"/>
                  </a:lnTo>
                  <a:lnTo>
                    <a:pt x="234" y="84"/>
                  </a:lnTo>
                  <a:lnTo>
                    <a:pt x="204" y="107"/>
                  </a:lnTo>
                  <a:lnTo>
                    <a:pt x="176" y="133"/>
                  </a:lnTo>
                  <a:lnTo>
                    <a:pt x="148" y="161"/>
                  </a:lnTo>
                  <a:lnTo>
                    <a:pt x="123" y="191"/>
                  </a:lnTo>
                  <a:lnTo>
                    <a:pt x="101" y="224"/>
                  </a:lnTo>
                  <a:lnTo>
                    <a:pt x="80" y="258"/>
                  </a:lnTo>
                  <a:lnTo>
                    <a:pt x="61" y="294"/>
                  </a:lnTo>
                  <a:lnTo>
                    <a:pt x="45" y="332"/>
                  </a:lnTo>
                  <a:lnTo>
                    <a:pt x="31" y="370"/>
                  </a:lnTo>
                  <a:lnTo>
                    <a:pt x="20" y="411"/>
                  </a:lnTo>
                  <a:lnTo>
                    <a:pt x="11" y="451"/>
                  </a:lnTo>
                  <a:lnTo>
                    <a:pt x="5" y="492"/>
                  </a:lnTo>
                  <a:lnTo>
                    <a:pt x="1" y="534"/>
                  </a:lnTo>
                  <a:lnTo>
                    <a:pt x="0" y="576"/>
                  </a:lnTo>
                  <a:lnTo>
                    <a:pt x="3" y="617"/>
                  </a:lnTo>
                  <a:lnTo>
                    <a:pt x="7" y="659"/>
                  </a:lnTo>
                  <a:lnTo>
                    <a:pt x="14" y="701"/>
                  </a:lnTo>
                  <a:lnTo>
                    <a:pt x="25" y="741"/>
                  </a:lnTo>
                  <a:lnTo>
                    <a:pt x="37" y="780"/>
                  </a:lnTo>
                  <a:lnTo>
                    <a:pt x="52" y="818"/>
                  </a:lnTo>
                  <a:lnTo>
                    <a:pt x="69" y="855"/>
                  </a:lnTo>
                  <a:lnTo>
                    <a:pt x="89" y="890"/>
                  </a:lnTo>
                  <a:lnTo>
                    <a:pt x="111" y="924"/>
                  </a:lnTo>
                  <a:lnTo>
                    <a:pt x="135" y="955"/>
                  </a:lnTo>
                  <a:lnTo>
                    <a:pt x="161" y="984"/>
                  </a:lnTo>
                  <a:lnTo>
                    <a:pt x="188" y="1011"/>
                  </a:lnTo>
                  <a:lnTo>
                    <a:pt x="218" y="1036"/>
                  </a:lnTo>
                  <a:lnTo>
                    <a:pt x="249" y="1058"/>
                  </a:lnTo>
                  <a:lnTo>
                    <a:pt x="281" y="1078"/>
                  </a:lnTo>
                  <a:lnTo>
                    <a:pt x="314" y="1095"/>
                  </a:lnTo>
                  <a:lnTo>
                    <a:pt x="349" y="1108"/>
                  </a:lnTo>
                  <a:lnTo>
                    <a:pt x="384" y="1119"/>
                  </a:lnTo>
                  <a:lnTo>
                    <a:pt x="419" y="1126"/>
                  </a:lnTo>
                  <a:lnTo>
                    <a:pt x="455" y="1131"/>
                  </a:lnTo>
                  <a:lnTo>
                    <a:pt x="492" y="1133"/>
                  </a:lnTo>
                  <a:lnTo>
                    <a:pt x="492" y="566"/>
                  </a:lnTo>
                  <a:lnTo>
                    <a:pt x="492" y="494"/>
                  </a:lnTo>
                  <a:lnTo>
                    <a:pt x="468" y="484"/>
                  </a:lnTo>
                  <a:lnTo>
                    <a:pt x="447" y="470"/>
                  </a:lnTo>
                  <a:lnTo>
                    <a:pt x="426" y="456"/>
                  </a:lnTo>
                  <a:lnTo>
                    <a:pt x="408" y="438"/>
                  </a:lnTo>
                  <a:lnTo>
                    <a:pt x="391" y="418"/>
                  </a:lnTo>
                  <a:lnTo>
                    <a:pt x="375" y="397"/>
                  </a:lnTo>
                  <a:lnTo>
                    <a:pt x="362" y="374"/>
                  </a:lnTo>
                  <a:lnTo>
                    <a:pt x="351" y="349"/>
                  </a:lnTo>
                  <a:lnTo>
                    <a:pt x="342" y="324"/>
                  </a:lnTo>
                  <a:lnTo>
                    <a:pt x="336" y="298"/>
                  </a:lnTo>
                  <a:lnTo>
                    <a:pt x="332" y="271"/>
                  </a:lnTo>
                  <a:lnTo>
                    <a:pt x="331" y="243"/>
                  </a:lnTo>
                  <a:lnTo>
                    <a:pt x="332" y="215"/>
                  </a:lnTo>
                  <a:lnTo>
                    <a:pt x="336" y="188"/>
                  </a:lnTo>
                  <a:lnTo>
                    <a:pt x="343" y="161"/>
                  </a:lnTo>
                  <a:lnTo>
                    <a:pt x="352" y="135"/>
                  </a:lnTo>
                  <a:lnTo>
                    <a:pt x="363" y="110"/>
                  </a:lnTo>
                  <a:lnTo>
                    <a:pt x="377" y="86"/>
                  </a:lnTo>
                  <a:lnTo>
                    <a:pt x="393" y="65"/>
                  </a:lnTo>
                  <a:lnTo>
                    <a:pt x="412" y="45"/>
                  </a:lnTo>
                  <a:lnTo>
                    <a:pt x="431" y="28"/>
                  </a:lnTo>
                  <a:lnTo>
                    <a:pt x="452" y="12"/>
                  </a:lnTo>
                  <a:lnTo>
                    <a:pt x="475" y="0"/>
                  </a:lnTo>
                </a:path>
              </a:pathLst>
            </a:custGeom>
            <a:solidFill>
              <a:schemeClr val="accent5"/>
            </a:solidFill>
            <a:ln w="1905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Bef>
                  <a:spcPct val="20000"/>
                </a:spcBef>
              </a:pPr>
              <a:endParaRPr lang="en-GB" sz="1600" dirty="0">
                <a:cs typeface="Arial" pitchFamily="34" charset="0"/>
              </a:endParaRPr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gray">
            <a:xfrm>
              <a:off x="4138359" y="3811092"/>
              <a:ext cx="2520915" cy="1142886"/>
            </a:xfrm>
            <a:custGeom>
              <a:avLst/>
              <a:gdLst>
                <a:gd name="T0" fmla="*/ 45681 w 1136"/>
                <a:gd name="T1" fmla="*/ 616833 h 491"/>
                <a:gd name="T2" fmla="*/ 250042 w 1136"/>
                <a:gd name="T3" fmla="*/ 1466432 h 491"/>
                <a:gd name="T4" fmla="*/ 622701 w 1136"/>
                <a:gd name="T5" fmla="*/ 2264823 h 491"/>
                <a:gd name="T6" fmla="*/ 1158849 w 1136"/>
                <a:gd name="T7" fmla="*/ 3018988 h 491"/>
                <a:gd name="T8" fmla="*/ 1839252 w 1136"/>
                <a:gd name="T9" fmla="*/ 3719617 h 491"/>
                <a:gd name="T10" fmla="*/ 2649485 w 1136"/>
                <a:gd name="T11" fmla="*/ 4327139 h 491"/>
                <a:gd name="T12" fmla="*/ 3582335 w 1136"/>
                <a:gd name="T13" fmla="*/ 4843882 h 491"/>
                <a:gd name="T14" fmla="*/ 4589716 w 1136"/>
                <a:gd name="T15" fmla="*/ 5251225 h 491"/>
                <a:gd name="T16" fmla="*/ 5676438 w 1136"/>
                <a:gd name="T17" fmla="*/ 5546839 h 491"/>
                <a:gd name="T18" fmla="*/ 6808840 w 1136"/>
                <a:gd name="T19" fmla="*/ 5714431 h 491"/>
                <a:gd name="T20" fmla="*/ 7960477 w 1136"/>
                <a:gd name="T21" fmla="*/ 5763312 h 491"/>
                <a:gd name="T22" fmla="*/ 9121730 w 1136"/>
                <a:gd name="T23" fmla="*/ 5691154 h 491"/>
                <a:gd name="T24" fmla="*/ 10237304 w 1136"/>
                <a:gd name="T25" fmla="*/ 5483992 h 491"/>
                <a:gd name="T26" fmla="*/ 11316813 w 1136"/>
                <a:gd name="T27" fmla="*/ 5169756 h 491"/>
                <a:gd name="T28" fmla="*/ 12326598 w 1136"/>
                <a:gd name="T29" fmla="*/ 4727498 h 491"/>
                <a:gd name="T30" fmla="*/ 13211362 w 1136"/>
                <a:gd name="T31" fmla="*/ 4194462 h 491"/>
                <a:gd name="T32" fmla="*/ 14002361 w 1136"/>
                <a:gd name="T33" fmla="*/ 3561335 h 491"/>
                <a:gd name="T34" fmla="*/ 14649104 w 1136"/>
                <a:gd name="T35" fmla="*/ 2853724 h 491"/>
                <a:gd name="T36" fmla="*/ 15149189 w 1136"/>
                <a:gd name="T37" fmla="*/ 2092575 h 491"/>
                <a:gd name="T38" fmla="*/ 15495401 w 1136"/>
                <a:gd name="T39" fmla="*/ 1270908 h 491"/>
                <a:gd name="T40" fmla="*/ 15654081 w 1136"/>
                <a:gd name="T41" fmla="*/ 428291 h 491"/>
                <a:gd name="T42" fmla="*/ 7840264 w 1136"/>
                <a:gd name="T43" fmla="*/ 0 h 491"/>
                <a:gd name="T44" fmla="*/ 6686224 w 1136"/>
                <a:gd name="T45" fmla="*/ 253716 h 491"/>
                <a:gd name="T46" fmla="*/ 6294331 w 1136"/>
                <a:gd name="T47" fmla="*/ 726233 h 491"/>
                <a:gd name="T48" fmla="*/ 5748566 w 1136"/>
                <a:gd name="T49" fmla="*/ 1112626 h 491"/>
                <a:gd name="T50" fmla="*/ 5125865 w 1136"/>
                <a:gd name="T51" fmla="*/ 1396602 h 491"/>
                <a:gd name="T52" fmla="*/ 4414206 w 1136"/>
                <a:gd name="T53" fmla="*/ 1573505 h 491"/>
                <a:gd name="T54" fmla="*/ 3707356 w 1136"/>
                <a:gd name="T55" fmla="*/ 1622386 h 491"/>
                <a:gd name="T56" fmla="*/ 2899528 w 1136"/>
                <a:gd name="T57" fmla="*/ 1634025 h 491"/>
                <a:gd name="T58" fmla="*/ 2125358 w 1136"/>
                <a:gd name="T59" fmla="*/ 1510658 h 491"/>
                <a:gd name="T60" fmla="*/ 1396870 w 1136"/>
                <a:gd name="T61" fmla="*/ 1270908 h 491"/>
                <a:gd name="T62" fmla="*/ 747722 w 1136"/>
                <a:gd name="T63" fmla="*/ 900808 h 491"/>
                <a:gd name="T64" fmla="*/ 223595 w 1136"/>
                <a:gd name="T65" fmla="*/ 453896 h 4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36"/>
                <a:gd name="T100" fmla="*/ 0 h 491"/>
                <a:gd name="T101" fmla="*/ 1136 w 1136"/>
                <a:gd name="T102" fmla="*/ 491 h 4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36" h="491">
                  <a:moveTo>
                    <a:pt x="0" y="17"/>
                  </a:moveTo>
                  <a:lnTo>
                    <a:pt x="3" y="53"/>
                  </a:lnTo>
                  <a:lnTo>
                    <a:pt x="9" y="89"/>
                  </a:lnTo>
                  <a:lnTo>
                    <a:pt x="18" y="125"/>
                  </a:lnTo>
                  <a:lnTo>
                    <a:pt x="31" y="159"/>
                  </a:lnTo>
                  <a:lnTo>
                    <a:pt x="45" y="193"/>
                  </a:lnTo>
                  <a:lnTo>
                    <a:pt x="63" y="226"/>
                  </a:lnTo>
                  <a:lnTo>
                    <a:pt x="84" y="257"/>
                  </a:lnTo>
                  <a:lnTo>
                    <a:pt x="108" y="287"/>
                  </a:lnTo>
                  <a:lnTo>
                    <a:pt x="133" y="316"/>
                  </a:lnTo>
                  <a:lnTo>
                    <a:pt x="161" y="343"/>
                  </a:lnTo>
                  <a:lnTo>
                    <a:pt x="192" y="368"/>
                  </a:lnTo>
                  <a:lnTo>
                    <a:pt x="224" y="391"/>
                  </a:lnTo>
                  <a:lnTo>
                    <a:pt x="259" y="412"/>
                  </a:lnTo>
                  <a:lnTo>
                    <a:pt x="295" y="430"/>
                  </a:lnTo>
                  <a:lnTo>
                    <a:pt x="332" y="447"/>
                  </a:lnTo>
                  <a:lnTo>
                    <a:pt x="371" y="460"/>
                  </a:lnTo>
                  <a:lnTo>
                    <a:pt x="411" y="472"/>
                  </a:lnTo>
                  <a:lnTo>
                    <a:pt x="452" y="480"/>
                  </a:lnTo>
                  <a:lnTo>
                    <a:pt x="493" y="486"/>
                  </a:lnTo>
                  <a:lnTo>
                    <a:pt x="534" y="489"/>
                  </a:lnTo>
                  <a:lnTo>
                    <a:pt x="576" y="490"/>
                  </a:lnTo>
                  <a:lnTo>
                    <a:pt x="618" y="489"/>
                  </a:lnTo>
                  <a:lnTo>
                    <a:pt x="660" y="484"/>
                  </a:lnTo>
                  <a:lnTo>
                    <a:pt x="701" y="476"/>
                  </a:lnTo>
                  <a:lnTo>
                    <a:pt x="741" y="467"/>
                  </a:lnTo>
                  <a:lnTo>
                    <a:pt x="781" y="454"/>
                  </a:lnTo>
                  <a:lnTo>
                    <a:pt x="819" y="440"/>
                  </a:lnTo>
                  <a:lnTo>
                    <a:pt x="856" y="422"/>
                  </a:lnTo>
                  <a:lnTo>
                    <a:pt x="892" y="402"/>
                  </a:lnTo>
                  <a:lnTo>
                    <a:pt x="925" y="381"/>
                  </a:lnTo>
                  <a:lnTo>
                    <a:pt x="956" y="357"/>
                  </a:lnTo>
                  <a:lnTo>
                    <a:pt x="986" y="331"/>
                  </a:lnTo>
                  <a:lnTo>
                    <a:pt x="1013" y="303"/>
                  </a:lnTo>
                  <a:lnTo>
                    <a:pt x="1038" y="274"/>
                  </a:lnTo>
                  <a:lnTo>
                    <a:pt x="1060" y="243"/>
                  </a:lnTo>
                  <a:lnTo>
                    <a:pt x="1079" y="211"/>
                  </a:lnTo>
                  <a:lnTo>
                    <a:pt x="1096" y="178"/>
                  </a:lnTo>
                  <a:lnTo>
                    <a:pt x="1110" y="143"/>
                  </a:lnTo>
                  <a:lnTo>
                    <a:pt x="1121" y="108"/>
                  </a:lnTo>
                  <a:lnTo>
                    <a:pt x="1128" y="73"/>
                  </a:lnTo>
                  <a:lnTo>
                    <a:pt x="1133" y="37"/>
                  </a:lnTo>
                  <a:lnTo>
                    <a:pt x="1135" y="0"/>
                  </a:lnTo>
                  <a:lnTo>
                    <a:pt x="567" y="0"/>
                  </a:lnTo>
                  <a:lnTo>
                    <a:pt x="495" y="0"/>
                  </a:lnTo>
                  <a:lnTo>
                    <a:pt x="484" y="22"/>
                  </a:lnTo>
                  <a:lnTo>
                    <a:pt x="470" y="43"/>
                  </a:lnTo>
                  <a:lnTo>
                    <a:pt x="455" y="62"/>
                  </a:lnTo>
                  <a:lnTo>
                    <a:pt x="436" y="80"/>
                  </a:lnTo>
                  <a:lnTo>
                    <a:pt x="416" y="95"/>
                  </a:lnTo>
                  <a:lnTo>
                    <a:pt x="394" y="108"/>
                  </a:lnTo>
                  <a:lnTo>
                    <a:pt x="371" y="119"/>
                  </a:lnTo>
                  <a:lnTo>
                    <a:pt x="346" y="128"/>
                  </a:lnTo>
                  <a:lnTo>
                    <a:pt x="320" y="134"/>
                  </a:lnTo>
                  <a:lnTo>
                    <a:pt x="295" y="137"/>
                  </a:lnTo>
                  <a:lnTo>
                    <a:pt x="268" y="138"/>
                  </a:lnTo>
                  <a:lnTo>
                    <a:pt x="238" y="140"/>
                  </a:lnTo>
                  <a:lnTo>
                    <a:pt x="210" y="139"/>
                  </a:lnTo>
                  <a:lnTo>
                    <a:pt x="181" y="136"/>
                  </a:lnTo>
                  <a:lnTo>
                    <a:pt x="154" y="129"/>
                  </a:lnTo>
                  <a:lnTo>
                    <a:pt x="126" y="119"/>
                  </a:lnTo>
                  <a:lnTo>
                    <a:pt x="101" y="108"/>
                  </a:lnTo>
                  <a:lnTo>
                    <a:pt x="76" y="94"/>
                  </a:lnTo>
                  <a:lnTo>
                    <a:pt x="54" y="77"/>
                  </a:lnTo>
                  <a:lnTo>
                    <a:pt x="34" y="60"/>
                  </a:lnTo>
                  <a:lnTo>
                    <a:pt x="16" y="39"/>
                  </a:lnTo>
                  <a:lnTo>
                    <a:pt x="0" y="17"/>
                  </a:lnTo>
                </a:path>
              </a:pathLst>
            </a:custGeom>
            <a:solidFill>
              <a:srgbClr val="FFFF00"/>
            </a:solidFill>
            <a:ln w="1905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Bef>
                  <a:spcPct val="20000"/>
                </a:spcBef>
              </a:pPr>
              <a:endParaRPr lang="en-GB" sz="1600" dirty="0">
                <a:cs typeface="Arial" pitchFamily="34" charset="0"/>
              </a:endParaRPr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gray">
            <a:xfrm>
              <a:off x="4503813" y="1584329"/>
              <a:ext cx="1100661" cy="2646028"/>
            </a:xfrm>
            <a:custGeom>
              <a:avLst/>
              <a:gdLst>
                <a:gd name="T0" fmla="*/ 778963 w 496"/>
                <a:gd name="T1" fmla="*/ 13318572 h 1137"/>
                <a:gd name="T2" fmla="*/ 1743051 w 496"/>
                <a:gd name="T3" fmla="*/ 13134724 h 1137"/>
                <a:gd name="T4" fmla="*/ 2668671 w 496"/>
                <a:gd name="T5" fmla="*/ 12832188 h 1137"/>
                <a:gd name="T6" fmla="*/ 3531781 w 496"/>
                <a:gd name="T7" fmla="*/ 12380711 h 1137"/>
                <a:gd name="T8" fmla="*/ 4358829 w 496"/>
                <a:gd name="T9" fmla="*/ 11840800 h 1137"/>
                <a:gd name="T10" fmla="*/ 5058454 w 496"/>
                <a:gd name="T11" fmla="*/ 11163585 h 1137"/>
                <a:gd name="T12" fmla="*/ 5676335 w 496"/>
                <a:gd name="T13" fmla="*/ 10411899 h 1137"/>
                <a:gd name="T14" fmla="*/ 6169198 w 496"/>
                <a:gd name="T15" fmla="*/ 9581089 h 1137"/>
                <a:gd name="T16" fmla="*/ 6525020 w 496"/>
                <a:gd name="T17" fmla="*/ 8687441 h 1137"/>
                <a:gd name="T18" fmla="*/ 6748612 w 496"/>
                <a:gd name="T19" fmla="*/ 7747252 h 1137"/>
                <a:gd name="T20" fmla="*/ 6835163 w 496"/>
                <a:gd name="T21" fmla="*/ 6783791 h 1137"/>
                <a:gd name="T22" fmla="*/ 6782270 w 496"/>
                <a:gd name="T23" fmla="*/ 5824985 h 1137"/>
                <a:gd name="T24" fmla="*/ 6577913 w 496"/>
                <a:gd name="T25" fmla="*/ 4882469 h 1137"/>
                <a:gd name="T26" fmla="*/ 6246132 w 496"/>
                <a:gd name="T27" fmla="*/ 3974859 h 1137"/>
                <a:gd name="T28" fmla="*/ 5774908 w 496"/>
                <a:gd name="T29" fmla="*/ 3125431 h 1137"/>
                <a:gd name="T30" fmla="*/ 5193090 w 496"/>
                <a:gd name="T31" fmla="*/ 2350473 h 1137"/>
                <a:gd name="T32" fmla="*/ 4512698 w 496"/>
                <a:gd name="T33" fmla="*/ 1666276 h 1137"/>
                <a:gd name="T34" fmla="*/ 3728926 w 496"/>
                <a:gd name="T35" fmla="*/ 1082148 h 1137"/>
                <a:gd name="T36" fmla="*/ 2865816 w 496"/>
                <a:gd name="T37" fmla="*/ 609727 h 1137"/>
                <a:gd name="T38" fmla="*/ 1947408 w 496"/>
                <a:gd name="T39" fmla="*/ 281591 h 1137"/>
                <a:gd name="T40" fmla="*/ 978513 w 496"/>
                <a:gd name="T41" fmla="*/ 76798 h 1137"/>
                <a:gd name="T42" fmla="*/ 0 w 496"/>
                <a:gd name="T43" fmla="*/ 0 h 1137"/>
                <a:gd name="T44" fmla="*/ 346206 w 496"/>
                <a:gd name="T45" fmla="*/ 7181743 h 1137"/>
                <a:gd name="T46" fmla="*/ 964087 w 496"/>
                <a:gd name="T47" fmla="*/ 7693727 h 1137"/>
                <a:gd name="T48" fmla="*/ 1493013 w 496"/>
                <a:gd name="T49" fmla="*/ 8289490 h 1137"/>
                <a:gd name="T50" fmla="*/ 1892112 w 496"/>
                <a:gd name="T51" fmla="*/ 8973687 h 1137"/>
                <a:gd name="T52" fmla="*/ 2163787 w 496"/>
                <a:gd name="T53" fmla="*/ 9723048 h 1137"/>
                <a:gd name="T54" fmla="*/ 2267168 w 496"/>
                <a:gd name="T55" fmla="*/ 10495678 h 1137"/>
                <a:gd name="T56" fmla="*/ 2197446 w 496"/>
                <a:gd name="T57" fmla="*/ 11140313 h 1137"/>
                <a:gd name="T58" fmla="*/ 1988280 w 496"/>
                <a:gd name="T59" fmla="*/ 11768657 h 1137"/>
                <a:gd name="T60" fmla="*/ 1642074 w 496"/>
                <a:gd name="T61" fmla="*/ 12329512 h 1137"/>
                <a:gd name="T62" fmla="*/ 1158828 w 496"/>
                <a:gd name="T63" fmla="*/ 12806588 h 1137"/>
                <a:gd name="T64" fmla="*/ 598648 w 496"/>
                <a:gd name="T65" fmla="*/ 13197558 h 11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96"/>
                <a:gd name="T100" fmla="*/ 0 h 1137"/>
                <a:gd name="T101" fmla="*/ 496 w 496"/>
                <a:gd name="T102" fmla="*/ 1137 h 113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96" h="1137">
                  <a:moveTo>
                    <a:pt x="20" y="1136"/>
                  </a:moveTo>
                  <a:lnTo>
                    <a:pt x="56" y="1134"/>
                  </a:lnTo>
                  <a:lnTo>
                    <a:pt x="91" y="1128"/>
                  </a:lnTo>
                  <a:lnTo>
                    <a:pt x="126" y="1119"/>
                  </a:lnTo>
                  <a:lnTo>
                    <a:pt x="160" y="1107"/>
                  </a:lnTo>
                  <a:lnTo>
                    <a:pt x="193" y="1093"/>
                  </a:lnTo>
                  <a:lnTo>
                    <a:pt x="225" y="1076"/>
                  </a:lnTo>
                  <a:lnTo>
                    <a:pt x="256" y="1055"/>
                  </a:lnTo>
                  <a:lnTo>
                    <a:pt x="287" y="1033"/>
                  </a:lnTo>
                  <a:lnTo>
                    <a:pt x="315" y="1008"/>
                  </a:lnTo>
                  <a:lnTo>
                    <a:pt x="341" y="981"/>
                  </a:lnTo>
                  <a:lnTo>
                    <a:pt x="366" y="951"/>
                  </a:lnTo>
                  <a:lnTo>
                    <a:pt x="390" y="920"/>
                  </a:lnTo>
                  <a:lnTo>
                    <a:pt x="411" y="887"/>
                  </a:lnTo>
                  <a:lnTo>
                    <a:pt x="429" y="852"/>
                  </a:lnTo>
                  <a:lnTo>
                    <a:pt x="446" y="816"/>
                  </a:lnTo>
                  <a:lnTo>
                    <a:pt x="460" y="779"/>
                  </a:lnTo>
                  <a:lnTo>
                    <a:pt x="472" y="740"/>
                  </a:lnTo>
                  <a:lnTo>
                    <a:pt x="481" y="700"/>
                  </a:lnTo>
                  <a:lnTo>
                    <a:pt x="488" y="660"/>
                  </a:lnTo>
                  <a:lnTo>
                    <a:pt x="492" y="619"/>
                  </a:lnTo>
                  <a:lnTo>
                    <a:pt x="495" y="578"/>
                  </a:lnTo>
                  <a:lnTo>
                    <a:pt x="494" y="537"/>
                  </a:lnTo>
                  <a:lnTo>
                    <a:pt x="491" y="496"/>
                  </a:lnTo>
                  <a:lnTo>
                    <a:pt x="485" y="456"/>
                  </a:lnTo>
                  <a:lnTo>
                    <a:pt x="476" y="416"/>
                  </a:lnTo>
                  <a:lnTo>
                    <a:pt x="465" y="377"/>
                  </a:lnTo>
                  <a:lnTo>
                    <a:pt x="452" y="339"/>
                  </a:lnTo>
                  <a:lnTo>
                    <a:pt x="436" y="302"/>
                  </a:lnTo>
                  <a:lnTo>
                    <a:pt x="418" y="266"/>
                  </a:lnTo>
                  <a:lnTo>
                    <a:pt x="399" y="232"/>
                  </a:lnTo>
                  <a:lnTo>
                    <a:pt x="376" y="200"/>
                  </a:lnTo>
                  <a:lnTo>
                    <a:pt x="352" y="170"/>
                  </a:lnTo>
                  <a:lnTo>
                    <a:pt x="327" y="142"/>
                  </a:lnTo>
                  <a:lnTo>
                    <a:pt x="299" y="115"/>
                  </a:lnTo>
                  <a:lnTo>
                    <a:pt x="270" y="92"/>
                  </a:lnTo>
                  <a:lnTo>
                    <a:pt x="239" y="71"/>
                  </a:lnTo>
                  <a:lnTo>
                    <a:pt x="207" y="52"/>
                  </a:lnTo>
                  <a:lnTo>
                    <a:pt x="175" y="37"/>
                  </a:lnTo>
                  <a:lnTo>
                    <a:pt x="141" y="24"/>
                  </a:lnTo>
                  <a:lnTo>
                    <a:pt x="106" y="14"/>
                  </a:lnTo>
                  <a:lnTo>
                    <a:pt x="71" y="7"/>
                  </a:lnTo>
                  <a:lnTo>
                    <a:pt x="36" y="2"/>
                  </a:lnTo>
                  <a:lnTo>
                    <a:pt x="0" y="0"/>
                  </a:lnTo>
                  <a:lnTo>
                    <a:pt x="0" y="594"/>
                  </a:lnTo>
                  <a:lnTo>
                    <a:pt x="25" y="612"/>
                  </a:lnTo>
                  <a:lnTo>
                    <a:pt x="49" y="632"/>
                  </a:lnTo>
                  <a:lnTo>
                    <a:pt x="70" y="655"/>
                  </a:lnTo>
                  <a:lnTo>
                    <a:pt x="91" y="680"/>
                  </a:lnTo>
                  <a:lnTo>
                    <a:pt x="108" y="706"/>
                  </a:lnTo>
                  <a:lnTo>
                    <a:pt x="124" y="735"/>
                  </a:lnTo>
                  <a:lnTo>
                    <a:pt x="137" y="765"/>
                  </a:lnTo>
                  <a:lnTo>
                    <a:pt x="148" y="796"/>
                  </a:lnTo>
                  <a:lnTo>
                    <a:pt x="156" y="828"/>
                  </a:lnTo>
                  <a:lnTo>
                    <a:pt x="161" y="860"/>
                  </a:lnTo>
                  <a:lnTo>
                    <a:pt x="164" y="894"/>
                  </a:lnTo>
                  <a:lnTo>
                    <a:pt x="164" y="921"/>
                  </a:lnTo>
                  <a:lnTo>
                    <a:pt x="159" y="949"/>
                  </a:lnTo>
                  <a:lnTo>
                    <a:pt x="153" y="976"/>
                  </a:lnTo>
                  <a:lnTo>
                    <a:pt x="144" y="1002"/>
                  </a:lnTo>
                  <a:lnTo>
                    <a:pt x="132" y="1027"/>
                  </a:lnTo>
                  <a:lnTo>
                    <a:pt x="119" y="1050"/>
                  </a:lnTo>
                  <a:lnTo>
                    <a:pt x="102" y="1072"/>
                  </a:lnTo>
                  <a:lnTo>
                    <a:pt x="84" y="1091"/>
                  </a:lnTo>
                  <a:lnTo>
                    <a:pt x="65" y="1109"/>
                  </a:lnTo>
                  <a:lnTo>
                    <a:pt x="43" y="1124"/>
                  </a:lnTo>
                  <a:lnTo>
                    <a:pt x="20" y="1136"/>
                  </a:lnTo>
                </a:path>
              </a:pathLst>
            </a:custGeom>
            <a:solidFill>
              <a:schemeClr val="accent1"/>
            </a:solidFill>
            <a:ln w="1905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Bef>
                  <a:spcPct val="20000"/>
                </a:spcBef>
              </a:pPr>
              <a:endParaRPr lang="en-GB" sz="1600" dirty="0">
                <a:cs typeface="Arial" pitchFamily="34" charset="0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gray">
            <a:xfrm>
              <a:off x="4139031" y="3413129"/>
              <a:ext cx="832104" cy="8286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spcBef>
                  <a:spcPct val="20000"/>
                </a:spcBef>
              </a:pPr>
              <a:endParaRPr lang="en-GB" sz="1600" dirty="0">
                <a:cs typeface="Arial" pitchFamily="34" charset="0"/>
              </a:endParaRP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gray">
            <a:xfrm rot="5400000">
              <a:off x="4431481" y="2792288"/>
              <a:ext cx="1233487" cy="230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0">
              <a:spAutoFit/>
            </a:bodyPr>
            <a:lstStyle/>
            <a:p>
              <a:pPr algn="ctr" defTabSz="787400">
                <a:lnSpc>
                  <a:spcPct val="95000"/>
                </a:lnSpc>
                <a:spcBef>
                  <a:spcPct val="80000"/>
                </a:spcBef>
                <a:buClr>
                  <a:schemeClr val="tx2"/>
                </a:buClr>
              </a:pPr>
              <a:r>
                <a:rPr lang="en-GB" sz="1400" dirty="0">
                  <a:cs typeface="Arial" pitchFamily="34" charset="0"/>
                </a:rPr>
                <a:t>Manual Task</a:t>
              </a:r>
            </a:p>
          </p:txBody>
        </p:sp>
        <p:sp>
          <p:nvSpPr>
            <p:cNvPr id="23" name="Rectangle 10"/>
            <p:cNvSpPr>
              <a:spLocks noChangeArrowheads="1"/>
            </p:cNvSpPr>
            <p:nvPr/>
          </p:nvSpPr>
          <p:spPr bwMode="gray">
            <a:xfrm>
              <a:off x="4811249" y="4145777"/>
              <a:ext cx="1175136" cy="46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0">
              <a:spAutoFit/>
            </a:bodyPr>
            <a:lstStyle/>
            <a:p>
              <a:pPr algn="ctr" defTabSz="787400">
                <a:lnSpc>
                  <a:spcPct val="95000"/>
                </a:lnSpc>
                <a:spcBef>
                  <a:spcPct val="80000"/>
                </a:spcBef>
                <a:buClr>
                  <a:schemeClr val="tx2"/>
                </a:buClr>
              </a:pPr>
              <a:r>
                <a:rPr lang="en-GB" sz="1400" dirty="0">
                  <a:cs typeface="Arial" pitchFamily="34" charset="0"/>
                </a:rPr>
                <a:t>Drag &amp; Drop</a:t>
              </a:r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gray">
            <a:xfrm rot="16200000" flipH="1">
              <a:off x="3471188" y="4515010"/>
              <a:ext cx="1228725" cy="46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0">
              <a:spAutoFit/>
            </a:bodyPr>
            <a:lstStyle/>
            <a:p>
              <a:pPr algn="ctr" defTabSz="787400">
                <a:lnSpc>
                  <a:spcPct val="95000"/>
                </a:lnSpc>
                <a:spcBef>
                  <a:spcPct val="80000"/>
                </a:spcBef>
                <a:buClr>
                  <a:schemeClr val="tx2"/>
                </a:buClr>
              </a:pPr>
              <a:r>
                <a:rPr lang="en-GB" sz="1400" dirty="0">
                  <a:cs typeface="Arial" pitchFamily="34" charset="0"/>
                </a:rPr>
                <a:t>Error Free Run</a:t>
              </a:r>
            </a:p>
          </p:txBody>
        </p:sp>
        <p:sp>
          <p:nvSpPr>
            <p:cNvPr id="25" name="Rectangle 12"/>
            <p:cNvSpPr>
              <a:spLocks noChangeArrowheads="1"/>
            </p:cNvSpPr>
            <p:nvPr/>
          </p:nvSpPr>
          <p:spPr bwMode="gray">
            <a:xfrm>
              <a:off x="3147392" y="3189271"/>
              <a:ext cx="1172205" cy="230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 anchorCtr="0">
              <a:spAutoFit/>
            </a:bodyPr>
            <a:lstStyle/>
            <a:p>
              <a:pPr algn="ctr" defTabSz="787400">
                <a:lnSpc>
                  <a:spcPct val="95000"/>
                </a:lnSpc>
                <a:spcBef>
                  <a:spcPct val="80000"/>
                </a:spcBef>
                <a:buClr>
                  <a:schemeClr val="tx2"/>
                </a:buClr>
              </a:pPr>
              <a:r>
                <a:rPr lang="en-GB" sz="1400" dirty="0">
                  <a:cs typeface="Arial" pitchFamily="34" charset="0"/>
                </a:rPr>
                <a:t>Repetitive</a:t>
              </a:r>
            </a:p>
          </p:txBody>
        </p:sp>
      </p:grpSp>
      <p:sp>
        <p:nvSpPr>
          <p:cNvPr id="81" name="Text Placeholder 7"/>
          <p:cNvSpPr txBox="1">
            <a:spLocks/>
          </p:cNvSpPr>
          <p:nvPr/>
        </p:nvSpPr>
        <p:spPr>
          <a:xfrm>
            <a:off x="6279917" y="1665289"/>
            <a:ext cx="4011847" cy="4206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A1EC67-0222-56F3-9C43-9DDEFAA1A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01" y="3664774"/>
            <a:ext cx="3871295" cy="21414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C2422B-33F2-8F1B-B00B-FF29D3134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068" y="4772025"/>
            <a:ext cx="3444538" cy="14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102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3A1B8-CAD5-1002-2F19-A0E627A8D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15" y="1626099"/>
            <a:ext cx="2651985" cy="4673101"/>
          </a:xfrm>
          <a:prstGeom prst="rect">
            <a:avLst/>
          </a:prstGeom>
          <a:noFill/>
        </p:spPr>
      </p:pic>
      <p:sp>
        <p:nvSpPr>
          <p:cNvPr id="679946" name="Content Placeholder 679945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</p:spPr>
        <p:txBody>
          <a:bodyPr>
            <a:normAutofit/>
          </a:bodyPr>
          <a:lstStyle/>
          <a:p>
            <a:pPr lvl="2"/>
            <a:r>
              <a:rPr lang="en-GB" dirty="0"/>
              <a:t>Out of SDKs there are couple of tools available for automation like JS to XML and XML to JSON converters and others as well</a:t>
            </a:r>
          </a:p>
          <a:p>
            <a:pPr lvl="2"/>
            <a:r>
              <a:rPr lang="en-GB" dirty="0"/>
              <a:t>HTTP requests can be handled</a:t>
            </a:r>
          </a:p>
          <a:p>
            <a:pPr lvl="2"/>
            <a:r>
              <a:rPr lang="en-GB" dirty="0"/>
              <a:t>File transfer can be handled</a:t>
            </a:r>
          </a:p>
          <a:p>
            <a:pPr lvl="2"/>
            <a:r>
              <a:rPr lang="en-GB" dirty="0"/>
              <a:t>S4 connectivity can be achieved to trigger processes in SAP</a:t>
            </a:r>
          </a:p>
          <a:p>
            <a:pPr lvl="2"/>
            <a:r>
              <a:rPr lang="en-GB" dirty="0"/>
              <a:t>Timeline can be monitored during execution for debug purpose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69900" y="978458"/>
            <a:ext cx="11252200" cy="757255"/>
          </a:xfrm>
        </p:spPr>
        <p:txBody>
          <a:bodyPr>
            <a:normAutofit/>
          </a:bodyPr>
          <a:lstStyle/>
          <a:p>
            <a:r>
              <a:rPr lang="en-US" sz="1800" dirty="0"/>
              <a:t>Tools available to design automation</a:t>
            </a:r>
          </a:p>
        </p:txBody>
      </p:sp>
      <p:sp>
        <p:nvSpPr>
          <p:cNvPr id="679937" name="Title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</p:spPr>
        <p:txBody>
          <a:bodyPr anchor="t">
            <a:no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Process Automation</a:t>
            </a:r>
          </a:p>
        </p:txBody>
      </p:sp>
      <p:sp>
        <p:nvSpPr>
          <p:cNvPr id="81" name="Text Placeholder 7"/>
          <p:cNvSpPr txBox="1">
            <a:spLocks/>
          </p:cNvSpPr>
          <p:nvPr/>
        </p:nvSpPr>
        <p:spPr>
          <a:xfrm>
            <a:off x="6279917" y="1665289"/>
            <a:ext cx="4011847" cy="4206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0DE8E-6312-F80D-6D0F-581B7BD57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844" y="3816556"/>
            <a:ext cx="2126164" cy="1325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71EC5-EEFA-E8C2-8657-C8FBDA0C1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04" y="3816556"/>
            <a:ext cx="2819644" cy="2469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7D1A36-4F03-76AD-F14D-735BB2C7F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16556"/>
            <a:ext cx="1641438" cy="275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4662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Process flow for Automation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02435" y="1487214"/>
            <a:ext cx="7698006" cy="4751719"/>
            <a:chOff x="805559" y="1700213"/>
            <a:chExt cx="7556703" cy="4664497"/>
          </a:xfrm>
        </p:grpSpPr>
        <p:sp>
          <p:nvSpPr>
            <p:cNvPr id="5" name="Oval 4"/>
            <p:cNvSpPr>
              <a:spLocks noChangeAspect="1"/>
            </p:cNvSpPr>
            <p:nvPr/>
          </p:nvSpPr>
          <p:spPr bwMode="gray">
            <a:xfrm>
              <a:off x="805559" y="1700213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1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Create Project from Lobby</a:t>
              </a:r>
            </a:p>
          </p:txBody>
        </p:sp>
        <p:grpSp>
          <p:nvGrpSpPr>
            <p:cNvPr id="6" name="Group 5"/>
            <p:cNvGrpSpPr>
              <a:grpSpLocks noChangeAspect="1"/>
            </p:cNvGrpSpPr>
            <p:nvPr/>
          </p:nvGrpSpPr>
          <p:grpSpPr bwMode="auto">
            <a:xfrm>
              <a:off x="2915901" y="2373014"/>
              <a:ext cx="472398" cy="472398"/>
              <a:chOff x="3852" y="1696"/>
              <a:chExt cx="340" cy="340"/>
            </a:xfrm>
            <a:solidFill>
              <a:schemeClr val="accent6"/>
            </a:solidFill>
          </p:grpSpPr>
          <p:sp>
            <p:nvSpPr>
              <p:cNvPr id="7" name="Freeform 236"/>
              <p:cNvSpPr>
                <a:spLocks/>
              </p:cNvSpPr>
              <p:nvPr/>
            </p:nvSpPr>
            <p:spPr bwMode="auto">
              <a:xfrm>
                <a:off x="3916" y="1802"/>
                <a:ext cx="212" cy="128"/>
              </a:xfrm>
              <a:custGeom>
                <a:avLst/>
                <a:gdLst>
                  <a:gd name="T0" fmla="*/ 319 w 320"/>
                  <a:gd name="T1" fmla="*/ 101 h 193"/>
                  <a:gd name="T2" fmla="*/ 319 w 320"/>
                  <a:gd name="T3" fmla="*/ 93 h 193"/>
                  <a:gd name="T4" fmla="*/ 317 w 320"/>
                  <a:gd name="T5" fmla="*/ 89 h 193"/>
                  <a:gd name="T6" fmla="*/ 231 w 320"/>
                  <a:gd name="T7" fmla="*/ 4 h 193"/>
                  <a:gd name="T8" fmla="*/ 216 w 320"/>
                  <a:gd name="T9" fmla="*/ 4 h 193"/>
                  <a:gd name="T10" fmla="*/ 216 w 320"/>
                  <a:gd name="T11" fmla="*/ 19 h 193"/>
                  <a:gd name="T12" fmla="*/ 283 w 320"/>
                  <a:gd name="T13" fmla="*/ 86 h 193"/>
                  <a:gd name="T14" fmla="*/ 10 w 320"/>
                  <a:gd name="T15" fmla="*/ 86 h 193"/>
                  <a:gd name="T16" fmla="*/ 0 w 320"/>
                  <a:gd name="T17" fmla="*/ 97 h 193"/>
                  <a:gd name="T18" fmla="*/ 10 w 320"/>
                  <a:gd name="T19" fmla="*/ 107 h 193"/>
                  <a:gd name="T20" fmla="*/ 283 w 320"/>
                  <a:gd name="T21" fmla="*/ 107 h 193"/>
                  <a:gd name="T22" fmla="*/ 216 w 320"/>
                  <a:gd name="T23" fmla="*/ 174 h 193"/>
                  <a:gd name="T24" fmla="*/ 216 w 320"/>
                  <a:gd name="T25" fmla="*/ 190 h 193"/>
                  <a:gd name="T26" fmla="*/ 224 w 320"/>
                  <a:gd name="T27" fmla="*/ 193 h 193"/>
                  <a:gd name="T28" fmla="*/ 231 w 320"/>
                  <a:gd name="T29" fmla="*/ 190 h 193"/>
                  <a:gd name="T30" fmla="*/ 317 w 320"/>
                  <a:gd name="T31" fmla="*/ 104 h 193"/>
                  <a:gd name="T32" fmla="*/ 319 w 320"/>
                  <a:gd name="T33" fmla="*/ 10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93">
                    <a:moveTo>
                      <a:pt x="319" y="101"/>
                    </a:moveTo>
                    <a:cubicBezTo>
                      <a:pt x="320" y="98"/>
                      <a:pt x="320" y="95"/>
                      <a:pt x="319" y="93"/>
                    </a:cubicBezTo>
                    <a:cubicBezTo>
                      <a:pt x="318" y="91"/>
                      <a:pt x="318" y="90"/>
                      <a:pt x="317" y="89"/>
                    </a:cubicBezTo>
                    <a:cubicBezTo>
                      <a:pt x="231" y="4"/>
                      <a:pt x="231" y="4"/>
                      <a:pt x="231" y="4"/>
                    </a:cubicBezTo>
                    <a:cubicBezTo>
                      <a:pt x="227" y="0"/>
                      <a:pt x="220" y="0"/>
                      <a:pt x="216" y="4"/>
                    </a:cubicBezTo>
                    <a:cubicBezTo>
                      <a:pt x="212" y="8"/>
                      <a:pt x="212" y="15"/>
                      <a:pt x="216" y="19"/>
                    </a:cubicBezTo>
                    <a:cubicBezTo>
                      <a:pt x="283" y="86"/>
                      <a:pt x="283" y="86"/>
                      <a:pt x="283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4" y="86"/>
                      <a:pt x="0" y="91"/>
                      <a:pt x="0" y="97"/>
                    </a:cubicBezTo>
                    <a:cubicBezTo>
                      <a:pt x="0" y="103"/>
                      <a:pt x="4" y="107"/>
                      <a:pt x="10" y="107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16" y="174"/>
                      <a:pt x="216" y="174"/>
                      <a:pt x="216" y="174"/>
                    </a:cubicBezTo>
                    <a:cubicBezTo>
                      <a:pt x="212" y="179"/>
                      <a:pt x="212" y="185"/>
                      <a:pt x="216" y="190"/>
                    </a:cubicBezTo>
                    <a:cubicBezTo>
                      <a:pt x="218" y="192"/>
                      <a:pt x="221" y="193"/>
                      <a:pt x="224" y="193"/>
                    </a:cubicBezTo>
                    <a:cubicBezTo>
                      <a:pt x="226" y="193"/>
                      <a:pt x="229" y="192"/>
                      <a:pt x="231" y="190"/>
                    </a:cubicBezTo>
                    <a:cubicBezTo>
                      <a:pt x="317" y="104"/>
                      <a:pt x="317" y="104"/>
                      <a:pt x="317" y="104"/>
                    </a:cubicBezTo>
                    <a:cubicBezTo>
                      <a:pt x="318" y="103"/>
                      <a:pt x="318" y="102"/>
                      <a:pt x="319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8" name="Freeform 237"/>
              <p:cNvSpPr>
                <a:spLocks noEditPoints="1"/>
              </p:cNvSpPr>
              <p:nvPr/>
            </p:nvSpPr>
            <p:spPr bwMode="auto">
              <a:xfrm>
                <a:off x="3852" y="1696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21" name="Group 20"/>
            <p:cNvGrpSpPr>
              <a:grpSpLocks noChangeAspect="1"/>
            </p:cNvGrpSpPr>
            <p:nvPr/>
          </p:nvGrpSpPr>
          <p:grpSpPr bwMode="auto">
            <a:xfrm>
              <a:off x="5783341" y="2373014"/>
              <a:ext cx="472398" cy="472398"/>
              <a:chOff x="3852" y="1696"/>
              <a:chExt cx="340" cy="340"/>
            </a:xfrm>
            <a:solidFill>
              <a:schemeClr val="accent6"/>
            </a:solidFill>
          </p:grpSpPr>
          <p:sp>
            <p:nvSpPr>
              <p:cNvPr id="22" name="Freeform 236"/>
              <p:cNvSpPr>
                <a:spLocks/>
              </p:cNvSpPr>
              <p:nvPr/>
            </p:nvSpPr>
            <p:spPr bwMode="auto">
              <a:xfrm>
                <a:off x="3916" y="1802"/>
                <a:ext cx="212" cy="128"/>
              </a:xfrm>
              <a:custGeom>
                <a:avLst/>
                <a:gdLst>
                  <a:gd name="T0" fmla="*/ 319 w 320"/>
                  <a:gd name="T1" fmla="*/ 101 h 193"/>
                  <a:gd name="T2" fmla="*/ 319 w 320"/>
                  <a:gd name="T3" fmla="*/ 93 h 193"/>
                  <a:gd name="T4" fmla="*/ 317 w 320"/>
                  <a:gd name="T5" fmla="*/ 89 h 193"/>
                  <a:gd name="T6" fmla="*/ 231 w 320"/>
                  <a:gd name="T7" fmla="*/ 4 h 193"/>
                  <a:gd name="T8" fmla="*/ 216 w 320"/>
                  <a:gd name="T9" fmla="*/ 4 h 193"/>
                  <a:gd name="T10" fmla="*/ 216 w 320"/>
                  <a:gd name="T11" fmla="*/ 19 h 193"/>
                  <a:gd name="T12" fmla="*/ 283 w 320"/>
                  <a:gd name="T13" fmla="*/ 86 h 193"/>
                  <a:gd name="T14" fmla="*/ 10 w 320"/>
                  <a:gd name="T15" fmla="*/ 86 h 193"/>
                  <a:gd name="T16" fmla="*/ 0 w 320"/>
                  <a:gd name="T17" fmla="*/ 97 h 193"/>
                  <a:gd name="T18" fmla="*/ 10 w 320"/>
                  <a:gd name="T19" fmla="*/ 107 h 193"/>
                  <a:gd name="T20" fmla="*/ 283 w 320"/>
                  <a:gd name="T21" fmla="*/ 107 h 193"/>
                  <a:gd name="T22" fmla="*/ 216 w 320"/>
                  <a:gd name="T23" fmla="*/ 174 h 193"/>
                  <a:gd name="T24" fmla="*/ 216 w 320"/>
                  <a:gd name="T25" fmla="*/ 190 h 193"/>
                  <a:gd name="T26" fmla="*/ 224 w 320"/>
                  <a:gd name="T27" fmla="*/ 193 h 193"/>
                  <a:gd name="T28" fmla="*/ 231 w 320"/>
                  <a:gd name="T29" fmla="*/ 190 h 193"/>
                  <a:gd name="T30" fmla="*/ 317 w 320"/>
                  <a:gd name="T31" fmla="*/ 104 h 193"/>
                  <a:gd name="T32" fmla="*/ 319 w 320"/>
                  <a:gd name="T33" fmla="*/ 10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93">
                    <a:moveTo>
                      <a:pt x="319" y="101"/>
                    </a:moveTo>
                    <a:cubicBezTo>
                      <a:pt x="320" y="98"/>
                      <a:pt x="320" y="95"/>
                      <a:pt x="319" y="93"/>
                    </a:cubicBezTo>
                    <a:cubicBezTo>
                      <a:pt x="318" y="91"/>
                      <a:pt x="318" y="90"/>
                      <a:pt x="317" y="89"/>
                    </a:cubicBezTo>
                    <a:cubicBezTo>
                      <a:pt x="231" y="4"/>
                      <a:pt x="231" y="4"/>
                      <a:pt x="231" y="4"/>
                    </a:cubicBezTo>
                    <a:cubicBezTo>
                      <a:pt x="227" y="0"/>
                      <a:pt x="220" y="0"/>
                      <a:pt x="216" y="4"/>
                    </a:cubicBezTo>
                    <a:cubicBezTo>
                      <a:pt x="212" y="8"/>
                      <a:pt x="212" y="15"/>
                      <a:pt x="216" y="19"/>
                    </a:cubicBezTo>
                    <a:cubicBezTo>
                      <a:pt x="283" y="86"/>
                      <a:pt x="283" y="86"/>
                      <a:pt x="283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4" y="86"/>
                      <a:pt x="0" y="91"/>
                      <a:pt x="0" y="97"/>
                    </a:cubicBezTo>
                    <a:cubicBezTo>
                      <a:pt x="0" y="103"/>
                      <a:pt x="4" y="107"/>
                      <a:pt x="10" y="107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16" y="174"/>
                      <a:pt x="216" y="174"/>
                      <a:pt x="216" y="174"/>
                    </a:cubicBezTo>
                    <a:cubicBezTo>
                      <a:pt x="212" y="179"/>
                      <a:pt x="212" y="185"/>
                      <a:pt x="216" y="190"/>
                    </a:cubicBezTo>
                    <a:cubicBezTo>
                      <a:pt x="218" y="192"/>
                      <a:pt x="221" y="193"/>
                      <a:pt x="224" y="193"/>
                    </a:cubicBezTo>
                    <a:cubicBezTo>
                      <a:pt x="226" y="193"/>
                      <a:pt x="229" y="192"/>
                      <a:pt x="231" y="190"/>
                    </a:cubicBezTo>
                    <a:cubicBezTo>
                      <a:pt x="317" y="104"/>
                      <a:pt x="317" y="104"/>
                      <a:pt x="317" y="104"/>
                    </a:cubicBezTo>
                    <a:cubicBezTo>
                      <a:pt x="318" y="103"/>
                      <a:pt x="318" y="102"/>
                      <a:pt x="319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3" name="Freeform 237"/>
              <p:cNvSpPr>
                <a:spLocks noEditPoints="1"/>
              </p:cNvSpPr>
              <p:nvPr/>
            </p:nvSpPr>
            <p:spPr bwMode="auto">
              <a:xfrm>
                <a:off x="3852" y="1696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24" name="Group 23"/>
            <p:cNvGrpSpPr>
              <a:grpSpLocks noChangeAspect="1"/>
            </p:cNvGrpSpPr>
            <p:nvPr/>
          </p:nvGrpSpPr>
          <p:grpSpPr bwMode="auto">
            <a:xfrm flipH="1">
              <a:off x="5770894" y="5219512"/>
              <a:ext cx="472398" cy="472398"/>
              <a:chOff x="3852" y="1696"/>
              <a:chExt cx="340" cy="340"/>
            </a:xfrm>
            <a:solidFill>
              <a:schemeClr val="accent6"/>
            </a:solidFill>
          </p:grpSpPr>
          <p:sp>
            <p:nvSpPr>
              <p:cNvPr id="25" name="Freeform 236"/>
              <p:cNvSpPr>
                <a:spLocks/>
              </p:cNvSpPr>
              <p:nvPr/>
            </p:nvSpPr>
            <p:spPr bwMode="auto">
              <a:xfrm>
                <a:off x="3916" y="1802"/>
                <a:ext cx="212" cy="128"/>
              </a:xfrm>
              <a:custGeom>
                <a:avLst/>
                <a:gdLst>
                  <a:gd name="T0" fmla="*/ 319 w 320"/>
                  <a:gd name="T1" fmla="*/ 101 h 193"/>
                  <a:gd name="T2" fmla="*/ 319 w 320"/>
                  <a:gd name="T3" fmla="*/ 93 h 193"/>
                  <a:gd name="T4" fmla="*/ 317 w 320"/>
                  <a:gd name="T5" fmla="*/ 89 h 193"/>
                  <a:gd name="T6" fmla="*/ 231 w 320"/>
                  <a:gd name="T7" fmla="*/ 4 h 193"/>
                  <a:gd name="T8" fmla="*/ 216 w 320"/>
                  <a:gd name="T9" fmla="*/ 4 h 193"/>
                  <a:gd name="T10" fmla="*/ 216 w 320"/>
                  <a:gd name="T11" fmla="*/ 19 h 193"/>
                  <a:gd name="T12" fmla="*/ 283 w 320"/>
                  <a:gd name="T13" fmla="*/ 86 h 193"/>
                  <a:gd name="T14" fmla="*/ 10 w 320"/>
                  <a:gd name="T15" fmla="*/ 86 h 193"/>
                  <a:gd name="T16" fmla="*/ 0 w 320"/>
                  <a:gd name="T17" fmla="*/ 97 h 193"/>
                  <a:gd name="T18" fmla="*/ 10 w 320"/>
                  <a:gd name="T19" fmla="*/ 107 h 193"/>
                  <a:gd name="T20" fmla="*/ 283 w 320"/>
                  <a:gd name="T21" fmla="*/ 107 h 193"/>
                  <a:gd name="T22" fmla="*/ 216 w 320"/>
                  <a:gd name="T23" fmla="*/ 174 h 193"/>
                  <a:gd name="T24" fmla="*/ 216 w 320"/>
                  <a:gd name="T25" fmla="*/ 190 h 193"/>
                  <a:gd name="T26" fmla="*/ 224 w 320"/>
                  <a:gd name="T27" fmla="*/ 193 h 193"/>
                  <a:gd name="T28" fmla="*/ 231 w 320"/>
                  <a:gd name="T29" fmla="*/ 190 h 193"/>
                  <a:gd name="T30" fmla="*/ 317 w 320"/>
                  <a:gd name="T31" fmla="*/ 104 h 193"/>
                  <a:gd name="T32" fmla="*/ 319 w 320"/>
                  <a:gd name="T33" fmla="*/ 10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93">
                    <a:moveTo>
                      <a:pt x="319" y="101"/>
                    </a:moveTo>
                    <a:cubicBezTo>
                      <a:pt x="320" y="98"/>
                      <a:pt x="320" y="95"/>
                      <a:pt x="319" y="93"/>
                    </a:cubicBezTo>
                    <a:cubicBezTo>
                      <a:pt x="318" y="91"/>
                      <a:pt x="318" y="90"/>
                      <a:pt x="317" y="89"/>
                    </a:cubicBezTo>
                    <a:cubicBezTo>
                      <a:pt x="231" y="4"/>
                      <a:pt x="231" y="4"/>
                      <a:pt x="231" y="4"/>
                    </a:cubicBezTo>
                    <a:cubicBezTo>
                      <a:pt x="227" y="0"/>
                      <a:pt x="220" y="0"/>
                      <a:pt x="216" y="4"/>
                    </a:cubicBezTo>
                    <a:cubicBezTo>
                      <a:pt x="212" y="8"/>
                      <a:pt x="212" y="15"/>
                      <a:pt x="216" y="19"/>
                    </a:cubicBezTo>
                    <a:cubicBezTo>
                      <a:pt x="283" y="86"/>
                      <a:pt x="283" y="86"/>
                      <a:pt x="283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4" y="86"/>
                      <a:pt x="0" y="91"/>
                      <a:pt x="0" y="97"/>
                    </a:cubicBezTo>
                    <a:cubicBezTo>
                      <a:pt x="0" y="103"/>
                      <a:pt x="4" y="107"/>
                      <a:pt x="10" y="107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16" y="174"/>
                      <a:pt x="216" y="174"/>
                      <a:pt x="216" y="174"/>
                    </a:cubicBezTo>
                    <a:cubicBezTo>
                      <a:pt x="212" y="179"/>
                      <a:pt x="212" y="185"/>
                      <a:pt x="216" y="190"/>
                    </a:cubicBezTo>
                    <a:cubicBezTo>
                      <a:pt x="218" y="192"/>
                      <a:pt x="221" y="193"/>
                      <a:pt x="224" y="193"/>
                    </a:cubicBezTo>
                    <a:cubicBezTo>
                      <a:pt x="226" y="193"/>
                      <a:pt x="229" y="192"/>
                      <a:pt x="231" y="190"/>
                    </a:cubicBezTo>
                    <a:cubicBezTo>
                      <a:pt x="317" y="104"/>
                      <a:pt x="317" y="104"/>
                      <a:pt x="317" y="104"/>
                    </a:cubicBezTo>
                    <a:cubicBezTo>
                      <a:pt x="318" y="103"/>
                      <a:pt x="318" y="102"/>
                      <a:pt x="319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6" name="Freeform 237"/>
              <p:cNvSpPr>
                <a:spLocks noEditPoints="1"/>
              </p:cNvSpPr>
              <p:nvPr/>
            </p:nvSpPr>
            <p:spPr bwMode="auto">
              <a:xfrm>
                <a:off x="3852" y="1696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27" name="Group 26"/>
            <p:cNvGrpSpPr>
              <a:grpSpLocks noChangeAspect="1"/>
            </p:cNvGrpSpPr>
            <p:nvPr/>
          </p:nvGrpSpPr>
          <p:grpSpPr bwMode="auto">
            <a:xfrm flipH="1">
              <a:off x="2903476" y="5219512"/>
              <a:ext cx="472398" cy="472398"/>
              <a:chOff x="3852" y="1696"/>
              <a:chExt cx="340" cy="340"/>
            </a:xfrm>
            <a:solidFill>
              <a:schemeClr val="accent6"/>
            </a:solidFill>
          </p:grpSpPr>
          <p:sp>
            <p:nvSpPr>
              <p:cNvPr id="28" name="Freeform 236"/>
              <p:cNvSpPr>
                <a:spLocks/>
              </p:cNvSpPr>
              <p:nvPr/>
            </p:nvSpPr>
            <p:spPr bwMode="auto">
              <a:xfrm>
                <a:off x="3916" y="1802"/>
                <a:ext cx="212" cy="128"/>
              </a:xfrm>
              <a:custGeom>
                <a:avLst/>
                <a:gdLst>
                  <a:gd name="T0" fmla="*/ 319 w 320"/>
                  <a:gd name="T1" fmla="*/ 101 h 193"/>
                  <a:gd name="T2" fmla="*/ 319 w 320"/>
                  <a:gd name="T3" fmla="*/ 93 h 193"/>
                  <a:gd name="T4" fmla="*/ 317 w 320"/>
                  <a:gd name="T5" fmla="*/ 89 h 193"/>
                  <a:gd name="T6" fmla="*/ 231 w 320"/>
                  <a:gd name="T7" fmla="*/ 4 h 193"/>
                  <a:gd name="T8" fmla="*/ 216 w 320"/>
                  <a:gd name="T9" fmla="*/ 4 h 193"/>
                  <a:gd name="T10" fmla="*/ 216 w 320"/>
                  <a:gd name="T11" fmla="*/ 19 h 193"/>
                  <a:gd name="T12" fmla="*/ 283 w 320"/>
                  <a:gd name="T13" fmla="*/ 86 h 193"/>
                  <a:gd name="T14" fmla="*/ 10 w 320"/>
                  <a:gd name="T15" fmla="*/ 86 h 193"/>
                  <a:gd name="T16" fmla="*/ 0 w 320"/>
                  <a:gd name="T17" fmla="*/ 97 h 193"/>
                  <a:gd name="T18" fmla="*/ 10 w 320"/>
                  <a:gd name="T19" fmla="*/ 107 h 193"/>
                  <a:gd name="T20" fmla="*/ 283 w 320"/>
                  <a:gd name="T21" fmla="*/ 107 h 193"/>
                  <a:gd name="T22" fmla="*/ 216 w 320"/>
                  <a:gd name="T23" fmla="*/ 174 h 193"/>
                  <a:gd name="T24" fmla="*/ 216 w 320"/>
                  <a:gd name="T25" fmla="*/ 190 h 193"/>
                  <a:gd name="T26" fmla="*/ 224 w 320"/>
                  <a:gd name="T27" fmla="*/ 193 h 193"/>
                  <a:gd name="T28" fmla="*/ 231 w 320"/>
                  <a:gd name="T29" fmla="*/ 190 h 193"/>
                  <a:gd name="T30" fmla="*/ 317 w 320"/>
                  <a:gd name="T31" fmla="*/ 104 h 193"/>
                  <a:gd name="T32" fmla="*/ 319 w 320"/>
                  <a:gd name="T33" fmla="*/ 10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93">
                    <a:moveTo>
                      <a:pt x="319" y="101"/>
                    </a:moveTo>
                    <a:cubicBezTo>
                      <a:pt x="320" y="98"/>
                      <a:pt x="320" y="95"/>
                      <a:pt x="319" y="93"/>
                    </a:cubicBezTo>
                    <a:cubicBezTo>
                      <a:pt x="318" y="91"/>
                      <a:pt x="318" y="90"/>
                      <a:pt x="317" y="89"/>
                    </a:cubicBezTo>
                    <a:cubicBezTo>
                      <a:pt x="231" y="4"/>
                      <a:pt x="231" y="4"/>
                      <a:pt x="231" y="4"/>
                    </a:cubicBezTo>
                    <a:cubicBezTo>
                      <a:pt x="227" y="0"/>
                      <a:pt x="220" y="0"/>
                      <a:pt x="216" y="4"/>
                    </a:cubicBezTo>
                    <a:cubicBezTo>
                      <a:pt x="212" y="8"/>
                      <a:pt x="212" y="15"/>
                      <a:pt x="216" y="19"/>
                    </a:cubicBezTo>
                    <a:cubicBezTo>
                      <a:pt x="283" y="86"/>
                      <a:pt x="283" y="86"/>
                      <a:pt x="283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4" y="86"/>
                      <a:pt x="0" y="91"/>
                      <a:pt x="0" y="97"/>
                    </a:cubicBezTo>
                    <a:cubicBezTo>
                      <a:pt x="0" y="103"/>
                      <a:pt x="4" y="107"/>
                      <a:pt x="10" y="107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16" y="174"/>
                      <a:pt x="216" y="174"/>
                      <a:pt x="216" y="174"/>
                    </a:cubicBezTo>
                    <a:cubicBezTo>
                      <a:pt x="212" y="179"/>
                      <a:pt x="212" y="185"/>
                      <a:pt x="216" y="190"/>
                    </a:cubicBezTo>
                    <a:cubicBezTo>
                      <a:pt x="218" y="192"/>
                      <a:pt x="221" y="193"/>
                      <a:pt x="224" y="193"/>
                    </a:cubicBezTo>
                    <a:cubicBezTo>
                      <a:pt x="226" y="193"/>
                      <a:pt x="229" y="192"/>
                      <a:pt x="231" y="190"/>
                    </a:cubicBezTo>
                    <a:cubicBezTo>
                      <a:pt x="317" y="104"/>
                      <a:pt x="317" y="104"/>
                      <a:pt x="317" y="104"/>
                    </a:cubicBezTo>
                    <a:cubicBezTo>
                      <a:pt x="318" y="103"/>
                      <a:pt x="318" y="102"/>
                      <a:pt x="319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9" name="Freeform 237"/>
              <p:cNvSpPr>
                <a:spLocks noEditPoints="1"/>
              </p:cNvSpPr>
              <p:nvPr/>
            </p:nvSpPr>
            <p:spPr bwMode="auto">
              <a:xfrm>
                <a:off x="3852" y="1696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30" name="Group 29"/>
            <p:cNvGrpSpPr>
              <a:grpSpLocks noChangeAspect="1"/>
            </p:cNvGrpSpPr>
            <p:nvPr/>
          </p:nvGrpSpPr>
          <p:grpSpPr bwMode="auto">
            <a:xfrm rot="5400000">
              <a:off x="7223682" y="3802441"/>
              <a:ext cx="472398" cy="472398"/>
              <a:chOff x="3852" y="1696"/>
              <a:chExt cx="340" cy="340"/>
            </a:xfrm>
            <a:solidFill>
              <a:schemeClr val="accent6"/>
            </a:solidFill>
          </p:grpSpPr>
          <p:sp>
            <p:nvSpPr>
              <p:cNvPr id="31" name="Freeform 236"/>
              <p:cNvSpPr>
                <a:spLocks/>
              </p:cNvSpPr>
              <p:nvPr/>
            </p:nvSpPr>
            <p:spPr bwMode="auto">
              <a:xfrm>
                <a:off x="3916" y="1802"/>
                <a:ext cx="212" cy="128"/>
              </a:xfrm>
              <a:custGeom>
                <a:avLst/>
                <a:gdLst>
                  <a:gd name="T0" fmla="*/ 319 w 320"/>
                  <a:gd name="T1" fmla="*/ 101 h 193"/>
                  <a:gd name="T2" fmla="*/ 319 w 320"/>
                  <a:gd name="T3" fmla="*/ 93 h 193"/>
                  <a:gd name="T4" fmla="*/ 317 w 320"/>
                  <a:gd name="T5" fmla="*/ 89 h 193"/>
                  <a:gd name="T6" fmla="*/ 231 w 320"/>
                  <a:gd name="T7" fmla="*/ 4 h 193"/>
                  <a:gd name="T8" fmla="*/ 216 w 320"/>
                  <a:gd name="T9" fmla="*/ 4 h 193"/>
                  <a:gd name="T10" fmla="*/ 216 w 320"/>
                  <a:gd name="T11" fmla="*/ 19 h 193"/>
                  <a:gd name="T12" fmla="*/ 283 w 320"/>
                  <a:gd name="T13" fmla="*/ 86 h 193"/>
                  <a:gd name="T14" fmla="*/ 10 w 320"/>
                  <a:gd name="T15" fmla="*/ 86 h 193"/>
                  <a:gd name="T16" fmla="*/ 0 w 320"/>
                  <a:gd name="T17" fmla="*/ 97 h 193"/>
                  <a:gd name="T18" fmla="*/ 10 w 320"/>
                  <a:gd name="T19" fmla="*/ 107 h 193"/>
                  <a:gd name="T20" fmla="*/ 283 w 320"/>
                  <a:gd name="T21" fmla="*/ 107 h 193"/>
                  <a:gd name="T22" fmla="*/ 216 w 320"/>
                  <a:gd name="T23" fmla="*/ 174 h 193"/>
                  <a:gd name="T24" fmla="*/ 216 w 320"/>
                  <a:gd name="T25" fmla="*/ 190 h 193"/>
                  <a:gd name="T26" fmla="*/ 224 w 320"/>
                  <a:gd name="T27" fmla="*/ 193 h 193"/>
                  <a:gd name="T28" fmla="*/ 231 w 320"/>
                  <a:gd name="T29" fmla="*/ 190 h 193"/>
                  <a:gd name="T30" fmla="*/ 317 w 320"/>
                  <a:gd name="T31" fmla="*/ 104 h 193"/>
                  <a:gd name="T32" fmla="*/ 319 w 320"/>
                  <a:gd name="T33" fmla="*/ 10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0" h="193">
                    <a:moveTo>
                      <a:pt x="319" y="101"/>
                    </a:moveTo>
                    <a:cubicBezTo>
                      <a:pt x="320" y="98"/>
                      <a:pt x="320" y="95"/>
                      <a:pt x="319" y="93"/>
                    </a:cubicBezTo>
                    <a:cubicBezTo>
                      <a:pt x="318" y="91"/>
                      <a:pt x="318" y="90"/>
                      <a:pt x="317" y="89"/>
                    </a:cubicBezTo>
                    <a:cubicBezTo>
                      <a:pt x="231" y="4"/>
                      <a:pt x="231" y="4"/>
                      <a:pt x="231" y="4"/>
                    </a:cubicBezTo>
                    <a:cubicBezTo>
                      <a:pt x="227" y="0"/>
                      <a:pt x="220" y="0"/>
                      <a:pt x="216" y="4"/>
                    </a:cubicBezTo>
                    <a:cubicBezTo>
                      <a:pt x="212" y="8"/>
                      <a:pt x="212" y="15"/>
                      <a:pt x="216" y="19"/>
                    </a:cubicBezTo>
                    <a:cubicBezTo>
                      <a:pt x="283" y="86"/>
                      <a:pt x="283" y="86"/>
                      <a:pt x="283" y="86"/>
                    </a:cubicBezTo>
                    <a:cubicBezTo>
                      <a:pt x="10" y="86"/>
                      <a:pt x="10" y="86"/>
                      <a:pt x="10" y="86"/>
                    </a:cubicBezTo>
                    <a:cubicBezTo>
                      <a:pt x="4" y="86"/>
                      <a:pt x="0" y="91"/>
                      <a:pt x="0" y="97"/>
                    </a:cubicBezTo>
                    <a:cubicBezTo>
                      <a:pt x="0" y="103"/>
                      <a:pt x="4" y="107"/>
                      <a:pt x="10" y="107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16" y="174"/>
                      <a:pt x="216" y="174"/>
                      <a:pt x="216" y="174"/>
                    </a:cubicBezTo>
                    <a:cubicBezTo>
                      <a:pt x="212" y="179"/>
                      <a:pt x="212" y="185"/>
                      <a:pt x="216" y="190"/>
                    </a:cubicBezTo>
                    <a:cubicBezTo>
                      <a:pt x="218" y="192"/>
                      <a:pt x="221" y="193"/>
                      <a:pt x="224" y="193"/>
                    </a:cubicBezTo>
                    <a:cubicBezTo>
                      <a:pt x="226" y="193"/>
                      <a:pt x="229" y="192"/>
                      <a:pt x="231" y="190"/>
                    </a:cubicBezTo>
                    <a:cubicBezTo>
                      <a:pt x="317" y="104"/>
                      <a:pt x="317" y="104"/>
                      <a:pt x="317" y="104"/>
                    </a:cubicBezTo>
                    <a:cubicBezTo>
                      <a:pt x="318" y="103"/>
                      <a:pt x="318" y="102"/>
                      <a:pt x="319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32" name="Freeform 237"/>
              <p:cNvSpPr>
                <a:spLocks noEditPoints="1"/>
              </p:cNvSpPr>
              <p:nvPr/>
            </p:nvSpPr>
            <p:spPr bwMode="auto">
              <a:xfrm>
                <a:off x="3852" y="1696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36" name="Oval 35"/>
            <p:cNvSpPr>
              <a:spLocks noChangeAspect="1"/>
            </p:cNvSpPr>
            <p:nvPr/>
          </p:nvSpPr>
          <p:spPr bwMode="gray">
            <a:xfrm>
              <a:off x="3674910" y="1700213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2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Design and Save</a:t>
              </a:r>
            </a:p>
          </p:txBody>
        </p:sp>
        <p:sp>
          <p:nvSpPr>
            <p:cNvPr id="37" name="Oval 36"/>
            <p:cNvSpPr>
              <a:spLocks noChangeAspect="1"/>
            </p:cNvSpPr>
            <p:nvPr/>
          </p:nvSpPr>
          <p:spPr bwMode="gray">
            <a:xfrm>
              <a:off x="6544262" y="1700213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3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Update SDKs</a:t>
              </a:r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 bwMode="gray">
            <a:xfrm>
              <a:off x="6544262" y="4546710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4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Release</a:t>
              </a:r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 bwMode="gray">
            <a:xfrm>
              <a:off x="3674910" y="4546710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5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Deploy</a:t>
              </a: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 bwMode="gray">
            <a:xfrm>
              <a:off x="805559" y="4546710"/>
              <a:ext cx="1818000" cy="18180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/>
            <a:lstStyle/>
            <a:p>
              <a:pPr algn="ctr">
                <a:buFont typeface="Wingdings 2" pitchFamily="18" charset="2"/>
                <a:buNone/>
              </a:pPr>
              <a:r>
                <a:rPr lang="en-GB" sz="4400" dirty="0">
                  <a:solidFill>
                    <a:schemeClr val="bg1"/>
                  </a:solidFill>
                </a:rPr>
                <a:t>6</a:t>
              </a:r>
            </a:p>
            <a:p>
              <a:pPr algn="ctr">
                <a:buFont typeface="Wingdings 2" pitchFamily="18" charset="2"/>
                <a:buNone/>
              </a:pPr>
              <a:r>
                <a:rPr lang="en-GB" sz="1400" dirty="0">
                  <a:solidFill>
                    <a:schemeClr val="bg1"/>
                  </a:solidFill>
                </a:rPr>
                <a:t>Execute &amp; Monitor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312709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lIns="0" rIns="0" anchor="b" anchorCtr="0">
        <a:normAutofit fontScale="92500"/>
      </a:bodyPr>
      <a:lstStyle>
        <a:defPPr>
          <a:lnSpc>
            <a:spcPts val="900"/>
          </a:lnSpc>
          <a:defRPr sz="1300" b="1" dirty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1" id="{B250B804-2FDB-4928-98F0-F76F4A35E307}" vid="{34B986A3-8F99-4F88-AF27-8B60A5DA0F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685BAC3E09C4AA021D8E42E0DC2FC" ma:contentTypeVersion="13" ma:contentTypeDescription="Create a new document." ma:contentTypeScope="" ma:versionID="4ab2831d4a1ee4b021870ebb079b5b1f">
  <xsd:schema xmlns:xsd="http://www.w3.org/2001/XMLSchema" xmlns:xs="http://www.w3.org/2001/XMLSchema" xmlns:p="http://schemas.microsoft.com/office/2006/metadata/properties" xmlns:ns2="ed1847f7-4432-48e0-964f-25724acf5ead" xmlns:ns3="f384d200-71ad-4bc9-9d00-4e792d9d34a8" targetNamespace="http://schemas.microsoft.com/office/2006/metadata/properties" ma:root="true" ma:fieldsID="3fde5e4dc1464fb184eb686ecbad8b18" ns2:_="" ns3:_="">
    <xsd:import namespace="ed1847f7-4432-48e0-964f-25724acf5ead"/>
    <xsd:import namespace="f384d200-71ad-4bc9-9d00-4e792d9d3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847f7-4432-48e0-964f-25724acf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84d200-71ad-4bc9-9d00-4e792d9d34a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384d200-71ad-4bc9-9d00-4e792d9d34a8">
      <UserInfo>
        <DisplayName>Pandey, Divya</DisplayName>
        <AccountId>73</AccountId>
        <AccountType/>
      </UserInfo>
      <UserInfo>
        <DisplayName>Verma, Sandeep</DisplayName>
        <AccountId>74</AccountId>
        <AccountType/>
      </UserInfo>
    </SharedWithUsers>
    <MediaLengthInSeconds xmlns="ed1847f7-4432-48e0-964f-25724acf5ea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F00BB1-80E5-4E9E-9475-EE37196E6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1847f7-4432-48e0-964f-25724acf5ead"/>
    <ds:schemaRef ds:uri="f384d200-71ad-4bc9-9d00-4e792d9d34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70824B-0447-4F67-A3CE-65C88E7C5133}">
  <ds:schemaRefs>
    <ds:schemaRef ds:uri="e3f18b36-2a69-4a57-b787-c406cfa6560a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3deb29b2-9f08-4609-a7dd-f913f64aeebc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f384d200-71ad-4bc9-9d00-4e792d9d34a8"/>
    <ds:schemaRef ds:uri="ed1847f7-4432-48e0-964f-25724acf5ead"/>
  </ds:schemaRefs>
</ds:datastoreItem>
</file>

<file path=customXml/itemProps3.xml><?xml version="1.0" encoding="utf-8"?>
<ds:datastoreItem xmlns:ds="http://schemas.openxmlformats.org/officeDocument/2006/customXml" ds:itemID="{9EE16009-4C9A-4D77-8D1E-1AFCC642A1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Deloitte_16_9_Onscreen_US</Template>
  <TotalTime>1297</TotalTime>
  <Words>659</Words>
  <Application>Microsoft Office PowerPoint</Application>
  <PresentationFormat>Widescreen</PresentationFormat>
  <Paragraphs>116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Deloitte_US_Onscreen</vt:lpstr>
      <vt:lpstr>PowerPoint Presentation</vt:lpstr>
      <vt:lpstr>Agenda for Day 2</vt:lpstr>
      <vt:lpstr>Desktop Agent Set up</vt:lpstr>
      <vt:lpstr>Journey So Far</vt:lpstr>
      <vt:lpstr>Tools available for Workflow Business Processes</vt:lpstr>
      <vt:lpstr>Tools available for Workflow Business Processes</vt:lpstr>
      <vt:lpstr>Process Automation</vt:lpstr>
      <vt:lpstr>Process Automation</vt:lpstr>
      <vt:lpstr>Process flow for Automation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Verma, Sandeep</cp:lastModifiedBy>
  <cp:revision>86</cp:revision>
  <cp:lastPrinted>2014-06-25T02:16:22Z</cp:lastPrinted>
  <dcterms:created xsi:type="dcterms:W3CDTF">2019-03-27T08:41:54Z</dcterms:created>
  <dcterms:modified xsi:type="dcterms:W3CDTF">2023-08-01T15:51:07Z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0x010100DBD685BAC3E09C4AA021D8E42E0DC2FC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2021-07-05T05:59:52Z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5de571cc-0432-4621-9a3b-99e902956dfa</vt:lpwstr>
  </property>
  <property fmtid="{D5CDD505-2E9C-101B-9397-08002B2CF9AE}" pid="9" name="MSIP_Label_ea60d57e-af5b-4752-ac57-3e4f28ca11dc_ContentBits">
    <vt:lpwstr>0</vt:lpwstr>
  </property>
  <property fmtid="{D5CDD505-2E9C-101B-9397-08002B2CF9AE}" pid="10" name="Order">
    <vt:r8>22300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