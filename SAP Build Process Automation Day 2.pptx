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6"/>
  </p:notesMasterIdLst>
  <p:handoutMasterIdLst>
    <p:handoutMasterId r:id="rId17"/>
  </p:handoutMasterIdLst>
  <p:sldIdLst>
    <p:sldId id="889" r:id="rId5"/>
    <p:sldId id="454" r:id="rId6"/>
    <p:sldId id="698" r:id="rId7"/>
    <p:sldId id="479" r:id="rId8"/>
    <p:sldId id="451" r:id="rId9"/>
    <p:sldId id="897" r:id="rId10"/>
    <p:sldId id="564" r:id="rId11"/>
    <p:sldId id="898" r:id="rId12"/>
    <p:sldId id="686" r:id="rId13"/>
    <p:sldId id="901" r:id="rId14"/>
    <p:sldId id="903" r:id="rId15"/>
  </p:sldIdLst>
  <p:sldSz cx="12192000" cy="6858000"/>
  <p:notesSz cx="7315200" cy="9601200"/>
  <p:custDataLst>
    <p:tags r:id="rId18"/>
  </p:custDataLst>
  <p:defaultText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0" pos="7560" userDrawn="1">
          <p15:clr>
            <a:srgbClr val="A4A3A4"/>
          </p15:clr>
        </p15:guide>
        <p15:guide id="11" orient="horz" pos="2064" userDrawn="1">
          <p15:clr>
            <a:srgbClr val="A4A3A4"/>
          </p15:clr>
        </p15:guide>
        <p15:guide id="12" orient="horz" pos="1440" userDrawn="1">
          <p15:clr>
            <a:srgbClr val="A4A3A4"/>
          </p15:clr>
        </p15:guide>
        <p15:guide id="13" orient="horz" pos="2568" userDrawn="1">
          <p15:clr>
            <a:srgbClr val="A4A3A4"/>
          </p15:clr>
        </p15:guide>
        <p15:guide id="14" orient="horz" pos="3360" userDrawn="1">
          <p15:clr>
            <a:srgbClr val="A4A3A4"/>
          </p15:clr>
        </p15:guide>
        <p15:guide id="15" orient="horz" pos="3600" userDrawn="1">
          <p15:clr>
            <a:srgbClr val="A4A3A4"/>
          </p15:clr>
        </p15:guide>
        <p15:guide id="16" pos="4224"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ander Kuur, Cindy K" initials="CV" lastIdx="7" clrIdx="0">
    <p:extLst>
      <p:ext uri="{19B8F6BF-5375-455C-9EA6-DF929625EA0E}">
        <p15:presenceInfo xmlns:p15="http://schemas.microsoft.com/office/powerpoint/2012/main" userId="Vander Kuur, Cindy K"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565A"/>
    <a:srgbClr val="000000"/>
    <a:srgbClr val="FFCD00"/>
    <a:srgbClr val="ED8B00"/>
    <a:srgbClr val="DB291C"/>
    <a:srgbClr val="FF9900"/>
    <a:srgbClr val="C00000"/>
    <a:srgbClr val="3C8A2E"/>
    <a:srgbClr val="DCDCDC"/>
    <a:srgbClr val="B4B4B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pos="7560"/>
        <p:guide orient="horz" pos="2064"/>
        <p:guide orient="horz" pos="1440"/>
        <p:guide orient="horz" pos="2568"/>
        <p:guide orient="horz" pos="3360"/>
        <p:guide orient="horz" pos="3600"/>
        <p:guide pos="4224"/>
      </p:guideLst>
    </p:cSldViewPr>
  </p:slideViewPr>
  <p:notesViewPr>
    <p:cSldViewPr snapToGrid="0">
      <p:cViewPr>
        <p:scale>
          <a:sx n="1" d="2"/>
          <a:sy n="1" d="2"/>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rma, Sandeep" userId="S::sandverma@deloitte.com::d30842dc-0cf9-420b-8643-a509591151fe" providerId="AD" clId="Web-{3B7FE807-EDB9-19C1-13FE-59DDE07EDDCD}"/>
    <pc:docChg chg="modSld sldOrd">
      <pc:chgData name="Verma, Sandeep" userId="S::sandverma@deloitte.com::d30842dc-0cf9-420b-8643-a509591151fe" providerId="AD" clId="Web-{3B7FE807-EDB9-19C1-13FE-59DDE07EDDCD}" dt="2023-08-01T15:51:03.346" v="6" actId="1076"/>
      <pc:docMkLst>
        <pc:docMk/>
      </pc:docMkLst>
      <pc:sldChg chg="modSp">
        <pc:chgData name="Verma, Sandeep" userId="S::sandverma@deloitte.com::d30842dc-0cf9-420b-8643-a509591151fe" providerId="AD" clId="Web-{3B7FE807-EDB9-19C1-13FE-59DDE07EDDCD}" dt="2023-08-01T15:51:03.346" v="6" actId="1076"/>
        <pc:sldMkLst>
          <pc:docMk/>
          <pc:sldMk cId="567236525" sldId="454"/>
        </pc:sldMkLst>
        <pc:spChg chg="mod">
          <ac:chgData name="Verma, Sandeep" userId="S::sandverma@deloitte.com::d30842dc-0cf9-420b-8643-a509591151fe" providerId="AD" clId="Web-{3B7FE807-EDB9-19C1-13FE-59DDE07EDDCD}" dt="2023-08-01T15:51:03.346" v="6" actId="1076"/>
          <ac:spMkLst>
            <pc:docMk/>
            <pc:sldMk cId="567236525" sldId="454"/>
            <ac:spMk id="16" creationId="{3BD204F7-A057-422A-99CB-BE6A85C02AEF}"/>
          </ac:spMkLst>
        </pc:spChg>
        <pc:spChg chg="mod">
          <ac:chgData name="Verma, Sandeep" userId="S::sandverma@deloitte.com::d30842dc-0cf9-420b-8643-a509591151fe" providerId="AD" clId="Web-{3B7FE807-EDB9-19C1-13FE-59DDE07EDDCD}" dt="2023-08-01T15:51:00.893" v="5" actId="1076"/>
          <ac:spMkLst>
            <pc:docMk/>
            <pc:sldMk cId="567236525" sldId="454"/>
            <ac:spMk id="22" creationId="{14710C37-F80E-48AA-AD08-9E0A6E5B9DAB}"/>
          </ac:spMkLst>
        </pc:spChg>
      </pc:sldChg>
      <pc:sldChg chg="ord">
        <pc:chgData name="Verma, Sandeep" userId="S::sandverma@deloitte.com::d30842dc-0cf9-420b-8643-a509591151fe" providerId="AD" clId="Web-{3B7FE807-EDB9-19C1-13FE-59DDE07EDDCD}" dt="2023-08-01T13:57:44.302" v="1"/>
        <pc:sldMkLst>
          <pc:docMk/>
          <pc:sldMk cId="2805083025" sldId="479"/>
        </pc:sldMkLst>
      </pc:sldChg>
      <pc:sldChg chg="ord">
        <pc:chgData name="Verma, Sandeep" userId="S::sandverma@deloitte.com::d30842dc-0cf9-420b-8643-a509591151fe" providerId="AD" clId="Web-{3B7FE807-EDB9-19C1-13FE-59DDE07EDDCD}" dt="2023-08-01T13:55:09.001" v="0"/>
        <pc:sldMkLst>
          <pc:docMk/>
          <pc:sldMk cId="1084345788" sldId="698"/>
        </pc:sldMkLst>
      </pc:sldChg>
    </pc:docChg>
  </pc:docChgLst>
  <pc:docChgLst>
    <pc:chgData name="Verma, Sandeep" userId="S::sandverma@deloitte.com::d30842dc-0cf9-420b-8643-a509591151fe" providerId="AD" clId="Web-{DFD3FCCE-F022-53D3-2774-0512410A9D00}"/>
    <pc:docChg chg="delSld">
      <pc:chgData name="Verma, Sandeep" userId="S::sandverma@deloitte.com::d30842dc-0cf9-420b-8643-a509591151fe" providerId="AD" clId="Web-{DFD3FCCE-F022-53D3-2774-0512410A9D00}" dt="2023-06-21T14:57:50.053" v="0"/>
      <pc:docMkLst>
        <pc:docMk/>
      </pc:docMkLst>
      <pc:sldChg chg="del">
        <pc:chgData name="Verma, Sandeep" userId="S::sandverma@deloitte.com::d30842dc-0cf9-420b-8643-a509591151fe" providerId="AD" clId="Web-{DFD3FCCE-F022-53D3-2774-0512410A9D00}" dt="2023-06-21T14:57:50.053" v="0"/>
        <pc:sldMkLst>
          <pc:docMk/>
          <pc:sldMk cId="3534433074" sldId="904"/>
        </pc:sldMkLst>
      </pc:sldChg>
    </pc:docChg>
  </pc:docChgLst>
  <pc:docChgLst>
    <pc:chgData clId="Web-{AB8B8374-EE51-5EFD-12A8-D2983638F586}"/>
    <pc:docChg chg="modSld">
      <pc:chgData name="" userId="" providerId="" clId="Web-{AB8B8374-EE51-5EFD-12A8-D2983638F586}" dt="2024-04-16T16:08:53.608" v="0" actId="1076"/>
      <pc:docMkLst>
        <pc:docMk/>
      </pc:docMkLst>
      <pc:sldChg chg="modSp">
        <pc:chgData name="" userId="" providerId="" clId="Web-{AB8B8374-EE51-5EFD-12A8-D2983638F586}" dt="2024-04-16T16:08:53.608" v="0" actId="1076"/>
        <pc:sldMkLst>
          <pc:docMk/>
          <pc:sldMk cId="1259888063" sldId="889"/>
        </pc:sldMkLst>
        <pc:picChg chg="mod">
          <ac:chgData name="" userId="" providerId="" clId="Web-{AB8B8374-EE51-5EFD-12A8-D2983638F586}" dt="2024-04-16T16:08:53.608" v="0" actId="1076"/>
          <ac:picMkLst>
            <pc:docMk/>
            <pc:sldMk cId="1259888063" sldId="889"/>
            <ac:picMk id="9" creationId="{35C13028-3154-401C-868E-0725508DBD0D}"/>
          </ac:picMkLst>
        </pc:picChg>
      </pc:sldChg>
    </pc:docChg>
  </pc:docChgLst>
  <pc:docChgLst>
    <pc:chgData name="Vishal, R" userId="S::rvishal5@deloitte.com::f4d109f5-0d85-43b2-9d23-b7f73bdaf84a" providerId="AD" clId="Web-{AB8B8374-EE51-5EFD-12A8-D2983638F586}"/>
    <pc:docChg chg="modSld">
      <pc:chgData name="Vishal, R" userId="S::rvishal5@deloitte.com::f4d109f5-0d85-43b2-9d23-b7f73bdaf84a" providerId="AD" clId="Web-{AB8B8374-EE51-5EFD-12A8-D2983638F586}" dt="2024-04-16T16:08:59.515" v="0" actId="1076"/>
      <pc:docMkLst>
        <pc:docMk/>
      </pc:docMkLst>
      <pc:sldChg chg="modSp">
        <pc:chgData name="Vishal, R" userId="S::rvishal5@deloitte.com::f4d109f5-0d85-43b2-9d23-b7f73bdaf84a" providerId="AD" clId="Web-{AB8B8374-EE51-5EFD-12A8-D2983638F586}" dt="2024-04-16T16:08:59.515" v="0" actId="1076"/>
        <pc:sldMkLst>
          <pc:docMk/>
          <pc:sldMk cId="1259888063" sldId="889"/>
        </pc:sldMkLst>
        <pc:picChg chg="mod">
          <ac:chgData name="Vishal, R" userId="S::rvishal5@deloitte.com::f4d109f5-0d85-43b2-9d23-b7f73bdaf84a" providerId="AD" clId="Web-{AB8B8374-EE51-5EFD-12A8-D2983638F586}" dt="2024-04-16T16:08:59.515" v="0" actId="1076"/>
          <ac:picMkLst>
            <pc:docMk/>
            <pc:sldMk cId="1259888063" sldId="889"/>
            <ac:picMk id="9" creationId="{35C13028-3154-401C-868E-0725508DBD0D}"/>
          </ac:picMkLst>
        </pc:picChg>
      </pc:sldChg>
    </pc:docChg>
  </pc:docChgLst>
  <pc:docChgLst>
    <pc:chgData name="Sharma, Ayushi" userId="S::ayushisharma5@deloitte.com::3cdde7ff-21f1-4340-802f-e61f2f39f62b" providerId="AD" clId="Web-{FA197C73-464B-4C16-B8C9-F80D2964B3EE}"/>
    <pc:docChg chg="mod">
      <pc:chgData name="Sharma, Ayushi" userId="S::ayushisharma5@deloitte.com::3cdde7ff-21f1-4340-802f-e61f2f39f62b" providerId="AD" clId="Web-{FA197C73-464B-4C16-B8C9-F80D2964B3EE}" dt="2024-07-18T11:29:10.113" v="0" actId="33475"/>
      <pc:docMkLst>
        <pc:docMk/>
      </pc:docMkLst>
    </pc:docChg>
  </pc:docChgLst>
  <pc:docChgLst>
    <pc:chgData clId="Web-{8752F526-3710-29DA-83A6-97CB5078ACED}"/>
    <pc:docChg chg="modSld">
      <pc:chgData name="" userId="" providerId="" clId="Web-{8752F526-3710-29DA-83A6-97CB5078ACED}" dt="2024-04-16T16:09:21.068" v="0" actId="1076"/>
      <pc:docMkLst>
        <pc:docMk/>
      </pc:docMkLst>
      <pc:sldChg chg="modSp">
        <pc:chgData name="" userId="" providerId="" clId="Web-{8752F526-3710-29DA-83A6-97CB5078ACED}" dt="2024-04-16T16:09:21.068" v="0" actId="1076"/>
        <pc:sldMkLst>
          <pc:docMk/>
          <pc:sldMk cId="1259888063" sldId="889"/>
        </pc:sldMkLst>
        <pc:picChg chg="mod">
          <ac:chgData name="" userId="" providerId="" clId="Web-{8752F526-3710-29DA-83A6-97CB5078ACED}" dt="2024-04-16T16:09:21.068" v="0" actId="1076"/>
          <ac:picMkLst>
            <pc:docMk/>
            <pc:sldMk cId="1259888063" sldId="889"/>
            <ac:picMk id="9" creationId="{35C13028-3154-401C-868E-0725508DBD0D}"/>
          </ac:picMkLst>
        </pc:picChg>
      </pc:sldChg>
    </pc:docChg>
  </pc:docChgLst>
  <pc:docChgLst>
    <pc:chgData name="Alleni, Narendhar" userId="S::nalleni@deloitte.com::3a22b8f0-fbf5-4243-a263-69a53057ec23" providerId="AD" clId="Web-{A8731F99-5BE1-1F0F-4DBE-787A87666F45}"/>
    <pc:docChg chg="addSld modSld">
      <pc:chgData name="Alleni, Narendhar" userId="S::nalleni@deloitte.com::3a22b8f0-fbf5-4243-a263-69a53057ec23" providerId="AD" clId="Web-{A8731F99-5BE1-1F0F-4DBE-787A87666F45}" dt="2023-04-12T11:07:31.251" v="2"/>
      <pc:docMkLst>
        <pc:docMk/>
      </pc:docMkLst>
      <pc:sldChg chg="delSp add replId">
        <pc:chgData name="Alleni, Narendhar" userId="S::nalleni@deloitte.com::3a22b8f0-fbf5-4243-a263-69a53057ec23" providerId="AD" clId="Web-{A8731F99-5BE1-1F0F-4DBE-787A87666F45}" dt="2023-04-12T11:07:31.251" v="2"/>
        <pc:sldMkLst>
          <pc:docMk/>
          <pc:sldMk cId="1075210502" sldId="897"/>
        </pc:sldMkLst>
        <pc:spChg chg="del">
          <ac:chgData name="Alleni, Narendhar" userId="S::nalleni@deloitte.com::3a22b8f0-fbf5-4243-a263-69a53057ec23" providerId="AD" clId="Web-{A8731F99-5BE1-1F0F-4DBE-787A87666F45}" dt="2023-04-12T11:07:31.251" v="2"/>
          <ac:spMkLst>
            <pc:docMk/>
            <pc:sldMk cId="1075210502" sldId="897"/>
            <ac:spMk id="11" creationId="{08520DDA-3E42-4FFE-B4BB-FBFD902EFEB6}"/>
          </ac:spMkLst>
        </pc:spChg>
        <pc:picChg chg="del">
          <ac:chgData name="Alleni, Narendhar" userId="S::nalleni@deloitte.com::3a22b8f0-fbf5-4243-a263-69a53057ec23" providerId="AD" clId="Web-{A8731F99-5BE1-1F0F-4DBE-787A87666F45}" dt="2023-04-12T11:07:27.735" v="1"/>
          <ac:picMkLst>
            <pc:docMk/>
            <pc:sldMk cId="1075210502" sldId="897"/>
            <ac:picMk id="6" creationId="{A9640F28-B8C5-4370-A5A3-AB2B894DCD2D}"/>
          </ac:picMkLst>
        </pc:picChg>
      </pc:sldChg>
    </pc:docChg>
  </pc:docChgLst>
  <pc:docChgLst>
    <pc:chgData name="Zakia, Ismat" userId="S::izakia@deloitte.com::285662d0-8c59-4ce6-b980-f579189dfa53" providerId="AD" clId="Web-{3494DA40-E19F-15EC-F924-4CD4B41110F4}"/>
    <pc:docChg chg="modSld">
      <pc:chgData name="Zakia, Ismat" userId="S::izakia@deloitte.com::285662d0-8c59-4ce6-b980-f579189dfa53" providerId="AD" clId="Web-{3494DA40-E19F-15EC-F924-4CD4B41110F4}" dt="2024-04-25T14:31:40.495" v="26" actId="1076"/>
      <pc:docMkLst>
        <pc:docMk/>
      </pc:docMkLst>
      <pc:sldChg chg="addSp modSp">
        <pc:chgData name="Zakia, Ismat" userId="S::izakia@deloitte.com::285662d0-8c59-4ce6-b980-f579189dfa53" providerId="AD" clId="Web-{3494DA40-E19F-15EC-F924-4CD4B41110F4}" dt="2024-04-25T14:31:40.495" v="26" actId="1076"/>
        <pc:sldMkLst>
          <pc:docMk/>
          <pc:sldMk cId="567236525" sldId="454"/>
        </pc:sldMkLst>
        <pc:spChg chg="add mod">
          <ac:chgData name="Zakia, Ismat" userId="S::izakia@deloitte.com::285662d0-8c59-4ce6-b980-f579189dfa53" providerId="AD" clId="Web-{3494DA40-E19F-15EC-F924-4CD4B41110F4}" dt="2024-04-25T14:31:40.495" v="26" actId="1076"/>
          <ac:spMkLst>
            <pc:docMk/>
            <pc:sldMk cId="567236525" sldId="454"/>
            <ac:spMk id="2" creationId="{1B98E482-D930-7FDA-8F48-3C7212E821F1}"/>
          </ac:spMkLst>
        </pc:spChg>
        <pc:spChg chg="mod">
          <ac:chgData name="Zakia, Ismat" userId="S::izakia@deloitte.com::285662d0-8c59-4ce6-b980-f579189dfa53" providerId="AD" clId="Web-{3494DA40-E19F-15EC-F924-4CD4B41110F4}" dt="2024-04-25T14:31:15.572" v="22" actId="1076"/>
          <ac:spMkLst>
            <pc:docMk/>
            <pc:sldMk cId="567236525" sldId="454"/>
            <ac:spMk id="16" creationId="{3BD204F7-A057-422A-99CB-BE6A85C02AEF}"/>
          </ac:spMkLst>
        </pc:spChg>
        <pc:spChg chg="mod">
          <ac:chgData name="Zakia, Ismat" userId="S::izakia@deloitte.com::285662d0-8c59-4ce6-b980-f579189dfa53" providerId="AD" clId="Web-{3494DA40-E19F-15EC-F924-4CD4B41110F4}" dt="2024-04-25T14:31:33.010" v="25" actId="1076"/>
          <ac:spMkLst>
            <pc:docMk/>
            <pc:sldMk cId="567236525" sldId="454"/>
            <ac:spMk id="18" creationId="{CE7621EA-909F-4C47-9E0C-646515D9B00C}"/>
          </ac:spMkLst>
        </pc:spChg>
        <pc:spChg chg="mod">
          <ac:chgData name="Zakia, Ismat" userId="S::izakia@deloitte.com::285662d0-8c59-4ce6-b980-f579189dfa53" providerId="AD" clId="Web-{3494DA40-E19F-15EC-F924-4CD4B41110F4}" dt="2024-04-25T14:31:26.135" v="24" actId="1076"/>
          <ac:spMkLst>
            <pc:docMk/>
            <pc:sldMk cId="567236525" sldId="454"/>
            <ac:spMk id="20" creationId="{C29703C2-C8EF-4BB2-9A50-03D06F294381}"/>
          </ac:spMkLst>
        </pc:spChg>
        <pc:spChg chg="mod">
          <ac:chgData name="Zakia, Ismat" userId="S::izakia@deloitte.com::285662d0-8c59-4ce6-b980-f579189dfa53" providerId="AD" clId="Web-{3494DA40-E19F-15EC-F924-4CD4B41110F4}" dt="2024-04-25T14:29:42.553" v="2" actId="14100"/>
          <ac:spMkLst>
            <pc:docMk/>
            <pc:sldMk cId="567236525" sldId="454"/>
            <ac:spMk id="22" creationId="{14710C37-F80E-48AA-AD08-9E0A6E5B9DAB}"/>
          </ac:spMkLst>
        </pc:spChg>
      </pc:sldChg>
    </pc:docChg>
  </pc:docChgLst>
  <pc:docChgLst>
    <pc:chgData name="Verma, Sandeep" userId="S::sandverma@deloitte.com::d30842dc-0cf9-420b-8643-a509591151fe" providerId="AD" clId="Web-{CE288D4E-A439-6E19-1EA5-654391DE5B94}"/>
    <pc:docChg chg="modSld">
      <pc:chgData name="Verma, Sandeep" userId="S::sandverma@deloitte.com::d30842dc-0cf9-420b-8643-a509591151fe" providerId="AD" clId="Web-{CE288D4E-A439-6E19-1EA5-654391DE5B94}" dt="2023-06-12T19:19:54.641" v="49" actId="1076"/>
      <pc:docMkLst>
        <pc:docMk/>
      </pc:docMkLst>
      <pc:sldChg chg="modSp">
        <pc:chgData name="Verma, Sandeep" userId="S::sandverma@deloitte.com::d30842dc-0cf9-420b-8643-a509591151fe" providerId="AD" clId="Web-{CE288D4E-A439-6E19-1EA5-654391DE5B94}" dt="2023-06-12T19:18:41.169" v="40" actId="20577"/>
        <pc:sldMkLst>
          <pc:docMk/>
          <pc:sldMk cId="1257336563" sldId="573"/>
        </pc:sldMkLst>
        <pc:spChg chg="mod">
          <ac:chgData name="Verma, Sandeep" userId="S::sandverma@deloitte.com::d30842dc-0cf9-420b-8643-a509591151fe" providerId="AD" clId="Web-{CE288D4E-A439-6E19-1EA5-654391DE5B94}" dt="2023-06-12T19:18:41.169" v="40" actId="20577"/>
          <ac:spMkLst>
            <pc:docMk/>
            <pc:sldMk cId="1257336563" sldId="573"/>
            <ac:spMk id="29" creationId="{1FB1CE05-F2BE-4BA7-820C-09F457EC9757}"/>
          </ac:spMkLst>
        </pc:spChg>
      </pc:sldChg>
      <pc:sldChg chg="modSp">
        <pc:chgData name="Verma, Sandeep" userId="S::sandverma@deloitte.com::d30842dc-0cf9-420b-8643-a509591151fe" providerId="AD" clId="Web-{CE288D4E-A439-6E19-1EA5-654391DE5B94}" dt="2023-06-12T19:19:54.641" v="49" actId="1076"/>
        <pc:sldMkLst>
          <pc:docMk/>
          <pc:sldMk cId="3140372417" sldId="887"/>
        </pc:sldMkLst>
        <pc:spChg chg="mod">
          <ac:chgData name="Verma, Sandeep" userId="S::sandverma@deloitte.com::d30842dc-0cf9-420b-8643-a509591151fe" providerId="AD" clId="Web-{CE288D4E-A439-6E19-1EA5-654391DE5B94}" dt="2023-06-12T19:19:54.641" v="49" actId="1076"/>
          <ac:spMkLst>
            <pc:docMk/>
            <pc:sldMk cId="3140372417" sldId="887"/>
            <ac:spMk id="13" creationId="{35646B25-4F0A-4174-BB22-F706A36E961F}"/>
          </ac:spMkLst>
        </pc:spChg>
        <pc:spChg chg="mod">
          <ac:chgData name="Verma, Sandeep" userId="S::sandverma@deloitte.com::d30842dc-0cf9-420b-8643-a509591151fe" providerId="AD" clId="Web-{CE288D4E-A439-6E19-1EA5-654391DE5B94}" dt="2023-06-12T19:19:37.609" v="45" actId="1076"/>
          <ac:spMkLst>
            <pc:docMk/>
            <pc:sldMk cId="3140372417" sldId="887"/>
            <ac:spMk id="14" creationId="{99B0C0E5-9F9F-4546-A910-D9D9D238A8E5}"/>
          </ac:spMkLst>
        </pc:spChg>
        <pc:picChg chg="mod">
          <ac:chgData name="Verma, Sandeep" userId="S::sandverma@deloitte.com::d30842dc-0cf9-420b-8643-a509591151fe" providerId="AD" clId="Web-{CE288D4E-A439-6E19-1EA5-654391DE5B94}" dt="2023-06-12T19:19:51.016" v="48" actId="1076"/>
          <ac:picMkLst>
            <pc:docMk/>
            <pc:sldMk cId="3140372417" sldId="887"/>
            <ac:picMk id="7" creationId="{26EE033B-4071-4ECD-80DE-B0FB9EFBA73E}"/>
          </ac:picMkLst>
        </pc:picChg>
        <pc:picChg chg="mod">
          <ac:chgData name="Verma, Sandeep" userId="S::sandverma@deloitte.com::d30842dc-0cf9-420b-8643-a509591151fe" providerId="AD" clId="Web-{CE288D4E-A439-6E19-1EA5-654391DE5B94}" dt="2023-06-12T19:19:23.249" v="42" actId="1076"/>
          <ac:picMkLst>
            <pc:docMk/>
            <pc:sldMk cId="3140372417" sldId="887"/>
            <ac:picMk id="17" creationId="{D844DBAB-FE84-415D-B08A-21C887779085}"/>
          </ac:picMkLst>
        </pc:picChg>
        <pc:picChg chg="mod">
          <ac:chgData name="Verma, Sandeep" userId="S::sandverma@deloitte.com::d30842dc-0cf9-420b-8643-a509591151fe" providerId="AD" clId="Web-{CE288D4E-A439-6E19-1EA5-654391DE5B94}" dt="2023-06-12T19:19:45.859" v="47" actId="1076"/>
          <ac:picMkLst>
            <pc:docMk/>
            <pc:sldMk cId="3140372417" sldId="887"/>
            <ac:picMk id="2051" creationId="{6C5E666D-2DA6-4E51-AD16-B5FEA32AF34F}"/>
          </ac:picMkLst>
        </pc:picChg>
        <pc:picChg chg="mod">
          <ac:chgData name="Verma, Sandeep" userId="S::sandverma@deloitte.com::d30842dc-0cf9-420b-8643-a509591151fe" providerId="AD" clId="Web-{CE288D4E-A439-6E19-1EA5-654391DE5B94}" dt="2023-06-12T19:19:33.015" v="44" actId="14100"/>
          <ac:picMkLst>
            <pc:docMk/>
            <pc:sldMk cId="3140372417" sldId="887"/>
            <ac:picMk id="2055" creationId="{CC3F4D93-2505-4F32-AC88-C25537A6E3EE}"/>
          </ac:picMkLst>
        </pc:picChg>
      </pc:sldChg>
      <pc:sldChg chg="modSp">
        <pc:chgData name="Verma, Sandeep" userId="S::sandverma@deloitte.com::d30842dc-0cf9-420b-8643-a509591151fe" providerId="AD" clId="Web-{CE288D4E-A439-6E19-1EA5-654391DE5B94}" dt="2023-06-12T19:15:46.989" v="23"/>
        <pc:sldMkLst>
          <pc:docMk/>
          <pc:sldMk cId="1865761104" sldId="890"/>
        </pc:sldMkLst>
        <pc:graphicFrameChg chg="mod modGraphic">
          <ac:chgData name="Verma, Sandeep" userId="S::sandverma@deloitte.com::d30842dc-0cf9-420b-8643-a509591151fe" providerId="AD" clId="Web-{CE288D4E-A439-6E19-1EA5-654391DE5B94}" dt="2023-06-12T19:15:46.989" v="23"/>
          <ac:graphicFrameMkLst>
            <pc:docMk/>
            <pc:sldMk cId="1865761104" sldId="890"/>
            <ac:graphicFrameMk id="2" creationId="{9EEFFC91-3B06-4A4E-8FAA-B6D9FE3DDCAD}"/>
          </ac:graphicFrameMkLst>
        </pc:graphicFrameChg>
      </pc:sldChg>
      <pc:sldChg chg="modSp">
        <pc:chgData name="Verma, Sandeep" userId="S::sandverma@deloitte.com::d30842dc-0cf9-420b-8643-a509591151fe" providerId="AD" clId="Web-{CE288D4E-A439-6E19-1EA5-654391DE5B94}" dt="2023-06-12T19:17:28.931" v="39" actId="1076"/>
        <pc:sldMkLst>
          <pc:docMk/>
          <pc:sldMk cId="1024736671" sldId="903"/>
        </pc:sldMkLst>
        <pc:spChg chg="mod">
          <ac:chgData name="Verma, Sandeep" userId="S::sandverma@deloitte.com::d30842dc-0cf9-420b-8643-a509591151fe" providerId="AD" clId="Web-{CE288D4E-A439-6E19-1EA5-654391DE5B94}" dt="2023-06-12T19:17:28.931" v="39" actId="1076"/>
          <ac:spMkLst>
            <pc:docMk/>
            <pc:sldMk cId="1024736671" sldId="903"/>
            <ac:spMk id="3" creationId="{668A2922-3DDE-4F25-BFA0-6F9B83541997}"/>
          </ac:spMkLst>
        </pc:spChg>
        <pc:spChg chg="mod">
          <ac:chgData name="Verma, Sandeep" userId="S::sandverma@deloitte.com::d30842dc-0cf9-420b-8643-a509591151fe" providerId="AD" clId="Web-{CE288D4E-A439-6E19-1EA5-654391DE5B94}" dt="2023-06-12T19:17:18.712" v="37" actId="20577"/>
          <ac:spMkLst>
            <pc:docMk/>
            <pc:sldMk cId="1024736671" sldId="903"/>
            <ac:spMk id="4" creationId="{7E3B52AE-D736-43F6-82B0-7D63C9A40BFE}"/>
          </ac:spMkLst>
        </pc:spChg>
      </pc:sldChg>
    </pc:docChg>
  </pc:docChgLst>
  <pc:docChgLst>
    <pc:chgData name="Pandey, Divya" userId="S::divyapandey3@deloitte.com::f32c0b42-1b24-41e6-ac2b-9966af6e6075" providerId="AD" clId="Web-{132B69AE-34CF-02A8-29DB-DC120E078532}"/>
    <pc:docChg chg="modSld">
      <pc:chgData name="Pandey, Divya" userId="S::divyapandey3@deloitte.com::f32c0b42-1b24-41e6-ac2b-9966af6e6075" providerId="AD" clId="Web-{132B69AE-34CF-02A8-29DB-DC120E078532}" dt="2023-06-13T09:45:39.672" v="21" actId="1076"/>
      <pc:docMkLst>
        <pc:docMk/>
      </pc:docMkLst>
      <pc:sldChg chg="modSp">
        <pc:chgData name="Pandey, Divya" userId="S::divyapandey3@deloitte.com::f32c0b42-1b24-41e6-ac2b-9966af6e6075" providerId="AD" clId="Web-{132B69AE-34CF-02A8-29DB-DC120E078532}" dt="2023-06-13T09:45:39.672" v="21" actId="1076"/>
        <pc:sldMkLst>
          <pc:docMk/>
          <pc:sldMk cId="945300574" sldId="571"/>
        </pc:sldMkLst>
        <pc:spChg chg="mod">
          <ac:chgData name="Pandey, Divya" userId="S::divyapandey3@deloitte.com::f32c0b42-1b24-41e6-ac2b-9966af6e6075" providerId="AD" clId="Web-{132B69AE-34CF-02A8-29DB-DC120E078532}" dt="2023-06-13T09:44:45.326" v="13" actId="1076"/>
          <ac:spMkLst>
            <pc:docMk/>
            <pc:sldMk cId="945300574" sldId="571"/>
            <ac:spMk id="12" creationId="{9E84ECED-DFB8-4FD6-89CB-00A6153A32F3}"/>
          </ac:spMkLst>
        </pc:spChg>
        <pc:spChg chg="mod">
          <ac:chgData name="Pandey, Divya" userId="S::divyapandey3@deloitte.com::f32c0b42-1b24-41e6-ac2b-9966af6e6075" providerId="AD" clId="Web-{132B69AE-34CF-02A8-29DB-DC120E078532}" dt="2023-06-13T09:45:11.983" v="18" actId="1076"/>
          <ac:spMkLst>
            <pc:docMk/>
            <pc:sldMk cId="945300574" sldId="571"/>
            <ac:spMk id="33" creationId="{C92E1DAE-B909-4260-88D9-4F52E70A6D62}"/>
          </ac:spMkLst>
        </pc:spChg>
        <pc:spChg chg="mod">
          <ac:chgData name="Pandey, Divya" userId="S::divyapandey3@deloitte.com::f32c0b42-1b24-41e6-ac2b-9966af6e6075" providerId="AD" clId="Web-{132B69AE-34CF-02A8-29DB-DC120E078532}" dt="2023-06-13T09:45:02.171" v="17" actId="1076"/>
          <ac:spMkLst>
            <pc:docMk/>
            <pc:sldMk cId="945300574" sldId="571"/>
            <ac:spMk id="34" creationId="{9DC36536-9F71-4D52-8E8A-B70AACC56BD5}"/>
          </ac:spMkLst>
        </pc:spChg>
        <pc:spChg chg="mod">
          <ac:chgData name="Pandey, Divya" userId="S::divyapandey3@deloitte.com::f32c0b42-1b24-41e6-ac2b-9966af6e6075" providerId="AD" clId="Web-{132B69AE-34CF-02A8-29DB-DC120E078532}" dt="2023-06-13T09:45:39.672" v="21" actId="1076"/>
          <ac:spMkLst>
            <pc:docMk/>
            <pc:sldMk cId="945300574" sldId="571"/>
            <ac:spMk id="35" creationId="{17FDA878-D021-4502-948E-2ACB17CCA61C}"/>
          </ac:spMkLst>
        </pc:spChg>
        <pc:grpChg chg="mod">
          <ac:chgData name="Pandey, Divya" userId="S::divyapandey3@deloitte.com::f32c0b42-1b24-41e6-ac2b-9966af6e6075" providerId="AD" clId="Web-{132B69AE-34CF-02A8-29DB-DC120E078532}" dt="2023-06-13T09:44:58.405" v="16" actId="1076"/>
          <ac:grpSpMkLst>
            <pc:docMk/>
            <pc:sldMk cId="945300574" sldId="571"/>
            <ac:grpSpMk id="11" creationId="{E57BFB3C-9EFB-4D65-BB86-F14D0880E707}"/>
          </ac:grpSpMkLst>
        </pc:grpChg>
        <pc:picChg chg="mod">
          <ac:chgData name="Pandey, Divya" userId="S::divyapandey3@deloitte.com::f32c0b42-1b24-41e6-ac2b-9966af6e6075" providerId="AD" clId="Web-{132B69AE-34CF-02A8-29DB-DC120E078532}" dt="2023-06-13T09:44:49.467" v="14" actId="1076"/>
          <ac:picMkLst>
            <pc:docMk/>
            <pc:sldMk cId="945300574" sldId="571"/>
            <ac:picMk id="17" creationId="{7C21FBD6-FD6A-4361-975B-DC12D4D3A762}"/>
          </ac:picMkLst>
        </pc:picChg>
        <pc:picChg chg="mod">
          <ac:chgData name="Pandey, Divya" userId="S::divyapandey3@deloitte.com::f32c0b42-1b24-41e6-ac2b-9966af6e6075" providerId="AD" clId="Web-{132B69AE-34CF-02A8-29DB-DC120E078532}" dt="2023-06-13T09:44:54.467" v="15" actId="1076"/>
          <ac:picMkLst>
            <pc:docMk/>
            <pc:sldMk cId="945300574" sldId="571"/>
            <ac:picMk id="19" creationId="{76749DC0-F6AA-469F-AC9C-31480996B272}"/>
          </ac:picMkLst>
        </pc:picChg>
        <pc:picChg chg="mod">
          <ac:chgData name="Pandey, Divya" userId="S::divyapandey3@deloitte.com::f32c0b42-1b24-41e6-ac2b-9966af6e6075" providerId="AD" clId="Web-{132B69AE-34CF-02A8-29DB-DC120E078532}" dt="2023-06-13T09:45:22.452" v="20" actId="1076"/>
          <ac:picMkLst>
            <pc:docMk/>
            <pc:sldMk cId="945300574" sldId="571"/>
            <ac:picMk id="20" creationId="{4F8BB1E9-28D5-4E8B-AEB0-E8B6ECCFB6C2}"/>
          </ac:picMkLst>
        </pc:picChg>
      </pc:sldChg>
      <pc:sldChg chg="modSp">
        <pc:chgData name="Pandey, Divya" userId="S::divyapandey3@deloitte.com::f32c0b42-1b24-41e6-ac2b-9966af6e6075" providerId="AD" clId="Web-{132B69AE-34CF-02A8-29DB-DC120E078532}" dt="2023-06-13T09:42:14.572" v="7"/>
        <pc:sldMkLst>
          <pc:docMk/>
          <pc:sldMk cId="1865761104" sldId="890"/>
        </pc:sldMkLst>
        <pc:graphicFrameChg chg="mod modGraphic">
          <ac:chgData name="Pandey, Divya" userId="S::divyapandey3@deloitte.com::f32c0b42-1b24-41e6-ac2b-9966af6e6075" providerId="AD" clId="Web-{132B69AE-34CF-02A8-29DB-DC120E078532}" dt="2023-06-13T09:42:14.572" v="7"/>
          <ac:graphicFrameMkLst>
            <pc:docMk/>
            <pc:sldMk cId="1865761104" sldId="890"/>
            <ac:graphicFrameMk id="2" creationId="{9EEFFC91-3B06-4A4E-8FAA-B6D9FE3DDCAD}"/>
          </ac:graphicFrameMkLst>
        </pc:graphicFrameChg>
      </pc:sldChg>
    </pc:docChg>
  </pc:docChgLst>
  <pc:docChgLst>
    <pc:chgData name="Verma, Sandeep" userId="S::sandverma@deloitte.com::d30842dc-0cf9-420b-8643-a509591151fe" providerId="AD" clId="Web-{2E1A052E-845F-8751-AA9C-B583C495DDDA}"/>
    <pc:docChg chg="addSld modSld">
      <pc:chgData name="Verma, Sandeep" userId="S::sandverma@deloitte.com::d30842dc-0cf9-420b-8643-a509591151fe" providerId="AD" clId="Web-{2E1A052E-845F-8751-AA9C-B583C495DDDA}" dt="2023-06-13T10:04:28.371" v="3"/>
      <pc:docMkLst>
        <pc:docMk/>
      </pc:docMkLst>
      <pc:sldChg chg="delSp">
        <pc:chgData name="Verma, Sandeep" userId="S::sandverma@deloitte.com::d30842dc-0cf9-420b-8643-a509591151fe" providerId="AD" clId="Web-{2E1A052E-845F-8751-AA9C-B583C495DDDA}" dt="2023-06-13T10:04:28.371" v="3"/>
        <pc:sldMkLst>
          <pc:docMk/>
          <pc:sldMk cId="945300574" sldId="571"/>
        </pc:sldMkLst>
        <pc:picChg chg="del">
          <ac:chgData name="Verma, Sandeep" userId="S::sandverma@deloitte.com::d30842dc-0cf9-420b-8643-a509591151fe" providerId="AD" clId="Web-{2E1A052E-845F-8751-AA9C-B583C495DDDA}" dt="2023-06-13T10:04:26.668" v="1"/>
          <ac:picMkLst>
            <pc:docMk/>
            <pc:sldMk cId="945300574" sldId="571"/>
            <ac:picMk id="17" creationId="{7C21FBD6-FD6A-4361-975B-DC12D4D3A762}"/>
          </ac:picMkLst>
        </pc:picChg>
        <pc:picChg chg="del">
          <ac:chgData name="Verma, Sandeep" userId="S::sandverma@deloitte.com::d30842dc-0cf9-420b-8643-a509591151fe" providerId="AD" clId="Web-{2E1A052E-845F-8751-AA9C-B583C495DDDA}" dt="2023-06-13T10:04:27.481" v="2"/>
          <ac:picMkLst>
            <pc:docMk/>
            <pc:sldMk cId="945300574" sldId="571"/>
            <ac:picMk id="19" creationId="{76749DC0-F6AA-469F-AC9C-31480996B272}"/>
          </ac:picMkLst>
        </pc:picChg>
        <pc:picChg chg="del">
          <ac:chgData name="Verma, Sandeep" userId="S::sandverma@deloitte.com::d30842dc-0cf9-420b-8643-a509591151fe" providerId="AD" clId="Web-{2E1A052E-845F-8751-AA9C-B583C495DDDA}" dt="2023-06-13T10:04:28.371" v="3"/>
          <ac:picMkLst>
            <pc:docMk/>
            <pc:sldMk cId="945300574" sldId="571"/>
            <ac:picMk id="20" creationId="{4F8BB1E9-28D5-4E8B-AEB0-E8B6ECCFB6C2}"/>
          </ac:picMkLst>
        </pc:picChg>
      </pc:sldChg>
      <pc:sldChg chg="add replId">
        <pc:chgData name="Verma, Sandeep" userId="S::sandverma@deloitte.com::d30842dc-0cf9-420b-8643-a509591151fe" providerId="AD" clId="Web-{2E1A052E-845F-8751-AA9C-B583C495DDDA}" dt="2023-06-13T10:04:03.839" v="0"/>
        <pc:sldMkLst>
          <pc:docMk/>
          <pc:sldMk cId="731864128" sldId="908"/>
        </pc:sldMkLst>
      </pc:sldChg>
    </pc:docChg>
  </pc:docChgLst>
  <pc:docChgLst>
    <pc:chgData name="Zakia, Ismat" userId="S::izakia@deloitte.com::285662d0-8c59-4ce6-b980-f579189dfa53" providerId="AD" clId="Web-{0E974B85-CE22-D783-A524-9F7E9127F49A}"/>
    <pc:docChg chg="modSld">
      <pc:chgData name="Zakia, Ismat" userId="S::izakia@deloitte.com::285662d0-8c59-4ce6-b980-f579189dfa53" providerId="AD" clId="Web-{0E974B85-CE22-D783-A524-9F7E9127F49A}" dt="2024-04-25T14:32:44.347" v="0" actId="20577"/>
      <pc:docMkLst>
        <pc:docMk/>
      </pc:docMkLst>
      <pc:sldChg chg="modSp">
        <pc:chgData name="Zakia, Ismat" userId="S::izakia@deloitte.com::285662d0-8c59-4ce6-b980-f579189dfa53" providerId="AD" clId="Web-{0E974B85-CE22-D783-A524-9F7E9127F49A}" dt="2024-04-25T14:32:44.347" v="0" actId="20577"/>
        <pc:sldMkLst>
          <pc:docMk/>
          <pc:sldMk cId="567236525" sldId="454"/>
        </pc:sldMkLst>
        <pc:spChg chg="mod">
          <ac:chgData name="Zakia, Ismat" userId="S::izakia@deloitte.com::285662d0-8c59-4ce6-b980-f579189dfa53" providerId="AD" clId="Web-{0E974B85-CE22-D783-A524-9F7E9127F49A}" dt="2024-04-25T14:32:44.347" v="0" actId="20577"/>
          <ac:spMkLst>
            <pc:docMk/>
            <pc:sldMk cId="567236525" sldId="454"/>
            <ac:spMk id="2" creationId="{1B98E482-D930-7FDA-8F48-3C7212E821F1}"/>
          </ac:spMkLst>
        </pc:spChg>
      </pc:sldChg>
    </pc:docChg>
  </pc:docChgLst>
  <pc:docChgLst>
    <pc:chgData name="Verma, Sandeep" userId="S::sandverma@deloitte.com::d30842dc-0cf9-420b-8643-a509591151fe" providerId="AD" clId="Web-{CB3B24C3-0CE0-9501-04BE-80FAD9FFB32F}"/>
    <pc:docChg chg="modSld">
      <pc:chgData name="Verma, Sandeep" userId="S::sandverma@deloitte.com::d30842dc-0cf9-420b-8643-a509591151fe" providerId="AD" clId="Web-{CB3B24C3-0CE0-9501-04BE-80FAD9FFB32F}" dt="2023-06-20T09:19:21.038" v="5" actId="1076"/>
      <pc:docMkLst>
        <pc:docMk/>
      </pc:docMkLst>
      <pc:sldChg chg="modSp">
        <pc:chgData name="Verma, Sandeep" userId="S::sandverma@deloitte.com::d30842dc-0cf9-420b-8643-a509591151fe" providerId="AD" clId="Web-{CB3B24C3-0CE0-9501-04BE-80FAD9FFB32F}" dt="2023-06-20T09:19:21.038" v="5" actId="1076"/>
        <pc:sldMkLst>
          <pc:docMk/>
          <pc:sldMk cId="1265867692" sldId="282"/>
        </pc:sldMkLst>
        <pc:spChg chg="mod">
          <ac:chgData name="Verma, Sandeep" userId="S::sandverma@deloitte.com::d30842dc-0cf9-420b-8643-a509591151fe" providerId="AD" clId="Web-{CB3B24C3-0CE0-9501-04BE-80FAD9FFB32F}" dt="2023-06-20T09:19:11.225" v="3" actId="1076"/>
          <ac:spMkLst>
            <pc:docMk/>
            <pc:sldMk cId="1265867692" sldId="282"/>
            <ac:spMk id="54" creationId="{50848D64-FB64-429D-B5E6-9D84359772B7}"/>
          </ac:spMkLst>
        </pc:spChg>
        <pc:spChg chg="mod">
          <ac:chgData name="Verma, Sandeep" userId="S::sandverma@deloitte.com::d30842dc-0cf9-420b-8643-a509591151fe" providerId="AD" clId="Web-{CB3B24C3-0CE0-9501-04BE-80FAD9FFB32F}" dt="2023-06-20T09:19:17.241" v="4" actId="1076"/>
          <ac:spMkLst>
            <pc:docMk/>
            <pc:sldMk cId="1265867692" sldId="282"/>
            <ac:spMk id="60" creationId="{705B094B-759B-4752-A5E5-3BC6FB706E4F}"/>
          </ac:spMkLst>
        </pc:spChg>
        <pc:spChg chg="mod">
          <ac:chgData name="Verma, Sandeep" userId="S::sandverma@deloitte.com::d30842dc-0cf9-420b-8643-a509591151fe" providerId="AD" clId="Web-{CB3B24C3-0CE0-9501-04BE-80FAD9FFB32F}" dt="2023-06-20T09:19:02.037" v="1" actId="1076"/>
          <ac:spMkLst>
            <pc:docMk/>
            <pc:sldMk cId="1265867692" sldId="282"/>
            <ac:spMk id="67" creationId="{00000000-0000-0000-0000-000000000000}"/>
          </ac:spMkLst>
        </pc:spChg>
        <pc:spChg chg="mod">
          <ac:chgData name="Verma, Sandeep" userId="S::sandverma@deloitte.com::d30842dc-0cf9-420b-8643-a509591151fe" providerId="AD" clId="Web-{CB3B24C3-0CE0-9501-04BE-80FAD9FFB32F}" dt="2023-06-20T09:18:51.396" v="0" actId="1076"/>
          <ac:spMkLst>
            <pc:docMk/>
            <pc:sldMk cId="1265867692" sldId="282"/>
            <ac:spMk id="76" creationId="{55267C9B-D960-4607-A136-ECC9350F05C2}"/>
          </ac:spMkLst>
        </pc:spChg>
        <pc:spChg chg="mod">
          <ac:chgData name="Verma, Sandeep" userId="S::sandverma@deloitte.com::d30842dc-0cf9-420b-8643-a509591151fe" providerId="AD" clId="Web-{CB3B24C3-0CE0-9501-04BE-80FAD9FFB32F}" dt="2023-06-20T09:19:06.444" v="2" actId="1076"/>
          <ac:spMkLst>
            <pc:docMk/>
            <pc:sldMk cId="1265867692" sldId="282"/>
            <ac:spMk id="79" creationId="{00000000-0000-0000-0000-000000000000}"/>
          </ac:spMkLst>
        </pc:spChg>
        <pc:spChg chg="mod">
          <ac:chgData name="Verma, Sandeep" userId="S::sandverma@deloitte.com::d30842dc-0cf9-420b-8643-a509591151fe" providerId="AD" clId="Web-{CB3B24C3-0CE0-9501-04BE-80FAD9FFB32F}" dt="2023-06-20T09:19:21.038" v="5" actId="1076"/>
          <ac:spMkLst>
            <pc:docMk/>
            <pc:sldMk cId="1265867692" sldId="282"/>
            <ac:spMk id="80" creationId="{6ADDD7CA-9D33-4DD1-87C0-0D494C642B4E}"/>
          </ac:spMkLst>
        </pc:spChg>
      </pc:sldChg>
    </pc:docChg>
  </pc:docChgLst>
  <pc:docChgLst>
    <pc:chgData name="Matam, Karthik Kumar" userId="8ba2ca17-c33e-470d-a951-4ec5d393c3c8" providerId="ADAL" clId="{296E2F37-18D7-4F50-8380-FF9BFE889343}"/>
    <pc:docChg chg="addSld delSld modSld sldOrd">
      <pc:chgData name="Matam, Karthik Kumar" userId="8ba2ca17-c33e-470d-a951-4ec5d393c3c8" providerId="ADAL" clId="{296E2F37-18D7-4F50-8380-FF9BFE889343}" dt="2023-06-13T13:06:33.149" v="5"/>
      <pc:docMkLst>
        <pc:docMk/>
      </pc:docMkLst>
      <pc:sldChg chg="add ord">
        <pc:chgData name="Matam, Karthik Kumar" userId="8ba2ca17-c33e-470d-a951-4ec5d393c3c8" providerId="ADAL" clId="{296E2F37-18D7-4F50-8380-FF9BFE889343}" dt="2023-06-13T13:06:33.149" v="5"/>
        <pc:sldMkLst>
          <pc:docMk/>
          <pc:sldMk cId="1717122797" sldId="797"/>
        </pc:sldMkLst>
      </pc:sldChg>
      <pc:sldChg chg="del">
        <pc:chgData name="Matam, Karthik Kumar" userId="8ba2ca17-c33e-470d-a951-4ec5d393c3c8" providerId="ADAL" clId="{296E2F37-18D7-4F50-8380-FF9BFE889343}" dt="2023-06-13T13:06:23.217" v="2" actId="2696"/>
        <pc:sldMkLst>
          <pc:docMk/>
          <pc:sldMk cId="2964921621" sldId="797"/>
        </pc:sldMkLst>
      </pc:sldChg>
      <pc:sldChg chg="del">
        <pc:chgData name="Matam, Karthik Kumar" userId="8ba2ca17-c33e-470d-a951-4ec5d393c3c8" providerId="ADAL" clId="{296E2F37-18D7-4F50-8380-FF9BFE889343}" dt="2023-06-13T13:05:15.478" v="1" actId="47"/>
        <pc:sldMkLst>
          <pc:docMk/>
          <pc:sldMk cId="1749771289" sldId="904"/>
        </pc:sldMkLst>
      </pc:sldChg>
      <pc:sldChg chg="del">
        <pc:chgData name="Matam, Karthik Kumar" userId="8ba2ca17-c33e-470d-a951-4ec5d393c3c8" providerId="ADAL" clId="{296E2F37-18D7-4F50-8380-FF9BFE889343}" dt="2023-06-13T13:05:04.024" v="0" actId="47"/>
        <pc:sldMkLst>
          <pc:docMk/>
          <pc:sldMk cId="1032245967" sldId="906"/>
        </pc:sldMkLst>
      </pc:sldChg>
      <pc:sldMasterChg chg="delSldLayout">
        <pc:chgData name="Matam, Karthik Kumar" userId="8ba2ca17-c33e-470d-a951-4ec5d393c3c8" providerId="ADAL" clId="{296E2F37-18D7-4F50-8380-FF9BFE889343}" dt="2023-06-13T13:06:23.217" v="2" actId="2696"/>
        <pc:sldMasterMkLst>
          <pc:docMk/>
          <pc:sldMasterMk cId="0" sldId="2147483648"/>
        </pc:sldMasterMkLst>
        <pc:sldLayoutChg chg="del">
          <pc:chgData name="Matam, Karthik Kumar" userId="8ba2ca17-c33e-470d-a951-4ec5d393c3c8" providerId="ADAL" clId="{296E2F37-18D7-4F50-8380-FF9BFE889343}" dt="2023-06-13T13:06:23.217" v="2" actId="2696"/>
          <pc:sldLayoutMkLst>
            <pc:docMk/>
            <pc:sldMasterMk cId="0" sldId="2147483648"/>
            <pc:sldLayoutMk cId="3919608582" sldId="2147483763"/>
          </pc:sldLayoutMkLst>
        </pc:sldLayoutChg>
      </pc:sldMasterChg>
    </pc:docChg>
  </pc:docChgLst>
  <pc:docChgLst>
    <pc:chgData name="Pandey, Divya" userId="S::divyapandey3@deloitte.com::f32c0b42-1b24-41e6-ac2b-9966af6e6075" providerId="AD" clId="Web-{A6AAD112-0D58-3934-9049-FB580C396535}"/>
    <pc:docChg chg="addSld modSld sldOrd">
      <pc:chgData name="Pandey, Divya" userId="S::divyapandey3@deloitte.com::f32c0b42-1b24-41e6-ac2b-9966af6e6075" providerId="AD" clId="Web-{A6AAD112-0D58-3934-9049-FB580C396535}" dt="2023-06-19T18:44:25.591" v="97" actId="14100"/>
      <pc:docMkLst>
        <pc:docMk/>
      </pc:docMkLst>
      <pc:sldChg chg="addSp delSp modSp">
        <pc:chgData name="Pandey, Divya" userId="S::divyapandey3@deloitte.com::f32c0b42-1b24-41e6-ac2b-9966af6e6075" providerId="AD" clId="Web-{A6AAD112-0D58-3934-9049-FB580C396535}" dt="2023-06-19T18:43:47.152" v="89" actId="1076"/>
        <pc:sldMkLst>
          <pc:docMk/>
          <pc:sldMk cId="3140372417" sldId="887"/>
        </pc:sldMkLst>
        <pc:spChg chg="add mod">
          <ac:chgData name="Pandey, Divya" userId="S::divyapandey3@deloitte.com::f32c0b42-1b24-41e6-ac2b-9966af6e6075" providerId="AD" clId="Web-{A6AAD112-0D58-3934-9049-FB580C396535}" dt="2023-06-19T18:43:47.152" v="89" actId="1076"/>
          <ac:spMkLst>
            <pc:docMk/>
            <pc:sldMk cId="3140372417" sldId="887"/>
            <ac:spMk id="3" creationId="{8C518021-0B0F-D00E-66DB-C596A00988FD}"/>
          </ac:spMkLst>
        </pc:spChg>
        <pc:spChg chg="mod">
          <ac:chgData name="Pandey, Divya" userId="S::divyapandey3@deloitte.com::f32c0b42-1b24-41e6-ac2b-9966af6e6075" providerId="AD" clId="Web-{A6AAD112-0D58-3934-9049-FB580C396535}" dt="2023-06-19T18:10:10.348" v="3" actId="20577"/>
          <ac:spMkLst>
            <pc:docMk/>
            <pc:sldMk cId="3140372417" sldId="887"/>
            <ac:spMk id="6" creationId="{58D2BA1E-0A7F-48DE-94A8-EB9C89B8B228}"/>
          </ac:spMkLst>
        </pc:spChg>
        <pc:spChg chg="mod">
          <ac:chgData name="Pandey, Divya" userId="S::divyapandey3@deloitte.com::f32c0b42-1b24-41e6-ac2b-9966af6e6075" providerId="AD" clId="Web-{A6AAD112-0D58-3934-9049-FB580C396535}" dt="2023-06-19T18:15:09.512" v="80" actId="1076"/>
          <ac:spMkLst>
            <pc:docMk/>
            <pc:sldMk cId="3140372417" sldId="887"/>
            <ac:spMk id="9" creationId="{F007B35D-AD4A-4753-B787-6C6A21526FDF}"/>
          </ac:spMkLst>
        </pc:spChg>
        <pc:spChg chg="mod">
          <ac:chgData name="Pandey, Divya" userId="S::divyapandey3@deloitte.com::f32c0b42-1b24-41e6-ac2b-9966af6e6075" providerId="AD" clId="Web-{A6AAD112-0D58-3934-9049-FB580C396535}" dt="2023-06-19T18:15:25.919" v="82" actId="1076"/>
          <ac:spMkLst>
            <pc:docMk/>
            <pc:sldMk cId="3140372417" sldId="887"/>
            <ac:spMk id="13" creationId="{35646B25-4F0A-4174-BB22-F706A36E961F}"/>
          </ac:spMkLst>
        </pc:spChg>
        <pc:spChg chg="del mod">
          <ac:chgData name="Pandey, Divya" userId="S::divyapandey3@deloitte.com::f32c0b42-1b24-41e6-ac2b-9966af6e6075" providerId="AD" clId="Web-{A6AAD112-0D58-3934-9049-FB580C396535}" dt="2023-06-19T18:13:25.369" v="66"/>
          <ac:spMkLst>
            <pc:docMk/>
            <pc:sldMk cId="3140372417" sldId="887"/>
            <ac:spMk id="14" creationId="{99B0C0E5-9F9F-4546-A910-D9D9D238A8E5}"/>
          </ac:spMkLst>
        </pc:spChg>
        <pc:picChg chg="mod">
          <ac:chgData name="Pandey, Divya" userId="S::divyapandey3@deloitte.com::f32c0b42-1b24-41e6-ac2b-9966af6e6075" providerId="AD" clId="Web-{A6AAD112-0D58-3934-9049-FB580C396535}" dt="2023-06-19T18:43:32.060" v="86" actId="1076"/>
          <ac:picMkLst>
            <pc:docMk/>
            <pc:sldMk cId="3140372417" sldId="887"/>
            <ac:picMk id="7" creationId="{26EE033B-4071-4ECD-80DE-B0FB9EFBA73E}"/>
          </ac:picMkLst>
        </pc:picChg>
        <pc:picChg chg="del">
          <ac:chgData name="Pandey, Divya" userId="S::divyapandey3@deloitte.com::f32c0b42-1b24-41e6-ac2b-9966af6e6075" providerId="AD" clId="Web-{A6AAD112-0D58-3934-9049-FB580C396535}" dt="2023-06-19T18:12:33.336" v="56"/>
          <ac:picMkLst>
            <pc:docMk/>
            <pc:sldMk cId="3140372417" sldId="887"/>
            <ac:picMk id="17" creationId="{D844DBAB-FE84-415D-B08A-21C887779085}"/>
          </ac:picMkLst>
        </pc:picChg>
        <pc:picChg chg="mod">
          <ac:chgData name="Pandey, Divya" userId="S::divyapandey3@deloitte.com::f32c0b42-1b24-41e6-ac2b-9966af6e6075" providerId="AD" clId="Web-{A6AAD112-0D58-3934-9049-FB580C396535}" dt="2023-06-19T18:15:17.450" v="81" actId="14100"/>
          <ac:picMkLst>
            <pc:docMk/>
            <pc:sldMk cId="3140372417" sldId="887"/>
            <ac:picMk id="2051" creationId="{6C5E666D-2DA6-4E51-AD16-B5FEA32AF34F}"/>
          </ac:picMkLst>
        </pc:picChg>
        <pc:picChg chg="mod">
          <ac:chgData name="Pandey, Divya" userId="S::divyapandey3@deloitte.com::f32c0b42-1b24-41e6-ac2b-9966af6e6075" providerId="AD" clId="Web-{A6AAD112-0D58-3934-9049-FB580C396535}" dt="2023-06-19T18:43:42.761" v="88" actId="14100"/>
          <ac:picMkLst>
            <pc:docMk/>
            <pc:sldMk cId="3140372417" sldId="887"/>
            <ac:picMk id="2055" creationId="{CC3F4D93-2505-4F32-AC88-C25537A6E3EE}"/>
          </ac:picMkLst>
        </pc:picChg>
      </pc:sldChg>
      <pc:sldChg chg="delSp modSp add ord replId">
        <pc:chgData name="Pandey, Divya" userId="S::divyapandey3@deloitte.com::f32c0b42-1b24-41e6-ac2b-9966af6e6075" providerId="AD" clId="Web-{A6AAD112-0D58-3934-9049-FB580C396535}" dt="2023-06-19T18:44:25.591" v="97" actId="14100"/>
        <pc:sldMkLst>
          <pc:docMk/>
          <pc:sldMk cId="3534433074" sldId="904"/>
        </pc:sldMkLst>
        <pc:spChg chg="mod">
          <ac:chgData name="Pandey, Divya" userId="S::divyapandey3@deloitte.com::f32c0b42-1b24-41e6-ac2b-9966af6e6075" providerId="AD" clId="Web-{A6AAD112-0D58-3934-9049-FB580C396535}" dt="2023-06-19T18:43:53.121" v="93" actId="20577"/>
          <ac:spMkLst>
            <pc:docMk/>
            <pc:sldMk cId="3534433074" sldId="904"/>
            <ac:spMk id="6" creationId="{58D2BA1E-0A7F-48DE-94A8-EB9C89B8B228}"/>
          </ac:spMkLst>
        </pc:spChg>
        <pc:picChg chg="del">
          <ac:chgData name="Pandey, Divya" userId="S::divyapandey3@deloitte.com::f32c0b42-1b24-41e6-ac2b-9966af6e6075" providerId="AD" clId="Web-{A6AAD112-0D58-3934-9049-FB580C396535}" dt="2023-06-19T18:10:19.754" v="6"/>
          <ac:picMkLst>
            <pc:docMk/>
            <pc:sldMk cId="3534433074" sldId="904"/>
            <ac:picMk id="7" creationId="{26EE033B-4071-4ECD-80DE-B0FB9EFBA73E}"/>
          </ac:picMkLst>
        </pc:picChg>
        <pc:picChg chg="mod">
          <ac:chgData name="Pandey, Divya" userId="S::divyapandey3@deloitte.com::f32c0b42-1b24-41e6-ac2b-9966af6e6075" providerId="AD" clId="Web-{A6AAD112-0D58-3934-9049-FB580C396535}" dt="2023-06-19T18:44:25.591" v="97" actId="14100"/>
          <ac:picMkLst>
            <pc:docMk/>
            <pc:sldMk cId="3534433074" sldId="904"/>
            <ac:picMk id="17" creationId="{D844DBAB-FE84-415D-B08A-21C887779085}"/>
          </ac:picMkLst>
        </pc:picChg>
        <pc:picChg chg="del">
          <ac:chgData name="Pandey, Divya" userId="S::divyapandey3@deloitte.com::f32c0b42-1b24-41e6-ac2b-9966af6e6075" providerId="AD" clId="Web-{A6AAD112-0D58-3934-9049-FB580C396535}" dt="2023-06-19T18:10:18.051" v="5"/>
          <ac:picMkLst>
            <pc:docMk/>
            <pc:sldMk cId="3534433074" sldId="904"/>
            <ac:picMk id="2051" creationId="{6C5E666D-2DA6-4E51-AD16-B5FEA32AF34F}"/>
          </ac:picMkLst>
        </pc:picChg>
        <pc:picChg chg="del">
          <ac:chgData name="Pandey, Divya" userId="S::divyapandey3@deloitte.com::f32c0b42-1b24-41e6-ac2b-9966af6e6075" providerId="AD" clId="Web-{A6AAD112-0D58-3934-9049-FB580C396535}" dt="2023-06-19T18:10:15.973" v="4"/>
          <ac:picMkLst>
            <pc:docMk/>
            <pc:sldMk cId="3534433074" sldId="904"/>
            <ac:picMk id="2055" creationId="{CC3F4D93-2505-4F32-AC88-C25537A6E3EE}"/>
          </ac:picMkLst>
        </pc:picChg>
      </pc:sldChg>
    </pc:docChg>
  </pc:docChgLst>
  <pc:docChgLst>
    <pc:chgData name="Zakia, Ismat" userId="S::izakia@deloitte.com::285662d0-8c59-4ce6-b980-f579189dfa53" providerId="AD" clId="Web-{F0F7B942-E51F-0A5A-A26F-AA7119677B25}"/>
    <pc:docChg chg="modSld">
      <pc:chgData name="Zakia, Ismat" userId="S::izakia@deloitte.com::285662d0-8c59-4ce6-b980-f579189dfa53" providerId="AD" clId="Web-{F0F7B942-E51F-0A5A-A26F-AA7119677B25}" dt="2024-04-25T16:00:32.555" v="2" actId="20577"/>
      <pc:docMkLst>
        <pc:docMk/>
      </pc:docMkLst>
      <pc:sldChg chg="modSp">
        <pc:chgData name="Zakia, Ismat" userId="S::izakia@deloitte.com::285662d0-8c59-4ce6-b980-f579189dfa53" providerId="AD" clId="Web-{F0F7B942-E51F-0A5A-A26F-AA7119677B25}" dt="2024-04-25T16:00:32.555" v="2" actId="20577"/>
        <pc:sldMkLst>
          <pc:docMk/>
          <pc:sldMk cId="567236525" sldId="454"/>
        </pc:sldMkLst>
        <pc:spChg chg="mod">
          <ac:chgData name="Zakia, Ismat" userId="S::izakia@deloitte.com::285662d0-8c59-4ce6-b980-f579189dfa53" providerId="AD" clId="Web-{F0F7B942-E51F-0A5A-A26F-AA7119677B25}" dt="2024-04-25T16:00:32.555" v="2" actId="20577"/>
          <ac:spMkLst>
            <pc:docMk/>
            <pc:sldMk cId="567236525" sldId="454"/>
            <ac:spMk id="2" creationId="{1B98E482-D930-7FDA-8F48-3C7212E821F1}"/>
          </ac:spMkLst>
        </pc:spChg>
      </pc:sldChg>
    </pc:docChg>
  </pc:docChgLst>
  <pc:docChgLst>
    <pc:chgData name="Sravya, Chatrathi" userId="S::csravya@deloitte.com::58318501-927c-43d8-be10-860a31b3412c" providerId="AD" clId="Web-{C3BA253A-9B26-A7AA-B2EE-A0CD5C66D92E}"/>
    <pc:docChg chg="addSld delSld modSld">
      <pc:chgData name="Sravya, Chatrathi" userId="S::csravya@deloitte.com::58318501-927c-43d8-be10-860a31b3412c" providerId="AD" clId="Web-{C3BA253A-9B26-A7AA-B2EE-A0CD5C66D92E}" dt="2024-07-10T19:02:09.379" v="70" actId="20577"/>
      <pc:docMkLst>
        <pc:docMk/>
      </pc:docMkLst>
      <pc:sldChg chg="new del">
        <pc:chgData name="Sravya, Chatrathi" userId="S::csravya@deloitte.com::58318501-927c-43d8-be10-860a31b3412c" providerId="AD" clId="Web-{C3BA253A-9B26-A7AA-B2EE-A0CD5C66D92E}" dt="2024-07-10T18:58:35.762" v="3"/>
        <pc:sldMkLst>
          <pc:docMk/>
          <pc:sldMk cId="3720495260" sldId="899"/>
        </pc:sldMkLst>
      </pc:sldChg>
      <pc:sldChg chg="addSp delSp modSp add">
        <pc:chgData name="Sravya, Chatrathi" userId="S::csravya@deloitte.com::58318501-927c-43d8-be10-860a31b3412c" providerId="AD" clId="Web-{C3BA253A-9B26-A7AA-B2EE-A0CD5C66D92E}" dt="2024-07-10T19:02:09.379" v="70" actId="20577"/>
        <pc:sldMkLst>
          <pc:docMk/>
          <pc:sldMk cId="3783592704" sldId="901"/>
        </pc:sldMkLst>
        <pc:spChg chg="mod">
          <ac:chgData name="Sravya, Chatrathi" userId="S::csravya@deloitte.com::58318501-927c-43d8-be10-860a31b3412c" providerId="AD" clId="Web-{C3BA253A-9B26-A7AA-B2EE-A0CD5C66D92E}" dt="2024-07-10T19:02:09.379" v="70" actId="20577"/>
          <ac:spMkLst>
            <pc:docMk/>
            <pc:sldMk cId="3783592704" sldId="901"/>
            <ac:spMk id="8" creationId="{2B8429F9-21CB-4150-B166-DD678050EE26}"/>
          </ac:spMkLst>
        </pc:spChg>
        <pc:picChg chg="add del mod">
          <ac:chgData name="Sravya, Chatrathi" userId="S::csravya@deloitte.com::58318501-927c-43d8-be10-860a31b3412c" providerId="AD" clId="Web-{C3BA253A-9B26-A7AA-B2EE-A0CD5C66D92E}" dt="2024-07-10T18:59:17.076" v="6"/>
          <ac:picMkLst>
            <pc:docMk/>
            <pc:sldMk cId="3783592704" sldId="901"/>
            <ac:picMk id="2" creationId="{C4DD6681-3C2D-EF5C-1AB0-D8C69A78FA45}"/>
          </ac:picMkLst>
        </pc:picChg>
      </pc:sldChg>
      <pc:sldChg chg="add">
        <pc:chgData name="Sravya, Chatrathi" userId="S::csravya@deloitte.com::58318501-927c-43d8-be10-860a31b3412c" providerId="AD" clId="Web-{C3BA253A-9B26-A7AA-B2EE-A0CD5C66D92E}" dt="2024-07-10T18:58:30.215" v="2"/>
        <pc:sldMkLst>
          <pc:docMk/>
          <pc:sldMk cId="237721766" sldId="902"/>
        </pc:sldMkLst>
      </pc:sldChg>
      <pc:sldChg chg="add">
        <pc:chgData name="Sravya, Chatrathi" userId="S::csravya@deloitte.com::58318501-927c-43d8-be10-860a31b3412c" providerId="AD" clId="Web-{C3BA253A-9B26-A7AA-B2EE-A0CD5C66D92E}" dt="2024-07-10T18:58:50.700" v="4"/>
        <pc:sldMkLst>
          <pc:docMk/>
          <pc:sldMk cId="1467623519" sldId="903"/>
        </pc:sldMkLst>
      </pc:sldChg>
    </pc:docChg>
  </pc:docChgLst>
  <pc:docChgLst>
    <pc:chgData name="Alleni, Narendhar" userId="3a22b8f0-fbf5-4243-a263-69a53057ec23" providerId="ADAL" clId="{DED710F5-17DB-4F05-8C32-F0D1FE0ED265}"/>
    <pc:docChg chg="undo redo custSel addSld modSld">
      <pc:chgData name="Alleni, Narendhar" userId="3a22b8f0-fbf5-4243-a263-69a53057ec23" providerId="ADAL" clId="{DED710F5-17DB-4F05-8C32-F0D1FE0ED265}" dt="2023-04-12T12:47:07.727" v="781" actId="1037"/>
      <pc:docMkLst>
        <pc:docMk/>
      </pc:docMkLst>
      <pc:sldChg chg="addSp delSp modSp add mod">
        <pc:chgData name="Alleni, Narendhar" userId="3a22b8f0-fbf5-4243-a263-69a53057ec23" providerId="ADAL" clId="{DED710F5-17DB-4F05-8C32-F0D1FE0ED265}" dt="2023-04-12T12:47:07.727" v="781" actId="1037"/>
        <pc:sldMkLst>
          <pc:docMk/>
          <pc:sldMk cId="945300574" sldId="571"/>
        </pc:sldMkLst>
        <pc:spChg chg="add del mod">
          <ac:chgData name="Alleni, Narendhar" userId="3a22b8f0-fbf5-4243-a263-69a53057ec23" providerId="ADAL" clId="{DED710F5-17DB-4F05-8C32-F0D1FE0ED265}" dt="2023-04-12T11:09:53.085" v="83" actId="478"/>
          <ac:spMkLst>
            <pc:docMk/>
            <pc:sldMk cId="945300574" sldId="571"/>
            <ac:spMk id="3" creationId="{2AA75EF8-23F5-4DA5-8CF7-AE1824D9E299}"/>
          </ac:spMkLst>
        </pc:spChg>
        <pc:spChg chg="add del mod">
          <ac:chgData name="Alleni, Narendhar" userId="3a22b8f0-fbf5-4243-a263-69a53057ec23" providerId="ADAL" clId="{DED710F5-17DB-4F05-8C32-F0D1FE0ED265}" dt="2023-04-12T11:10:01.693" v="86" actId="478"/>
          <ac:spMkLst>
            <pc:docMk/>
            <pc:sldMk cId="945300574" sldId="571"/>
            <ac:spMk id="6" creationId="{C2F8886C-3C27-456F-8772-C23D29882638}"/>
          </ac:spMkLst>
        </pc:spChg>
        <pc:spChg chg="add mod">
          <ac:chgData name="Alleni, Narendhar" userId="3a22b8f0-fbf5-4243-a263-69a53057ec23" providerId="ADAL" clId="{DED710F5-17DB-4F05-8C32-F0D1FE0ED265}" dt="2023-04-12T11:21:37.522" v="509" actId="1076"/>
          <ac:spMkLst>
            <pc:docMk/>
            <pc:sldMk cId="945300574" sldId="571"/>
            <ac:spMk id="7" creationId="{0D16E7EB-41DB-4253-8964-51F2C1952B76}"/>
          </ac:spMkLst>
        </pc:spChg>
        <pc:spChg chg="add mod">
          <ac:chgData name="Alleni, Narendhar" userId="3a22b8f0-fbf5-4243-a263-69a53057ec23" providerId="ADAL" clId="{DED710F5-17DB-4F05-8C32-F0D1FE0ED265}" dt="2023-04-12T11:20:50.262" v="502" actId="164"/>
          <ac:spMkLst>
            <pc:docMk/>
            <pc:sldMk cId="945300574" sldId="571"/>
            <ac:spMk id="8" creationId="{A6AB03A0-6A4E-4A29-A6EB-62E020225658}"/>
          </ac:spMkLst>
        </pc:spChg>
        <pc:spChg chg="mod">
          <ac:chgData name="Alleni, Narendhar" userId="3a22b8f0-fbf5-4243-a263-69a53057ec23" providerId="ADAL" clId="{DED710F5-17DB-4F05-8C32-F0D1FE0ED265}" dt="2023-04-12T11:08:40.461" v="34" actId="20577"/>
          <ac:spMkLst>
            <pc:docMk/>
            <pc:sldMk cId="945300574" sldId="571"/>
            <ac:spMk id="12" creationId="{00000000-0000-0000-0000-000000000000}"/>
          </ac:spMkLst>
        </pc:spChg>
        <pc:spChg chg="mod">
          <ac:chgData name="Alleni, Narendhar" userId="3a22b8f0-fbf5-4243-a263-69a53057ec23" providerId="ADAL" clId="{DED710F5-17DB-4F05-8C32-F0D1FE0ED265}" dt="2023-04-12T11:09:28.253" v="78" actId="20577"/>
          <ac:spMkLst>
            <pc:docMk/>
            <pc:sldMk cId="945300574" sldId="571"/>
            <ac:spMk id="13" creationId="{00000000-0000-0000-0000-000000000000}"/>
          </ac:spMkLst>
        </pc:spChg>
        <pc:spChg chg="del mod">
          <ac:chgData name="Alleni, Narendhar" userId="3a22b8f0-fbf5-4243-a263-69a53057ec23" providerId="ADAL" clId="{DED710F5-17DB-4F05-8C32-F0D1FE0ED265}" dt="2023-04-12T11:09:57.542" v="85" actId="478"/>
          <ac:spMkLst>
            <pc:docMk/>
            <pc:sldMk cId="945300574" sldId="571"/>
            <ac:spMk id="14" creationId="{00000000-0000-0000-0000-000000000000}"/>
          </ac:spMkLst>
        </pc:spChg>
        <pc:spChg chg="mod">
          <ac:chgData name="Alleni, Narendhar" userId="3a22b8f0-fbf5-4243-a263-69a53057ec23" providerId="ADAL" clId="{DED710F5-17DB-4F05-8C32-F0D1FE0ED265}" dt="2023-04-12T11:09:09.022" v="64" actId="313"/>
          <ac:spMkLst>
            <pc:docMk/>
            <pc:sldMk cId="945300574" sldId="571"/>
            <ac:spMk id="15" creationId="{00000000-0000-0000-0000-000000000000}"/>
          </ac:spMkLst>
        </pc:spChg>
        <pc:spChg chg="del mod">
          <ac:chgData name="Alleni, Narendhar" userId="3a22b8f0-fbf5-4243-a263-69a53057ec23" providerId="ADAL" clId="{DED710F5-17DB-4F05-8C32-F0D1FE0ED265}" dt="2023-04-12T11:10:06.867" v="88" actId="478"/>
          <ac:spMkLst>
            <pc:docMk/>
            <pc:sldMk cId="945300574" sldId="571"/>
            <ac:spMk id="19" creationId="{00000000-0000-0000-0000-000000000000}"/>
          </ac:spMkLst>
        </pc:spChg>
        <pc:spChg chg="add del mod">
          <ac:chgData name="Alleni, Narendhar" userId="3a22b8f0-fbf5-4243-a263-69a53057ec23" providerId="ADAL" clId="{DED710F5-17DB-4F05-8C32-F0D1FE0ED265}" dt="2023-04-12T11:18:50.434" v="481" actId="478"/>
          <ac:spMkLst>
            <pc:docMk/>
            <pc:sldMk cId="945300574" sldId="571"/>
            <ac:spMk id="20" creationId="{A19EFB6B-8728-4306-8A68-7763AE74BA07}"/>
          </ac:spMkLst>
        </pc:spChg>
        <pc:spChg chg="add mod">
          <ac:chgData name="Alleni, Narendhar" userId="3a22b8f0-fbf5-4243-a263-69a53057ec23" providerId="ADAL" clId="{DED710F5-17DB-4F05-8C32-F0D1FE0ED265}" dt="2023-04-12T11:20:50.262" v="502" actId="164"/>
          <ac:spMkLst>
            <pc:docMk/>
            <pc:sldMk cId="945300574" sldId="571"/>
            <ac:spMk id="21" creationId="{6BEDFA30-6E14-4220-AC0F-3080C0B58B95}"/>
          </ac:spMkLst>
        </pc:spChg>
        <pc:spChg chg="add mod">
          <ac:chgData name="Alleni, Narendhar" userId="3a22b8f0-fbf5-4243-a263-69a53057ec23" providerId="ADAL" clId="{DED710F5-17DB-4F05-8C32-F0D1FE0ED265}" dt="2023-04-12T11:20:50.262" v="502" actId="164"/>
          <ac:spMkLst>
            <pc:docMk/>
            <pc:sldMk cId="945300574" sldId="571"/>
            <ac:spMk id="22" creationId="{077489C7-496D-4372-849E-43DB6113AC17}"/>
          </ac:spMkLst>
        </pc:spChg>
        <pc:spChg chg="add del mod">
          <ac:chgData name="Alleni, Narendhar" userId="3a22b8f0-fbf5-4243-a263-69a53057ec23" providerId="ADAL" clId="{DED710F5-17DB-4F05-8C32-F0D1FE0ED265}" dt="2023-04-12T11:17:06.539" v="391"/>
          <ac:spMkLst>
            <pc:docMk/>
            <pc:sldMk cId="945300574" sldId="571"/>
            <ac:spMk id="23" creationId="{CDA91C7D-407E-43EA-9C17-28E8A3F5D301}"/>
          </ac:spMkLst>
        </pc:spChg>
        <pc:spChg chg="add del mod">
          <ac:chgData name="Alleni, Narendhar" userId="3a22b8f0-fbf5-4243-a263-69a53057ec23" providerId="ADAL" clId="{DED710F5-17DB-4F05-8C32-F0D1FE0ED265}" dt="2023-04-12T11:17:06.539" v="391"/>
          <ac:spMkLst>
            <pc:docMk/>
            <pc:sldMk cId="945300574" sldId="571"/>
            <ac:spMk id="24" creationId="{EA721467-165F-4F27-8AB4-4222F61EE770}"/>
          </ac:spMkLst>
        </pc:spChg>
        <pc:spChg chg="add del mod">
          <ac:chgData name="Alleni, Narendhar" userId="3a22b8f0-fbf5-4243-a263-69a53057ec23" providerId="ADAL" clId="{DED710F5-17DB-4F05-8C32-F0D1FE0ED265}" dt="2023-04-12T11:17:06.539" v="391"/>
          <ac:spMkLst>
            <pc:docMk/>
            <pc:sldMk cId="945300574" sldId="571"/>
            <ac:spMk id="25" creationId="{DB8A60D7-2635-4A48-B02B-4B460F593FB3}"/>
          </ac:spMkLst>
        </pc:spChg>
        <pc:spChg chg="add del mod">
          <ac:chgData name="Alleni, Narendhar" userId="3a22b8f0-fbf5-4243-a263-69a53057ec23" providerId="ADAL" clId="{DED710F5-17DB-4F05-8C32-F0D1FE0ED265}" dt="2023-04-12T11:20:50.262" v="502" actId="164"/>
          <ac:spMkLst>
            <pc:docMk/>
            <pc:sldMk cId="945300574" sldId="571"/>
            <ac:spMk id="26" creationId="{FF820E41-4A84-4269-9D78-74053784DBE4}"/>
          </ac:spMkLst>
        </pc:spChg>
        <pc:spChg chg="add del mod">
          <ac:chgData name="Alleni, Narendhar" userId="3a22b8f0-fbf5-4243-a263-69a53057ec23" providerId="ADAL" clId="{DED710F5-17DB-4F05-8C32-F0D1FE0ED265}" dt="2023-04-12T11:17:19.160" v="396" actId="478"/>
          <ac:spMkLst>
            <pc:docMk/>
            <pc:sldMk cId="945300574" sldId="571"/>
            <ac:spMk id="27" creationId="{B6A68734-9C4B-44E6-BE5D-99DE6D324184}"/>
          </ac:spMkLst>
        </pc:spChg>
        <pc:spChg chg="add del mod">
          <ac:chgData name="Alleni, Narendhar" userId="3a22b8f0-fbf5-4243-a263-69a53057ec23" providerId="ADAL" clId="{DED710F5-17DB-4F05-8C32-F0D1FE0ED265}" dt="2023-04-12T12:47:01.485" v="773" actId="1076"/>
          <ac:spMkLst>
            <pc:docMk/>
            <pc:sldMk cId="945300574" sldId="571"/>
            <ac:spMk id="28" creationId="{ED3D119B-1786-48A3-A7CC-2010A5F84826}"/>
          </ac:spMkLst>
        </pc:spChg>
        <pc:spChg chg="del">
          <ac:chgData name="Alleni, Narendhar" userId="3a22b8f0-fbf5-4243-a263-69a53057ec23" providerId="ADAL" clId="{DED710F5-17DB-4F05-8C32-F0D1FE0ED265}" dt="2023-04-12T11:09:51.015" v="82" actId="478"/>
          <ac:spMkLst>
            <pc:docMk/>
            <pc:sldMk cId="945300574" sldId="571"/>
            <ac:spMk id="690177" creationId="{00000000-0000-0000-0000-000000000000}"/>
          </ac:spMkLst>
        </pc:spChg>
        <pc:grpChg chg="del mod">
          <ac:chgData name="Alleni, Narendhar" userId="3a22b8f0-fbf5-4243-a263-69a53057ec23" providerId="ADAL" clId="{DED710F5-17DB-4F05-8C32-F0D1FE0ED265}" dt="2023-04-12T11:19:13.434" v="483" actId="478"/>
          <ac:grpSpMkLst>
            <pc:docMk/>
            <pc:sldMk cId="945300574" sldId="571"/>
            <ac:grpSpMk id="4" creationId="{00000000-0000-0000-0000-000000000000}"/>
          </ac:grpSpMkLst>
        </pc:grpChg>
        <pc:grpChg chg="add mod">
          <ac:chgData name="Alleni, Narendhar" userId="3a22b8f0-fbf5-4243-a263-69a53057ec23" providerId="ADAL" clId="{DED710F5-17DB-4F05-8C32-F0D1FE0ED265}" dt="2023-04-12T12:47:07.727" v="781" actId="1037"/>
          <ac:grpSpMkLst>
            <pc:docMk/>
            <pc:sldMk cId="945300574" sldId="571"/>
            <ac:grpSpMk id="9" creationId="{2E681E9E-A868-47F7-8A67-106274B6E70D}"/>
          </ac:grpSpMkLst>
        </pc:grpChg>
        <pc:picChg chg="add mod">
          <ac:chgData name="Alleni, Narendhar" userId="3a22b8f0-fbf5-4243-a263-69a53057ec23" providerId="ADAL" clId="{DED710F5-17DB-4F05-8C32-F0D1FE0ED265}" dt="2023-04-12T11:37:41.198" v="768" actId="1035"/>
          <ac:picMkLst>
            <pc:docMk/>
            <pc:sldMk cId="945300574" sldId="571"/>
            <ac:picMk id="29" creationId="{8898D66E-DC82-4FB3-B010-E72860305856}"/>
          </ac:picMkLst>
        </pc:picChg>
      </pc:sldChg>
      <pc:sldChg chg="add">
        <pc:chgData name="Alleni, Narendhar" userId="3a22b8f0-fbf5-4243-a263-69a53057ec23" providerId="ADAL" clId="{DED710F5-17DB-4F05-8C32-F0D1FE0ED265}" dt="2023-04-12T11:25:32.489" v="510"/>
        <pc:sldMkLst>
          <pc:docMk/>
          <pc:sldMk cId="58408638" sldId="720"/>
        </pc:sldMkLst>
      </pc:sldChg>
      <pc:sldChg chg="modSp mod">
        <pc:chgData name="Alleni, Narendhar" userId="3a22b8f0-fbf5-4243-a263-69a53057ec23" providerId="ADAL" clId="{DED710F5-17DB-4F05-8C32-F0D1FE0ED265}" dt="2023-04-12T11:32:31.184" v="746" actId="1035"/>
        <pc:sldMkLst>
          <pc:docMk/>
          <pc:sldMk cId="2203692569" sldId="880"/>
        </pc:sldMkLst>
        <pc:spChg chg="mod">
          <ac:chgData name="Alleni, Narendhar" userId="3a22b8f0-fbf5-4243-a263-69a53057ec23" providerId="ADAL" clId="{DED710F5-17DB-4F05-8C32-F0D1FE0ED265}" dt="2023-04-12T11:32:31.184" v="746" actId="1035"/>
          <ac:spMkLst>
            <pc:docMk/>
            <pc:sldMk cId="2203692569" sldId="880"/>
            <ac:spMk id="3" creationId="{84009990-9AF0-472A-9C86-4A7108F527BA}"/>
          </ac:spMkLst>
        </pc:spChg>
        <pc:spChg chg="mod">
          <ac:chgData name="Alleni, Narendhar" userId="3a22b8f0-fbf5-4243-a263-69a53057ec23" providerId="ADAL" clId="{DED710F5-17DB-4F05-8C32-F0D1FE0ED265}" dt="2023-04-12T11:31:45.349" v="738" actId="108"/>
          <ac:spMkLst>
            <pc:docMk/>
            <pc:sldMk cId="2203692569" sldId="880"/>
            <ac:spMk id="27" creationId="{CD933561-CF40-43E7-B644-99E46E294360}"/>
          </ac:spMkLst>
        </pc:spChg>
        <pc:spChg chg="mod">
          <ac:chgData name="Alleni, Narendhar" userId="3a22b8f0-fbf5-4243-a263-69a53057ec23" providerId="ADAL" clId="{DED710F5-17DB-4F05-8C32-F0D1FE0ED265}" dt="2023-04-12T11:31:34.933" v="737" actId="207"/>
          <ac:spMkLst>
            <pc:docMk/>
            <pc:sldMk cId="2203692569" sldId="880"/>
            <ac:spMk id="29" creationId="{09CF249C-28B4-4FB8-A2A5-377C140C4539}"/>
          </ac:spMkLst>
        </pc:spChg>
        <pc:spChg chg="mod">
          <ac:chgData name="Alleni, Narendhar" userId="3a22b8f0-fbf5-4243-a263-69a53057ec23" providerId="ADAL" clId="{DED710F5-17DB-4F05-8C32-F0D1FE0ED265}" dt="2023-04-12T11:31:48.821" v="739" actId="108"/>
          <ac:spMkLst>
            <pc:docMk/>
            <pc:sldMk cId="2203692569" sldId="880"/>
            <ac:spMk id="30" creationId="{0F5F47D2-5A97-4C3B-A232-8750DE25C2E4}"/>
          </ac:spMkLst>
        </pc:spChg>
        <pc:spChg chg="mod">
          <ac:chgData name="Alleni, Narendhar" userId="3a22b8f0-fbf5-4243-a263-69a53057ec23" providerId="ADAL" clId="{DED710F5-17DB-4F05-8C32-F0D1FE0ED265}" dt="2023-04-12T11:31:52.114" v="740" actId="108"/>
          <ac:spMkLst>
            <pc:docMk/>
            <pc:sldMk cId="2203692569" sldId="880"/>
            <ac:spMk id="31" creationId="{ACA562F8-2902-49C7-9829-2EF9AF1A3339}"/>
          </ac:spMkLst>
        </pc:spChg>
        <pc:spChg chg="mod">
          <ac:chgData name="Alleni, Narendhar" userId="3a22b8f0-fbf5-4243-a263-69a53057ec23" providerId="ADAL" clId="{DED710F5-17DB-4F05-8C32-F0D1FE0ED265}" dt="2023-04-12T11:31:55.806" v="741" actId="108"/>
          <ac:spMkLst>
            <pc:docMk/>
            <pc:sldMk cId="2203692569" sldId="880"/>
            <ac:spMk id="32" creationId="{B75B0EC5-A649-40C2-A856-17E7E4724130}"/>
          </ac:spMkLst>
        </pc:spChg>
        <pc:spChg chg="mod">
          <ac:chgData name="Alleni, Narendhar" userId="3a22b8f0-fbf5-4243-a263-69a53057ec23" providerId="ADAL" clId="{DED710F5-17DB-4F05-8C32-F0D1FE0ED265}" dt="2023-04-12T11:31:59.627" v="742" actId="108"/>
          <ac:spMkLst>
            <pc:docMk/>
            <pc:sldMk cId="2203692569" sldId="880"/>
            <ac:spMk id="33" creationId="{434C5A2E-E708-4FEB-A955-444D1F8280AF}"/>
          </ac:spMkLst>
        </pc:spChg>
        <pc:spChg chg="mod">
          <ac:chgData name="Alleni, Narendhar" userId="3a22b8f0-fbf5-4243-a263-69a53057ec23" providerId="ADAL" clId="{DED710F5-17DB-4F05-8C32-F0D1FE0ED265}" dt="2023-04-12T11:28:01.518" v="568" actId="20577"/>
          <ac:spMkLst>
            <pc:docMk/>
            <pc:sldMk cId="2203692569" sldId="880"/>
            <ac:spMk id="35" creationId="{D423315A-114E-4EBD-B861-2BBBEF460A47}"/>
          </ac:spMkLst>
        </pc:spChg>
        <pc:spChg chg="mod">
          <ac:chgData name="Alleni, Narendhar" userId="3a22b8f0-fbf5-4243-a263-69a53057ec23" providerId="ADAL" clId="{DED710F5-17DB-4F05-8C32-F0D1FE0ED265}" dt="2023-04-12T11:28:47.967" v="618" actId="255"/>
          <ac:spMkLst>
            <pc:docMk/>
            <pc:sldMk cId="2203692569" sldId="880"/>
            <ac:spMk id="41" creationId="{AA04DD2C-A32C-47D7-9E1A-767BFBD4AB44}"/>
          </ac:spMkLst>
        </pc:spChg>
        <pc:spChg chg="mod">
          <ac:chgData name="Alleni, Narendhar" userId="3a22b8f0-fbf5-4243-a263-69a53057ec23" providerId="ADAL" clId="{DED710F5-17DB-4F05-8C32-F0D1FE0ED265}" dt="2023-04-12T11:29:46.742" v="666" actId="20577"/>
          <ac:spMkLst>
            <pc:docMk/>
            <pc:sldMk cId="2203692569" sldId="880"/>
            <ac:spMk id="42" creationId="{8C730A0F-080C-491E-80B6-B36D2945C1C7}"/>
          </ac:spMkLst>
        </pc:spChg>
        <pc:spChg chg="mod">
          <ac:chgData name="Alleni, Narendhar" userId="3a22b8f0-fbf5-4243-a263-69a53057ec23" providerId="ADAL" clId="{DED710F5-17DB-4F05-8C32-F0D1FE0ED265}" dt="2023-04-12T11:30:00.349" v="682" actId="20577"/>
          <ac:spMkLst>
            <pc:docMk/>
            <pc:sldMk cId="2203692569" sldId="880"/>
            <ac:spMk id="43" creationId="{EC01F035-95D2-478B-AAD5-15D6A148DBB4}"/>
          </ac:spMkLst>
        </pc:spChg>
        <pc:spChg chg="mod">
          <ac:chgData name="Alleni, Narendhar" userId="3a22b8f0-fbf5-4243-a263-69a53057ec23" providerId="ADAL" clId="{DED710F5-17DB-4F05-8C32-F0D1FE0ED265}" dt="2023-04-12T11:30:18.825" v="714" actId="20577"/>
          <ac:spMkLst>
            <pc:docMk/>
            <pc:sldMk cId="2203692569" sldId="880"/>
            <ac:spMk id="44" creationId="{1E2F5FEB-C7C6-4A3C-B589-261302DF17F3}"/>
          </ac:spMkLst>
        </pc:spChg>
        <pc:spChg chg="mod">
          <ac:chgData name="Alleni, Narendhar" userId="3a22b8f0-fbf5-4243-a263-69a53057ec23" providerId="ADAL" clId="{DED710F5-17DB-4F05-8C32-F0D1FE0ED265}" dt="2023-04-12T11:30:30.586" v="736" actId="20577"/>
          <ac:spMkLst>
            <pc:docMk/>
            <pc:sldMk cId="2203692569" sldId="880"/>
            <ac:spMk id="45" creationId="{F5750EF1-4A45-4081-A7EF-33E12C7667E4}"/>
          </ac:spMkLst>
        </pc:spChg>
      </pc:sldChg>
    </pc:docChg>
  </pc:docChgLst>
  <pc:docChgLst>
    <pc:chgData name="Sravya, Chatrathi" userId="S::csravya@deloitte.com::58318501-927c-43d8-be10-860a31b3412c" providerId="AD" clId="Web-{2C18FCD7-3806-85EE-F87C-192EB5A780A5}"/>
    <pc:docChg chg="delSld modSld">
      <pc:chgData name="Sravya, Chatrathi" userId="S::csravya@deloitte.com::58318501-927c-43d8-be10-860a31b3412c" providerId="AD" clId="Web-{2C18FCD7-3806-85EE-F87C-192EB5A780A5}" dt="2024-07-10T19:08:19.816" v="85" actId="14100"/>
      <pc:docMkLst>
        <pc:docMk/>
      </pc:docMkLst>
      <pc:sldChg chg="modSp">
        <pc:chgData name="Sravya, Chatrathi" userId="S::csravya@deloitte.com::58318501-927c-43d8-be10-860a31b3412c" providerId="AD" clId="Web-{2C18FCD7-3806-85EE-F87C-192EB5A780A5}" dt="2024-07-10T19:08:08.456" v="82" actId="20577"/>
        <pc:sldMkLst>
          <pc:docMk/>
          <pc:sldMk cId="3783592704" sldId="901"/>
        </pc:sldMkLst>
        <pc:spChg chg="mod">
          <ac:chgData name="Sravya, Chatrathi" userId="S::csravya@deloitte.com::58318501-927c-43d8-be10-860a31b3412c" providerId="AD" clId="Web-{2C18FCD7-3806-85EE-F87C-192EB5A780A5}" dt="2024-07-10T19:07:02.454" v="64" actId="20577"/>
          <ac:spMkLst>
            <pc:docMk/>
            <pc:sldMk cId="3783592704" sldId="901"/>
            <ac:spMk id="3" creationId="{F50552E9-F2F0-4944-9EDE-45F57AC7300D}"/>
          </ac:spMkLst>
        </pc:spChg>
        <pc:spChg chg="mod">
          <ac:chgData name="Sravya, Chatrathi" userId="S::csravya@deloitte.com::58318501-927c-43d8-be10-860a31b3412c" providerId="AD" clId="Web-{2C18FCD7-3806-85EE-F87C-192EB5A780A5}" dt="2024-07-10T19:08:08.456" v="82" actId="20577"/>
          <ac:spMkLst>
            <pc:docMk/>
            <pc:sldMk cId="3783592704" sldId="901"/>
            <ac:spMk id="8" creationId="{2B8429F9-21CB-4150-B166-DD678050EE26}"/>
          </ac:spMkLst>
        </pc:spChg>
      </pc:sldChg>
      <pc:sldChg chg="del">
        <pc:chgData name="Sravya, Chatrathi" userId="S::csravya@deloitte.com::58318501-927c-43d8-be10-860a31b3412c" providerId="AD" clId="Web-{2C18FCD7-3806-85EE-F87C-192EB5A780A5}" dt="2024-07-10T19:04:03.213" v="0"/>
        <pc:sldMkLst>
          <pc:docMk/>
          <pc:sldMk cId="237721766" sldId="902"/>
        </pc:sldMkLst>
      </pc:sldChg>
      <pc:sldChg chg="modSp">
        <pc:chgData name="Sravya, Chatrathi" userId="S::csravya@deloitte.com::58318501-927c-43d8-be10-860a31b3412c" providerId="AD" clId="Web-{2C18FCD7-3806-85EE-F87C-192EB5A780A5}" dt="2024-07-10T19:08:19.816" v="85" actId="14100"/>
        <pc:sldMkLst>
          <pc:docMk/>
          <pc:sldMk cId="1467623519" sldId="903"/>
        </pc:sldMkLst>
        <pc:spChg chg="mod">
          <ac:chgData name="Sravya, Chatrathi" userId="S::csravya@deloitte.com::58318501-927c-43d8-be10-860a31b3412c" providerId="AD" clId="Web-{2C18FCD7-3806-85EE-F87C-192EB5A780A5}" dt="2024-07-10T19:07:14.189" v="65" actId="20577"/>
          <ac:spMkLst>
            <pc:docMk/>
            <pc:sldMk cId="1467623519" sldId="903"/>
            <ac:spMk id="3" creationId="{F50552E9-F2F0-4944-9EDE-45F57AC7300D}"/>
          </ac:spMkLst>
        </pc:spChg>
        <pc:spChg chg="mod">
          <ac:chgData name="Sravya, Chatrathi" userId="S::csravya@deloitte.com::58318501-927c-43d8-be10-860a31b3412c" providerId="AD" clId="Web-{2C18FCD7-3806-85EE-F87C-192EB5A780A5}" dt="2024-07-10T19:08:19.816" v="85" actId="14100"/>
          <ac:spMkLst>
            <pc:docMk/>
            <pc:sldMk cId="1467623519" sldId="903"/>
            <ac:spMk id="8" creationId="{2B8429F9-21CB-4150-B166-DD678050EE26}"/>
          </ac:spMkLst>
        </pc:spChg>
      </pc:sldChg>
    </pc:docChg>
  </pc:docChgLst>
  <pc:docChgLst>
    <pc:chgData name="Sravya, Chatrathi" userId="S::csravya@deloitte.com::58318501-927c-43d8-be10-860a31b3412c" providerId="AD" clId="Web-{12023ED9-08AB-8A3F-B92B-EB5DA125BB91}"/>
    <pc:docChg chg="addSld delSld">
      <pc:chgData name="Sravya, Chatrathi" userId="S::csravya@deloitte.com::58318501-927c-43d8-be10-860a31b3412c" providerId="AD" clId="Web-{12023ED9-08AB-8A3F-B92B-EB5DA125BB91}" dt="2024-06-03T09:36:43.499" v="1"/>
      <pc:docMkLst>
        <pc:docMk/>
      </pc:docMkLst>
      <pc:sldChg chg="new del">
        <pc:chgData name="Sravya, Chatrathi" userId="S::csravya@deloitte.com::58318501-927c-43d8-be10-860a31b3412c" providerId="AD" clId="Web-{12023ED9-08AB-8A3F-B92B-EB5DA125BB91}" dt="2024-06-03T09:36:43.499" v="1"/>
        <pc:sldMkLst>
          <pc:docMk/>
          <pc:sldMk cId="228248603" sldId="899"/>
        </pc:sldMkLst>
      </pc:sldChg>
    </pc:docChg>
  </pc:docChgLst>
  <pc:docChgLst>
    <pc:chgData name="Matam, Karthik Kumar" userId="8ba2ca17-c33e-470d-a951-4ec5d393c3c8" providerId="ADAL" clId="{4E30B0BE-69A9-4053-9F9A-D887C4963FD9}"/>
    <pc:docChg chg="custSel delSld modSld">
      <pc:chgData name="Matam, Karthik Kumar" userId="8ba2ca17-c33e-470d-a951-4ec5d393c3c8" providerId="ADAL" clId="{4E30B0BE-69A9-4053-9F9A-D887C4963FD9}" dt="2023-06-07T09:39:35.060" v="30" actId="14734"/>
      <pc:docMkLst>
        <pc:docMk/>
      </pc:docMkLst>
      <pc:sldChg chg="del">
        <pc:chgData name="Matam, Karthik Kumar" userId="8ba2ca17-c33e-470d-a951-4ec5d393c3c8" providerId="ADAL" clId="{4E30B0BE-69A9-4053-9F9A-D887C4963FD9}" dt="2023-06-07T09:32:50.124" v="3" actId="47"/>
        <pc:sldMkLst>
          <pc:docMk/>
          <pc:sldMk cId="4233707550" sldId="864"/>
        </pc:sldMkLst>
      </pc:sldChg>
      <pc:sldChg chg="del">
        <pc:chgData name="Matam, Karthik Kumar" userId="8ba2ca17-c33e-470d-a951-4ec5d393c3c8" providerId="ADAL" clId="{4E30B0BE-69A9-4053-9F9A-D887C4963FD9}" dt="2023-06-07T09:32:56.226" v="7" actId="47"/>
        <pc:sldMkLst>
          <pc:docMk/>
          <pc:sldMk cId="3892241365" sldId="865"/>
        </pc:sldMkLst>
      </pc:sldChg>
      <pc:sldChg chg="del">
        <pc:chgData name="Matam, Karthik Kumar" userId="8ba2ca17-c33e-470d-a951-4ec5d393c3c8" providerId="ADAL" clId="{4E30B0BE-69A9-4053-9F9A-D887C4963FD9}" dt="2023-06-07T09:32:57.989" v="8" actId="47"/>
        <pc:sldMkLst>
          <pc:docMk/>
          <pc:sldMk cId="277403518" sldId="866"/>
        </pc:sldMkLst>
      </pc:sldChg>
      <pc:sldChg chg="del">
        <pc:chgData name="Matam, Karthik Kumar" userId="8ba2ca17-c33e-470d-a951-4ec5d393c3c8" providerId="ADAL" clId="{4E30B0BE-69A9-4053-9F9A-D887C4963FD9}" dt="2023-06-07T09:32:51.601" v="5" actId="47"/>
        <pc:sldMkLst>
          <pc:docMk/>
          <pc:sldMk cId="3708139478" sldId="867"/>
        </pc:sldMkLst>
      </pc:sldChg>
      <pc:sldChg chg="del">
        <pc:chgData name="Matam, Karthik Kumar" userId="8ba2ca17-c33e-470d-a951-4ec5d393c3c8" providerId="ADAL" clId="{4E30B0BE-69A9-4053-9F9A-D887C4963FD9}" dt="2023-06-07T09:32:49.579" v="2" actId="47"/>
        <pc:sldMkLst>
          <pc:docMk/>
          <pc:sldMk cId="2044743389" sldId="868"/>
        </pc:sldMkLst>
      </pc:sldChg>
      <pc:sldChg chg="del">
        <pc:chgData name="Matam, Karthik Kumar" userId="8ba2ca17-c33e-470d-a951-4ec5d393c3c8" providerId="ADAL" clId="{4E30B0BE-69A9-4053-9F9A-D887C4963FD9}" dt="2023-06-07T09:33:02.411" v="10" actId="47"/>
        <pc:sldMkLst>
          <pc:docMk/>
          <pc:sldMk cId="979310763" sldId="869"/>
        </pc:sldMkLst>
      </pc:sldChg>
      <pc:sldChg chg="del">
        <pc:chgData name="Matam, Karthik Kumar" userId="8ba2ca17-c33e-470d-a951-4ec5d393c3c8" providerId="ADAL" clId="{4E30B0BE-69A9-4053-9F9A-D887C4963FD9}" dt="2023-06-07T09:33:01.510" v="9" actId="47"/>
        <pc:sldMkLst>
          <pc:docMk/>
          <pc:sldMk cId="101569031" sldId="871"/>
        </pc:sldMkLst>
      </pc:sldChg>
      <pc:sldChg chg="modSp mod">
        <pc:chgData name="Matam, Karthik Kumar" userId="8ba2ca17-c33e-470d-a951-4ec5d393c3c8" providerId="ADAL" clId="{4E30B0BE-69A9-4053-9F9A-D887C4963FD9}" dt="2023-06-07T09:34:36.271" v="21" actId="20577"/>
        <pc:sldMkLst>
          <pc:docMk/>
          <pc:sldMk cId="1259888063" sldId="889"/>
        </pc:sldMkLst>
        <pc:spChg chg="mod">
          <ac:chgData name="Matam, Karthik Kumar" userId="8ba2ca17-c33e-470d-a951-4ec5d393c3c8" providerId="ADAL" clId="{4E30B0BE-69A9-4053-9F9A-D887C4963FD9}" dt="2023-06-07T09:34:36.271" v="21" actId="20577"/>
          <ac:spMkLst>
            <pc:docMk/>
            <pc:sldMk cId="1259888063" sldId="889"/>
            <ac:spMk id="6" creationId="{9A40E202-D37F-4FA8-82FB-20DA95C2575A}"/>
          </ac:spMkLst>
        </pc:spChg>
      </pc:sldChg>
      <pc:sldChg chg="delSp modSp mod">
        <pc:chgData name="Matam, Karthik Kumar" userId="8ba2ca17-c33e-470d-a951-4ec5d393c3c8" providerId="ADAL" clId="{4E30B0BE-69A9-4053-9F9A-D887C4963FD9}" dt="2023-06-07T09:39:35.060" v="30" actId="14734"/>
        <pc:sldMkLst>
          <pc:docMk/>
          <pc:sldMk cId="1865761104" sldId="890"/>
        </pc:sldMkLst>
        <pc:spChg chg="mod">
          <ac:chgData name="Matam, Karthik Kumar" userId="8ba2ca17-c33e-470d-a951-4ec5d393c3c8" providerId="ADAL" clId="{4E30B0BE-69A9-4053-9F9A-D887C4963FD9}" dt="2023-06-07T09:35:13.782" v="26" actId="14100"/>
          <ac:spMkLst>
            <pc:docMk/>
            <pc:sldMk cId="1865761104" sldId="890"/>
            <ac:spMk id="8" creationId="{00000000-0000-0000-0000-000000000000}"/>
          </ac:spMkLst>
        </pc:spChg>
        <pc:graphicFrameChg chg="mod modGraphic">
          <ac:chgData name="Matam, Karthik Kumar" userId="8ba2ca17-c33e-470d-a951-4ec5d393c3c8" providerId="ADAL" clId="{4E30B0BE-69A9-4053-9F9A-D887C4963FD9}" dt="2023-06-07T09:39:35.060" v="30" actId="14734"/>
          <ac:graphicFrameMkLst>
            <pc:docMk/>
            <pc:sldMk cId="1865761104" sldId="890"/>
            <ac:graphicFrameMk id="2" creationId="{9EEFFC91-3B06-4A4E-8FAA-B6D9FE3DDCAD}"/>
          </ac:graphicFrameMkLst>
        </pc:graphicFrameChg>
        <pc:inkChg chg="del">
          <ac:chgData name="Matam, Karthik Kumar" userId="8ba2ca17-c33e-470d-a951-4ec5d393c3c8" providerId="ADAL" clId="{4E30B0BE-69A9-4053-9F9A-D887C4963FD9}" dt="2023-06-07T09:35:03.196" v="23" actId="478"/>
          <ac:inkMkLst>
            <pc:docMk/>
            <pc:sldMk cId="1865761104" sldId="890"/>
            <ac:inkMk id="3" creationId="{BB29B3B0-FDE2-4614-9A8E-110448D5AC6C}"/>
          </ac:inkMkLst>
        </pc:inkChg>
        <pc:inkChg chg="del">
          <ac:chgData name="Matam, Karthik Kumar" userId="8ba2ca17-c33e-470d-a951-4ec5d393c3c8" providerId="ADAL" clId="{4E30B0BE-69A9-4053-9F9A-D887C4963FD9}" dt="2023-06-07T09:35:05.306" v="24" actId="478"/>
          <ac:inkMkLst>
            <pc:docMk/>
            <pc:sldMk cId="1865761104" sldId="890"/>
            <ac:inkMk id="6" creationId="{51DC5748-BF3C-40AD-A1CA-67C51F485FFC}"/>
          </ac:inkMkLst>
        </pc:inkChg>
      </pc:sldChg>
      <pc:sldChg chg="del">
        <pc:chgData name="Matam, Karthik Kumar" userId="8ba2ca17-c33e-470d-a951-4ec5d393c3c8" providerId="ADAL" clId="{4E30B0BE-69A9-4053-9F9A-D887C4963FD9}" dt="2023-06-07T09:32:48.859" v="1" actId="47"/>
        <pc:sldMkLst>
          <pc:docMk/>
          <pc:sldMk cId="3625284588" sldId="891"/>
        </pc:sldMkLst>
      </pc:sldChg>
      <pc:sldChg chg="del">
        <pc:chgData name="Matam, Karthik Kumar" userId="8ba2ca17-c33e-470d-a951-4ec5d393c3c8" providerId="ADAL" clId="{4E30B0BE-69A9-4053-9F9A-D887C4963FD9}" dt="2023-06-07T09:32:50.809" v="4" actId="47"/>
        <pc:sldMkLst>
          <pc:docMk/>
          <pc:sldMk cId="669540159" sldId="892"/>
        </pc:sldMkLst>
      </pc:sldChg>
      <pc:sldChg chg="del">
        <pc:chgData name="Matam, Karthik Kumar" userId="8ba2ca17-c33e-470d-a951-4ec5d393c3c8" providerId="ADAL" clId="{4E30B0BE-69A9-4053-9F9A-D887C4963FD9}" dt="2023-06-07T09:32:52.443" v="6" actId="47"/>
        <pc:sldMkLst>
          <pc:docMk/>
          <pc:sldMk cId="1345464040" sldId="893"/>
        </pc:sldMkLst>
      </pc:sldChg>
      <pc:sldChg chg="del">
        <pc:chgData name="Matam, Karthik Kumar" userId="8ba2ca17-c33e-470d-a951-4ec5d393c3c8" providerId="ADAL" clId="{4E30B0BE-69A9-4053-9F9A-D887C4963FD9}" dt="2023-06-07T09:33:03.239" v="11" actId="47"/>
        <pc:sldMkLst>
          <pc:docMk/>
          <pc:sldMk cId="455663281" sldId="894"/>
        </pc:sldMkLst>
      </pc:sldChg>
      <pc:sldChg chg="del">
        <pc:chgData name="Matam, Karthik Kumar" userId="8ba2ca17-c33e-470d-a951-4ec5d393c3c8" providerId="ADAL" clId="{4E30B0BE-69A9-4053-9F9A-D887C4963FD9}" dt="2023-06-07T09:33:23.984" v="12" actId="47"/>
        <pc:sldMkLst>
          <pc:docMk/>
          <pc:sldMk cId="1116644027" sldId="899"/>
        </pc:sldMkLst>
      </pc:sldChg>
      <pc:sldChg chg="del">
        <pc:chgData name="Matam, Karthik Kumar" userId="8ba2ca17-c33e-470d-a951-4ec5d393c3c8" providerId="ADAL" clId="{4E30B0BE-69A9-4053-9F9A-D887C4963FD9}" dt="2023-06-07T09:33:26.101" v="13" actId="47"/>
        <pc:sldMkLst>
          <pc:docMk/>
          <pc:sldMk cId="142933786" sldId="900"/>
        </pc:sldMkLst>
      </pc:sldChg>
      <pc:sldChg chg="del">
        <pc:chgData name="Matam, Karthik Kumar" userId="8ba2ca17-c33e-470d-a951-4ec5d393c3c8" providerId="ADAL" clId="{4E30B0BE-69A9-4053-9F9A-D887C4963FD9}" dt="2023-06-07T09:33:35.534" v="14" actId="47"/>
        <pc:sldMkLst>
          <pc:docMk/>
          <pc:sldMk cId="661034062" sldId="901"/>
        </pc:sldMkLst>
      </pc:sldChg>
    </pc:docChg>
  </pc:docChgLst>
  <pc:docChgLst>
    <pc:chgData name="Pandey, Divya" userId="S::divyapandey3@deloitte.com::f32c0b42-1b24-41e6-ac2b-9966af6e6075" providerId="AD" clId="Web-{1DBC473F-0E99-029A-0BB9-8988050CC67C}"/>
    <pc:docChg chg="delSld modSld">
      <pc:chgData name="Pandey, Divya" userId="S::divyapandey3@deloitte.com::f32c0b42-1b24-41e6-ac2b-9966af6e6075" providerId="AD" clId="Web-{1DBC473F-0E99-029A-0BB9-8988050CC67C}" dt="2023-06-21T08:34:19.016" v="13" actId="1076"/>
      <pc:docMkLst>
        <pc:docMk/>
      </pc:docMkLst>
      <pc:sldChg chg="modSp">
        <pc:chgData name="Pandey, Divya" userId="S::divyapandey3@deloitte.com::f32c0b42-1b24-41e6-ac2b-9966af6e6075" providerId="AD" clId="Web-{1DBC473F-0E99-029A-0BB9-8988050CC67C}" dt="2023-06-21T08:33:00.623" v="12" actId="20577"/>
        <pc:sldMkLst>
          <pc:docMk/>
          <pc:sldMk cId="1257336563" sldId="573"/>
        </pc:sldMkLst>
        <pc:spChg chg="mod">
          <ac:chgData name="Pandey, Divya" userId="S::divyapandey3@deloitte.com::f32c0b42-1b24-41e6-ac2b-9966af6e6075" providerId="AD" clId="Web-{1DBC473F-0E99-029A-0BB9-8988050CC67C}" dt="2023-06-21T08:33:00.623" v="12" actId="20577"/>
          <ac:spMkLst>
            <pc:docMk/>
            <pc:sldMk cId="1257336563" sldId="573"/>
            <ac:spMk id="52" creationId="{883BF4F0-1B5D-48E8-A2AA-9FC5239516D7}"/>
          </ac:spMkLst>
        </pc:spChg>
      </pc:sldChg>
      <pc:sldChg chg="modSp">
        <pc:chgData name="Pandey, Divya" userId="S::divyapandey3@deloitte.com::f32c0b42-1b24-41e6-ac2b-9966af6e6075" providerId="AD" clId="Web-{1DBC473F-0E99-029A-0BB9-8988050CC67C}" dt="2023-06-21T08:34:19.016" v="13" actId="1076"/>
        <pc:sldMkLst>
          <pc:docMk/>
          <pc:sldMk cId="3140372417" sldId="887"/>
        </pc:sldMkLst>
        <pc:spChg chg="mod">
          <ac:chgData name="Pandey, Divya" userId="S::divyapandey3@deloitte.com::f32c0b42-1b24-41e6-ac2b-9966af6e6075" providerId="AD" clId="Web-{1DBC473F-0E99-029A-0BB9-8988050CC67C}" dt="2023-06-21T08:34:19.016" v="13" actId="1076"/>
          <ac:spMkLst>
            <pc:docMk/>
            <pc:sldMk cId="3140372417" sldId="887"/>
            <ac:spMk id="9" creationId="{F007B35D-AD4A-4753-B787-6C6A21526FDF}"/>
          </ac:spMkLst>
        </pc:spChg>
      </pc:sldChg>
      <pc:sldChg chg="delSp modSp del">
        <pc:chgData name="Pandey, Divya" userId="S::divyapandey3@deloitte.com::f32c0b42-1b24-41e6-ac2b-9966af6e6075" providerId="AD" clId="Web-{1DBC473F-0E99-029A-0BB9-8988050CC67C}" dt="2023-06-21T08:31:21.855" v="2"/>
        <pc:sldMkLst>
          <pc:docMk/>
          <pc:sldMk cId="1024736671" sldId="903"/>
        </pc:sldMkLst>
        <pc:spChg chg="del mod">
          <ac:chgData name="Pandey, Divya" userId="S::divyapandey3@deloitte.com::f32c0b42-1b24-41e6-ac2b-9966af6e6075" providerId="AD" clId="Web-{1DBC473F-0E99-029A-0BB9-8988050CC67C}" dt="2023-06-21T08:31:19.027" v="1"/>
          <ac:spMkLst>
            <pc:docMk/>
            <pc:sldMk cId="1024736671" sldId="903"/>
            <ac:spMk id="4" creationId="{7E3B52AE-D736-43F6-82B0-7D63C9A40BFE}"/>
          </ac:spMkLst>
        </pc:spChg>
      </pc:sldChg>
    </pc:docChg>
  </pc:docChgLst>
  <pc:docChgLst>
    <pc:chgData name="Verma, Sandeep" userId="S::sandverma@deloitte.com::d30842dc-0cf9-420b-8643-a509591151fe" providerId="AD" clId="Web-{CD3E3580-98B4-D402-BE03-B05F3D57162B}"/>
    <pc:docChg chg="modSld sldOrd">
      <pc:chgData name="Verma, Sandeep" userId="S::sandverma@deloitte.com::d30842dc-0cf9-420b-8643-a509591151fe" providerId="AD" clId="Web-{CD3E3580-98B4-D402-BE03-B05F3D57162B}" dt="2023-07-04T13:06:32.038" v="3" actId="1076"/>
      <pc:docMkLst>
        <pc:docMk/>
      </pc:docMkLst>
      <pc:sldChg chg="modSp ord">
        <pc:chgData name="Verma, Sandeep" userId="S::sandverma@deloitte.com::d30842dc-0cf9-420b-8643-a509591151fe" providerId="AD" clId="Web-{CD3E3580-98B4-D402-BE03-B05F3D57162B}" dt="2023-07-04T13:06:32.038" v="3" actId="1076"/>
        <pc:sldMkLst>
          <pc:docMk/>
          <pc:sldMk cId="1265867692" sldId="282"/>
        </pc:sldMkLst>
        <pc:spChg chg="mod">
          <ac:chgData name="Verma, Sandeep" userId="S::sandverma@deloitte.com::d30842dc-0cf9-420b-8643-a509591151fe" providerId="AD" clId="Web-{CD3E3580-98B4-D402-BE03-B05F3D57162B}" dt="2023-07-04T13:06:28.866" v="2" actId="1076"/>
          <ac:spMkLst>
            <pc:docMk/>
            <pc:sldMk cId="1265867692" sldId="282"/>
            <ac:spMk id="63" creationId="{00000000-0000-0000-0000-000000000000}"/>
          </ac:spMkLst>
        </pc:spChg>
        <pc:spChg chg="mod">
          <ac:chgData name="Verma, Sandeep" userId="S::sandverma@deloitte.com::d30842dc-0cf9-420b-8643-a509591151fe" providerId="AD" clId="Web-{CD3E3580-98B4-D402-BE03-B05F3D57162B}" dt="2023-07-04T13:06:32.038" v="3" actId="1076"/>
          <ac:spMkLst>
            <pc:docMk/>
            <pc:sldMk cId="1265867692" sldId="282"/>
            <ac:spMk id="70"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 y="1"/>
            <a:ext cx="3170138" cy="479539"/>
          </a:xfrm>
          <a:prstGeom prst="rect">
            <a:avLst/>
          </a:prstGeom>
        </p:spPr>
        <p:txBody>
          <a:bodyPr vert="horz" lIns="90913" tIns="45457" rIns="90913" bIns="45457" rtlCol="0"/>
          <a:lstStyle>
            <a:lvl1pPr algn="l">
              <a:defRPr sz="11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4143427" y="1"/>
            <a:ext cx="3170138" cy="479539"/>
          </a:xfrm>
          <a:prstGeom prst="rect">
            <a:avLst/>
          </a:prstGeom>
        </p:spPr>
        <p:txBody>
          <a:bodyPr vert="horz" lIns="90913" tIns="45457" rIns="90913" bIns="45457" rtlCol="0"/>
          <a:lstStyle>
            <a:lvl1pPr algn="r">
              <a:defRPr sz="1100"/>
            </a:lvl1pPr>
          </a:lstStyle>
          <a:p>
            <a:fld id="{B4AD245C-091B-44E2-BFB0-BD94217887F7}" type="datetimeFigureOut">
              <a:rPr lang="en-US" smtClean="0">
                <a:latin typeface="Arial" panose="020B0604020202020204" pitchFamily="34" charset="0"/>
              </a:rPr>
              <a:t>7/18/2024</a:t>
            </a:fld>
            <a:endParaRPr lang="en-US">
              <a:latin typeface="Arial" panose="020B0604020202020204" pitchFamily="34" charset="0"/>
            </a:endParaRPr>
          </a:p>
        </p:txBody>
      </p:sp>
      <p:sp>
        <p:nvSpPr>
          <p:cNvPr id="4" name="Footer Placeholder 3"/>
          <p:cNvSpPr>
            <a:spLocks noGrp="1"/>
          </p:cNvSpPr>
          <p:nvPr>
            <p:ph type="ftr" sz="quarter" idx="2"/>
          </p:nvPr>
        </p:nvSpPr>
        <p:spPr>
          <a:xfrm>
            <a:off x="4" y="9120173"/>
            <a:ext cx="3170138" cy="479539"/>
          </a:xfrm>
          <a:prstGeom prst="rect">
            <a:avLst/>
          </a:prstGeom>
        </p:spPr>
        <p:txBody>
          <a:bodyPr vert="horz" lIns="90913" tIns="45457" rIns="90913" bIns="45457" rtlCol="0" anchor="b"/>
          <a:lstStyle>
            <a:lvl1pPr algn="l">
              <a:defRPr sz="11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4143427" y="9120173"/>
            <a:ext cx="3170138" cy="479539"/>
          </a:xfrm>
          <a:prstGeom prst="rect">
            <a:avLst/>
          </a:prstGeom>
        </p:spPr>
        <p:txBody>
          <a:bodyPr vert="horz" lIns="90913" tIns="45457" rIns="90913" bIns="45457" rtlCol="0" anchor="b"/>
          <a:lstStyle>
            <a:lvl1pPr algn="r">
              <a:defRPr sz="1100"/>
            </a:lvl1pPr>
          </a:lstStyle>
          <a:p>
            <a:fld id="{9A913F39-CFF6-40F1-84D1-700840B41EAB}" type="slidenum">
              <a:rPr lang="en-US" smtClean="0">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9548131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169920" cy="480060"/>
          </a:xfrm>
          <a:prstGeom prst="rect">
            <a:avLst/>
          </a:prstGeom>
        </p:spPr>
        <p:txBody>
          <a:bodyPr vert="horz" lIns="98478" tIns="49238" rIns="98478" bIns="49238" rtlCol="0"/>
          <a:lstStyle>
            <a:lvl1pPr algn="l">
              <a:defRPr sz="1200">
                <a:latin typeface="Arial" panose="020B0604020202020204" pitchFamily="34" charset="0"/>
              </a:defRPr>
            </a:lvl1pPr>
          </a:lstStyle>
          <a:p>
            <a:endParaRPr lang="en-US"/>
          </a:p>
        </p:txBody>
      </p:sp>
      <p:sp>
        <p:nvSpPr>
          <p:cNvPr id="3" name="Date Placeholder 2"/>
          <p:cNvSpPr>
            <a:spLocks noGrp="1"/>
          </p:cNvSpPr>
          <p:nvPr>
            <p:ph type="dt" idx="1"/>
          </p:nvPr>
        </p:nvSpPr>
        <p:spPr>
          <a:xfrm>
            <a:off x="4143589" y="1"/>
            <a:ext cx="3169920" cy="480060"/>
          </a:xfrm>
          <a:prstGeom prst="rect">
            <a:avLst/>
          </a:prstGeom>
        </p:spPr>
        <p:txBody>
          <a:bodyPr vert="horz" lIns="98478" tIns="49238" rIns="98478" bIns="49238" rtlCol="0"/>
          <a:lstStyle>
            <a:lvl1pPr algn="r">
              <a:defRPr sz="1200">
                <a:latin typeface="Arial" panose="020B0604020202020204" pitchFamily="34" charset="0"/>
              </a:defRPr>
            </a:lvl1pPr>
          </a:lstStyle>
          <a:p>
            <a:fld id="{0BA5BBE4-AEA3-489A-A28E-0C2FAF2506E3}" type="datetimeFigureOut">
              <a:rPr lang="en-US" smtClean="0"/>
              <a:pPr/>
              <a:t>7/18/2024</a:t>
            </a:fld>
            <a:endParaRPr lang="en-US"/>
          </a:p>
        </p:txBody>
      </p:sp>
      <p:sp>
        <p:nvSpPr>
          <p:cNvPr id="4" name="Slide Image Placeholder 3"/>
          <p:cNvSpPr>
            <a:spLocks noGrp="1" noRot="1" noChangeAspect="1"/>
          </p:cNvSpPr>
          <p:nvPr>
            <p:ph type="sldImg" idx="2"/>
          </p:nvPr>
        </p:nvSpPr>
        <p:spPr>
          <a:xfrm>
            <a:off x="458788" y="720725"/>
            <a:ext cx="6397625" cy="3598863"/>
          </a:xfrm>
          <a:prstGeom prst="rect">
            <a:avLst/>
          </a:prstGeom>
          <a:noFill/>
          <a:ln w="12700">
            <a:solidFill>
              <a:prstClr val="black"/>
            </a:solidFill>
          </a:ln>
        </p:spPr>
        <p:txBody>
          <a:bodyPr vert="horz" lIns="98478" tIns="49238" rIns="98478" bIns="49238" rtlCol="0" anchor="ctr"/>
          <a:lstStyle/>
          <a:p>
            <a:endParaRPr lang="en-GB"/>
          </a:p>
        </p:txBody>
      </p:sp>
      <p:sp>
        <p:nvSpPr>
          <p:cNvPr id="5" name="Notes Placeholder 4"/>
          <p:cNvSpPr>
            <a:spLocks noGrp="1"/>
          </p:cNvSpPr>
          <p:nvPr>
            <p:ph type="body" sz="quarter" idx="3"/>
          </p:nvPr>
        </p:nvSpPr>
        <p:spPr>
          <a:xfrm>
            <a:off x="731520" y="4560571"/>
            <a:ext cx="5852160" cy="4320540"/>
          </a:xfrm>
          <a:prstGeom prst="rect">
            <a:avLst/>
          </a:prstGeom>
        </p:spPr>
        <p:txBody>
          <a:bodyPr vert="horz" lIns="98478" tIns="49238" rIns="98478" bIns="49238"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5"/>
            <a:ext cx="3169920" cy="480060"/>
          </a:xfrm>
          <a:prstGeom prst="rect">
            <a:avLst/>
          </a:prstGeom>
        </p:spPr>
        <p:txBody>
          <a:bodyPr vert="horz" lIns="98478" tIns="49238" rIns="98478" bIns="49238" rtlCol="0" anchor="b"/>
          <a:lstStyle>
            <a:lvl1pPr algn="l">
              <a:defRPr sz="1200">
                <a:latin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4143589" y="9119475"/>
            <a:ext cx="3169920" cy="480060"/>
          </a:xfrm>
          <a:prstGeom prst="rect">
            <a:avLst/>
          </a:prstGeom>
        </p:spPr>
        <p:txBody>
          <a:bodyPr vert="horz" lIns="98478" tIns="49238" rIns="98478" bIns="49238" rtlCol="0" anchor="b"/>
          <a:lstStyle>
            <a:lvl1pPr algn="r">
              <a:defRPr sz="1200">
                <a:latin typeface="Arial" panose="020B0604020202020204" pitchFamily="34" charset="0"/>
              </a:defRPr>
            </a:lvl1pPr>
          </a:lstStyle>
          <a:p>
            <a:fld id="{C0F4A2C8-6C88-4E71-83EE-698B9D4FE22F}" type="slidenum">
              <a:rPr lang="en-US" smtClean="0"/>
              <a:pPr/>
              <a:t>‹#›</a:t>
            </a:fld>
            <a:endParaRPr lang="en-US"/>
          </a:p>
        </p:txBody>
      </p:sp>
    </p:spTree>
    <p:extLst>
      <p:ext uri="{BB962C8B-B14F-4D97-AF65-F5344CB8AC3E}">
        <p14:creationId xmlns:p14="http://schemas.microsoft.com/office/powerpoint/2010/main" val="1904730299"/>
      </p:ext>
    </p:extLst>
  </p:cSld>
  <p:clrMap bg1="lt1" tx1="dk1" bg2="lt2" tx2="dk2" accent1="accent1" accent2="accent2" accent3="accent3" accent4="accent4" accent5="accent5" accent6="accent6" hlink="hlink" folHlink="folHlink"/>
  <p:hf hdr="0" ftr="0" dt="0"/>
  <p:notesStyle>
    <a:lvl1pPr marL="0" algn="l" defTabSz="1219170" rtl="0" eaLnBrk="1" latinLnBrk="0" hangingPunct="1">
      <a:defRPr sz="1600" kern="1200">
        <a:solidFill>
          <a:schemeClr val="tx1"/>
        </a:solidFill>
        <a:latin typeface="Arial" panose="020B0604020202020204" pitchFamily="34" charset="0"/>
        <a:ea typeface="+mn-ea"/>
        <a:cs typeface="+mn-cs"/>
      </a:defRPr>
    </a:lvl1pPr>
    <a:lvl2pPr marL="609585" algn="l" defTabSz="1219170" rtl="0" eaLnBrk="1" latinLnBrk="0" hangingPunct="1">
      <a:defRPr sz="1600" kern="1200">
        <a:solidFill>
          <a:schemeClr val="tx1"/>
        </a:solidFill>
        <a:latin typeface="Arial" panose="020B0604020202020204" pitchFamily="34" charset="0"/>
        <a:ea typeface="+mn-ea"/>
        <a:cs typeface="+mn-cs"/>
      </a:defRPr>
    </a:lvl2pPr>
    <a:lvl3pPr marL="1219170" algn="l" defTabSz="1219170" rtl="0" eaLnBrk="1" latinLnBrk="0" hangingPunct="1">
      <a:defRPr sz="1600" kern="1200">
        <a:solidFill>
          <a:schemeClr val="tx1"/>
        </a:solidFill>
        <a:latin typeface="Arial" panose="020B0604020202020204" pitchFamily="34" charset="0"/>
        <a:ea typeface="+mn-ea"/>
        <a:cs typeface="+mn-cs"/>
      </a:defRPr>
    </a:lvl3pPr>
    <a:lvl4pPr marL="1828754" algn="l" defTabSz="1219170" rtl="0" eaLnBrk="1" latinLnBrk="0" hangingPunct="1">
      <a:defRPr sz="1600" kern="1200">
        <a:solidFill>
          <a:schemeClr val="tx1"/>
        </a:solidFill>
        <a:latin typeface="Arial" panose="020B0604020202020204" pitchFamily="34" charset="0"/>
        <a:ea typeface="+mn-ea"/>
        <a:cs typeface="+mn-cs"/>
      </a:defRPr>
    </a:lvl4pPr>
    <a:lvl5pPr marL="2438339" algn="l" defTabSz="1219170" rtl="0" eaLnBrk="1" latinLnBrk="0" hangingPunct="1">
      <a:defRPr sz="1600" kern="1200">
        <a:solidFill>
          <a:schemeClr val="tx1"/>
        </a:solidFill>
        <a:latin typeface="Arial" panose="020B0604020202020204" pitchFamily="34" charset="0"/>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lstStyle/>
          <a:p>
            <a:r>
              <a:rPr lang="en-GB" b="0"/>
              <a:t>A basic Operate/AMS presentation to take clients through our thoughts on operate.</a:t>
            </a:r>
          </a:p>
          <a:p>
            <a:r>
              <a:rPr lang="en-GB" b="0"/>
              <a:t>Owner: TBD</a:t>
            </a:r>
          </a:p>
          <a:p>
            <a:r>
              <a:rPr lang="en-GB" b="0"/>
              <a:t>Last Updated: 02/09/2018</a:t>
            </a:r>
          </a:p>
          <a:p>
            <a:endParaRPr lang="en-GB" b="1"/>
          </a:p>
          <a:p>
            <a:r>
              <a:rPr lang="en-GB" b="1"/>
              <a:t>Change log</a:t>
            </a:r>
          </a:p>
          <a:p>
            <a:r>
              <a:rPr lang="en-GB" b="1"/>
              <a:t>V1.0</a:t>
            </a:r>
          </a:p>
          <a:p>
            <a:r>
              <a:rPr lang="en-GB" err="1"/>
              <a:t>Color</a:t>
            </a:r>
            <a:r>
              <a:rPr lang="en-GB"/>
              <a:t> palette updated.</a:t>
            </a:r>
          </a:p>
          <a:p>
            <a:r>
              <a:rPr lang="en-GB"/>
              <a:t>Fonts adjusted and resized.</a:t>
            </a:r>
          </a:p>
          <a:p>
            <a:r>
              <a:rPr lang="en-GB"/>
              <a:t>Inverter test completed.</a:t>
            </a:r>
          </a:p>
          <a:p>
            <a:r>
              <a:rPr lang="en-GB"/>
              <a:t>Cover image made transparent.</a:t>
            </a:r>
          </a:p>
          <a:p>
            <a:r>
              <a:rPr lang="en-GB"/>
              <a:t>New text &amp; Shape test passed.</a:t>
            </a:r>
          </a:p>
          <a:p>
            <a:r>
              <a:rPr lang="en-GB"/>
              <a:t>Speaker notes reviewed and cleansed.</a:t>
            </a:r>
          </a:p>
        </p:txBody>
      </p:sp>
      <p:sp>
        <p:nvSpPr>
          <p:cNvPr id="4" name="Slide Number Placeholder 3"/>
          <p:cNvSpPr>
            <a:spLocks noGrp="1"/>
          </p:cNvSpPr>
          <p:nvPr>
            <p:ph type="sldNum" sz="quarter" idx="10"/>
          </p:nvPr>
        </p:nvSpPr>
        <p:spPr/>
        <p:txBody>
          <a:bodyPr/>
          <a:lstStyle/>
          <a:p>
            <a:fld id="{C0F4A2C8-6C88-4E71-83EE-698B9D4FE22F}" type="slidenum">
              <a:rPr lang="en-US" smtClean="0"/>
              <a:pPr/>
              <a:t>1</a:t>
            </a:fld>
            <a:endParaRPr lang="en-US"/>
          </a:p>
        </p:txBody>
      </p:sp>
    </p:spTree>
    <p:extLst>
      <p:ext uri="{BB962C8B-B14F-4D97-AF65-F5344CB8AC3E}">
        <p14:creationId xmlns:p14="http://schemas.microsoft.com/office/powerpoint/2010/main" val="4057329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7880127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pPr>
                <a:defRPr/>
              </a:pPr>
              <a:t>4</a:t>
            </a:fld>
            <a:endParaRPr lang="en-US"/>
          </a:p>
        </p:txBody>
      </p:sp>
    </p:spTree>
    <p:extLst>
      <p:ext uri="{BB962C8B-B14F-4D97-AF65-F5344CB8AC3E}">
        <p14:creationId xmlns:p14="http://schemas.microsoft.com/office/powerpoint/2010/main" val="1744587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68685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1501733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pPr>
                <a:defRPr/>
              </a:pPr>
              <a:t>7</a:t>
            </a:fld>
            <a:endParaRPr lang="en-US"/>
          </a:p>
        </p:txBody>
      </p:sp>
    </p:spTree>
    <p:extLst>
      <p:ext uri="{BB962C8B-B14F-4D97-AF65-F5344CB8AC3E}">
        <p14:creationId xmlns:p14="http://schemas.microsoft.com/office/powerpoint/2010/main" val="108017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pPr>
                <a:defRPr/>
              </a:pPr>
              <a:t>8</a:t>
            </a:fld>
            <a:endParaRPr lang="en-US"/>
          </a:p>
        </p:txBody>
      </p:sp>
    </p:spTree>
    <p:extLst>
      <p:ext uri="{BB962C8B-B14F-4D97-AF65-F5344CB8AC3E}">
        <p14:creationId xmlns:p14="http://schemas.microsoft.com/office/powerpoint/2010/main" val="1242587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Black">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bwMode="gray">
          <a:xfrm>
            <a:off x="475200" y="5845180"/>
            <a:ext cx="5592011" cy="505645"/>
          </a:xfrm>
          <a:prstGeom prst="rect">
            <a:avLst/>
          </a:prstGeom>
        </p:spPr>
        <p:txBody>
          <a:bodyPr lIns="0" tIns="0" rIns="0" bIns="0" anchor="b" anchorCtr="0">
            <a:noAutofit/>
          </a:bodyPr>
          <a:lstStyle>
            <a:lvl1pPr marL="0" indent="0" algn="l">
              <a:lnSpc>
                <a:spcPct val="100000"/>
              </a:lnSpc>
              <a:spcAft>
                <a:spcPts val="0"/>
              </a:spcAft>
              <a:buNone/>
              <a:defRPr sz="1800" b="1">
                <a:solidFill>
                  <a:schemeClr val="bg1"/>
                </a:solidFill>
              </a:defRPr>
            </a:lvl1pPr>
            <a:lvl2pPr marL="0" indent="0" algn="l">
              <a:buNone/>
              <a:defRPr sz="1600" b="0">
                <a:solidFill>
                  <a:schemeClr val="bg1"/>
                </a:solidFill>
              </a:defRPr>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noProof="0"/>
              <a:t>Click to edit Master title style</a:t>
            </a:r>
          </a:p>
          <a:p>
            <a:pPr lvl="1"/>
            <a:r>
              <a:rPr lang="en-US" noProof="0"/>
              <a:t>Click to edit Master subtitle style</a:t>
            </a:r>
          </a:p>
        </p:txBody>
      </p:sp>
      <p:sp>
        <p:nvSpPr>
          <p:cNvPr id="5" name="Text Placeholder 4"/>
          <p:cNvSpPr>
            <a:spLocks noGrp="1"/>
          </p:cNvSpPr>
          <p:nvPr>
            <p:ph type="body" sz="quarter" idx="10"/>
          </p:nvPr>
        </p:nvSpPr>
        <p:spPr>
          <a:xfrm>
            <a:off x="475200" y="6362699"/>
            <a:ext cx="5594349" cy="298451"/>
          </a:xfrm>
          <a:prstGeom prst="rect">
            <a:avLst/>
          </a:prstGeom>
        </p:spPr>
        <p:txBody>
          <a:bodyPr/>
          <a:lstStyle>
            <a:lvl1pPr>
              <a:spcAft>
                <a:spcPts val="0"/>
              </a:spcAft>
              <a:defRPr sz="105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Edit Master text styles</a:t>
            </a:r>
          </a:p>
        </p:txBody>
      </p:sp>
      <p:grpSp>
        <p:nvGrpSpPr>
          <p:cNvPr id="22" name="Group 21"/>
          <p:cNvGrpSpPr>
            <a:grpSpLocks noChangeAspect="1"/>
          </p:cNvGrpSpPr>
          <p:nvPr userDrawn="1"/>
        </p:nvGrpSpPr>
        <p:grpSpPr>
          <a:xfrm>
            <a:off x="469900" y="457761"/>
            <a:ext cx="1998000" cy="374400"/>
            <a:chOff x="398463" y="404813"/>
            <a:chExt cx="1627187" cy="307976"/>
          </a:xfrm>
          <a:solidFill>
            <a:schemeClr val="tx1"/>
          </a:solidFill>
        </p:grpSpPr>
        <p:sp>
          <p:nvSpPr>
            <p:cNvPr id="23" name="Oval 5"/>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4" name="Freeform 6"/>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5" name="Rectangle 7"/>
            <p:cNvSpPr>
              <a:spLocks noChangeArrowheads="1"/>
            </p:cNvSpPr>
            <p:nvPr userDrawn="1"/>
          </p:nvSpPr>
          <p:spPr bwMode="auto">
            <a:xfrm>
              <a:off x="906463" y="404813"/>
              <a:ext cx="74612" cy="303213"/>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6" name="Freeform 8"/>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7" name="Rectangle 9"/>
            <p:cNvSpPr>
              <a:spLocks noChangeArrowheads="1"/>
            </p:cNvSpPr>
            <p:nvPr userDrawn="1"/>
          </p:nvSpPr>
          <p:spPr bwMode="auto">
            <a:xfrm>
              <a:off x="1257300" y="482601"/>
              <a:ext cx="74612" cy="22542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8" name="Rectangle 10"/>
            <p:cNvSpPr>
              <a:spLocks noChangeArrowheads="1"/>
            </p:cNvSpPr>
            <p:nvPr userDrawn="1"/>
          </p:nvSpPr>
          <p:spPr bwMode="auto">
            <a:xfrm>
              <a:off x="1257300" y="404813"/>
              <a:ext cx="74612" cy="50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9" name="Freeform 11"/>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0" name="Freeform 12"/>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1" name="Freeform 13"/>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2" name="Freeform 14"/>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grpSp>
      <p:sp>
        <p:nvSpPr>
          <p:cNvPr id="33" name="Picture Placeholder 8"/>
          <p:cNvSpPr>
            <a:spLocks noGrp="1"/>
          </p:cNvSpPr>
          <p:nvPr>
            <p:ph type="pic" sz="quarter" idx="11"/>
          </p:nvPr>
        </p:nvSpPr>
        <p:spPr>
          <a:xfrm>
            <a:off x="3393716" y="727595"/>
            <a:ext cx="5400000" cy="5400000"/>
          </a:xfrm>
          <a:prstGeom prst="rect">
            <a:avLst/>
          </a:prstGeom>
        </p:spPr>
        <p:txBody>
          <a:bodyPr/>
          <a:lstStyle/>
          <a:p>
            <a:r>
              <a:rPr lang="en-US" noProof="0"/>
              <a:t>Click icon to add picture</a:t>
            </a:r>
          </a:p>
        </p:txBody>
      </p:sp>
    </p:spTree>
    <p:extLst>
      <p:ext uri="{BB962C8B-B14F-4D97-AF65-F5344CB8AC3E}">
        <p14:creationId xmlns:p14="http://schemas.microsoft.com/office/powerpoint/2010/main" val="210455783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40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White">
    <p:bg bwMode="gray">
      <p:bgPr>
        <a:solidFill>
          <a:schemeClr val="bg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bwMode="gray">
          <a:xfrm>
            <a:off x="475327" y="5845180"/>
            <a:ext cx="5594348" cy="505645"/>
          </a:xfrm>
          <a:prstGeom prst="rect">
            <a:avLst/>
          </a:prstGeom>
        </p:spPr>
        <p:txBody>
          <a:bodyPr lIns="0" tIns="0" rIns="0" bIns="0" anchor="b" anchorCtr="0">
            <a:noAutofit/>
          </a:bodyPr>
          <a:lstStyle>
            <a:lvl1pPr marL="0" indent="0" algn="l">
              <a:lnSpc>
                <a:spcPct val="100000"/>
              </a:lnSpc>
              <a:spcAft>
                <a:spcPts val="0"/>
              </a:spcAft>
              <a:buNone/>
              <a:defRPr sz="1800" b="1">
                <a:solidFill>
                  <a:schemeClr val="tx1"/>
                </a:solidFill>
              </a:defRPr>
            </a:lvl1pPr>
            <a:lvl2pPr marL="0" indent="0" algn="l">
              <a:buNone/>
              <a:defRPr sz="1600" b="0"/>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noProof="0"/>
              <a:t>Click to edit Master title style</a:t>
            </a:r>
          </a:p>
          <a:p>
            <a:pPr lvl="1"/>
            <a:r>
              <a:rPr lang="en-US" noProof="0"/>
              <a:t>Click to edit Master subtitle style</a:t>
            </a:r>
          </a:p>
        </p:txBody>
      </p:sp>
      <p:sp>
        <p:nvSpPr>
          <p:cNvPr id="5" name="Text Placeholder 4"/>
          <p:cNvSpPr>
            <a:spLocks noGrp="1"/>
          </p:cNvSpPr>
          <p:nvPr>
            <p:ph type="body" sz="quarter" idx="10"/>
          </p:nvPr>
        </p:nvSpPr>
        <p:spPr>
          <a:xfrm>
            <a:off x="475325" y="6362699"/>
            <a:ext cx="5594349" cy="298451"/>
          </a:xfrm>
          <a:prstGeom prst="rect">
            <a:avLst/>
          </a:prstGeom>
        </p:spPr>
        <p:txBody>
          <a:bodyPr>
            <a:noAutofit/>
          </a:bodyPr>
          <a:lstStyle>
            <a:lvl1pPr>
              <a:spcAft>
                <a:spcPts val="0"/>
              </a:spcAft>
              <a:defRPr sz="105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Edit Master text styles</a:t>
            </a:r>
          </a:p>
        </p:txBody>
      </p:sp>
      <p:grpSp>
        <p:nvGrpSpPr>
          <p:cNvPr id="19" name="Group 18"/>
          <p:cNvGrpSpPr>
            <a:grpSpLocks noChangeAspect="1"/>
          </p:cNvGrpSpPr>
          <p:nvPr userDrawn="1"/>
        </p:nvGrpSpPr>
        <p:grpSpPr>
          <a:xfrm>
            <a:off x="475325" y="457200"/>
            <a:ext cx="1998000" cy="374400"/>
            <a:chOff x="398463" y="404813"/>
            <a:chExt cx="1627187" cy="307976"/>
          </a:xfrm>
          <a:solidFill>
            <a:schemeClr val="tx1"/>
          </a:solidFill>
        </p:grpSpPr>
        <p:sp>
          <p:nvSpPr>
            <p:cNvPr id="20" name="Oval 5"/>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1" name="Freeform 6"/>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2" name="Rectangle 7"/>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3" name="Freeform 8"/>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4" name="Rectangle 9"/>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5" name="Rectangle 10"/>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6" name="Freeform 11"/>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7" name="Freeform 12"/>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8" name="Freeform 13"/>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9" name="Freeform 14"/>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grpSp>
      <p:sp>
        <p:nvSpPr>
          <p:cNvPr id="30" name="Picture Placeholder 8"/>
          <p:cNvSpPr>
            <a:spLocks noGrp="1"/>
          </p:cNvSpPr>
          <p:nvPr>
            <p:ph type="pic" sz="quarter" idx="11"/>
          </p:nvPr>
        </p:nvSpPr>
        <p:spPr>
          <a:xfrm>
            <a:off x="3393716" y="727595"/>
            <a:ext cx="5400000" cy="5400000"/>
          </a:xfrm>
          <a:prstGeom prst="rect">
            <a:avLst/>
          </a:prstGeom>
        </p:spPr>
        <p:txBody>
          <a:bodyPr/>
          <a:lstStyle/>
          <a:p>
            <a:r>
              <a:rPr lang="en-US" noProof="0"/>
              <a:t>Click icon to add picture</a:t>
            </a:r>
          </a:p>
        </p:txBody>
      </p:sp>
    </p:spTree>
    <p:extLst>
      <p:ext uri="{BB962C8B-B14F-4D97-AF65-F5344CB8AC3E}">
        <p14:creationId xmlns:p14="http://schemas.microsoft.com/office/powerpoint/2010/main" val="2783079461"/>
      </p:ext>
    </p:extLst>
  </p:cSld>
  <p:clrMapOvr>
    <a:masterClrMapping/>
  </p:clrMapOvr>
  <p:transition>
    <p:fade/>
  </p:transition>
  <p:extLst>
    <p:ext uri="{DCECCB84-F9BA-43D5-87BE-67443E8EF086}">
      <p15:sldGuideLst xmlns:p15="http://schemas.microsoft.com/office/powerpoint/2012/main">
        <p15:guide id="1" orient="horz" pos="408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Circle Black">
    <p:bg bwMode="gray">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gray">
          <a:xfrm>
            <a:off x="4210150" y="1530450"/>
            <a:ext cx="3780000" cy="3780000"/>
          </a:xfrm>
          <a:prstGeom prst="ellipse">
            <a:avLst/>
          </a:prstGeom>
          <a:ln w="25400">
            <a:solidFill>
              <a:schemeClr val="accent1"/>
            </a:solidFill>
          </a:ln>
        </p:spPr>
        <p:txBody>
          <a:bodyPr lIns="108000" tIns="108000" rIns="108000" bIns="108000" anchor="ctr" anchorCtr="0">
            <a:normAutofit/>
          </a:bodyPr>
          <a:lstStyle>
            <a:lvl1pPr algn="ctr">
              <a:lnSpc>
                <a:spcPts val="3800"/>
              </a:lnSpc>
              <a:defRPr sz="3200" b="0">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Subtitle 2"/>
          <p:cNvSpPr>
            <a:spLocks noGrp="1"/>
          </p:cNvSpPr>
          <p:nvPr>
            <p:ph type="subTitle" idx="1"/>
          </p:nvPr>
        </p:nvSpPr>
        <p:spPr bwMode="gray">
          <a:xfrm>
            <a:off x="475200" y="5845180"/>
            <a:ext cx="5592011" cy="505645"/>
          </a:xfrm>
          <a:prstGeom prst="rect">
            <a:avLst/>
          </a:prstGeom>
        </p:spPr>
        <p:txBody>
          <a:bodyPr lIns="0" tIns="0" rIns="0" bIns="0" anchor="b" anchorCtr="0">
            <a:noAutofit/>
          </a:bodyPr>
          <a:lstStyle>
            <a:lvl1pPr marL="0" indent="0" algn="l">
              <a:lnSpc>
                <a:spcPct val="100000"/>
              </a:lnSpc>
              <a:spcAft>
                <a:spcPts val="0"/>
              </a:spcAft>
              <a:buNone/>
              <a:defRPr sz="1600">
                <a:solidFill>
                  <a:schemeClr val="bg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noProof="0"/>
              <a:t>Click to edit Master subtitle style</a:t>
            </a:r>
          </a:p>
        </p:txBody>
      </p:sp>
      <p:sp>
        <p:nvSpPr>
          <p:cNvPr id="5" name="Text Placeholder 4"/>
          <p:cNvSpPr>
            <a:spLocks noGrp="1"/>
          </p:cNvSpPr>
          <p:nvPr>
            <p:ph type="body" sz="quarter" idx="10"/>
          </p:nvPr>
        </p:nvSpPr>
        <p:spPr>
          <a:xfrm>
            <a:off x="475200" y="6362699"/>
            <a:ext cx="5594349" cy="298451"/>
          </a:xfrm>
          <a:prstGeom prst="rect">
            <a:avLst/>
          </a:prstGeom>
        </p:spPr>
        <p:txBody>
          <a:bodyPr/>
          <a:lstStyle>
            <a:lvl1pPr>
              <a:spcAft>
                <a:spcPts val="0"/>
              </a:spcAft>
              <a:defRPr sz="105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Edit Master text styles</a:t>
            </a:r>
          </a:p>
        </p:txBody>
      </p:sp>
      <p:grpSp>
        <p:nvGrpSpPr>
          <p:cNvPr id="16" name="Group 15"/>
          <p:cNvGrpSpPr>
            <a:grpSpLocks noChangeAspect="1"/>
          </p:cNvGrpSpPr>
          <p:nvPr userDrawn="1"/>
        </p:nvGrpSpPr>
        <p:grpSpPr>
          <a:xfrm>
            <a:off x="469900" y="457761"/>
            <a:ext cx="1998000" cy="374400"/>
            <a:chOff x="398463" y="404813"/>
            <a:chExt cx="1627187" cy="307976"/>
          </a:xfrm>
          <a:solidFill>
            <a:schemeClr val="tx1"/>
          </a:solidFill>
        </p:grpSpPr>
        <p:sp>
          <p:nvSpPr>
            <p:cNvPr id="17" name="Oval 5"/>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18" name="Freeform 6"/>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19" name="Rectangle 7"/>
            <p:cNvSpPr>
              <a:spLocks noChangeArrowheads="1"/>
            </p:cNvSpPr>
            <p:nvPr userDrawn="1"/>
          </p:nvSpPr>
          <p:spPr bwMode="auto">
            <a:xfrm>
              <a:off x="906463" y="404813"/>
              <a:ext cx="74612" cy="303213"/>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0" name="Freeform 8"/>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1" name="Rectangle 9"/>
            <p:cNvSpPr>
              <a:spLocks noChangeArrowheads="1"/>
            </p:cNvSpPr>
            <p:nvPr userDrawn="1"/>
          </p:nvSpPr>
          <p:spPr bwMode="auto">
            <a:xfrm>
              <a:off x="1257300" y="482601"/>
              <a:ext cx="74612" cy="22542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3" name="Rectangle 10"/>
            <p:cNvSpPr>
              <a:spLocks noChangeArrowheads="1"/>
            </p:cNvSpPr>
            <p:nvPr userDrawn="1"/>
          </p:nvSpPr>
          <p:spPr bwMode="auto">
            <a:xfrm>
              <a:off x="1257300" y="404813"/>
              <a:ext cx="74612" cy="50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4" name="Freeform 11"/>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5" name="Freeform 12"/>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6" name="Freeform 13"/>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7" name="Freeform 14"/>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grpSp>
    </p:spTree>
    <p:extLst>
      <p:ext uri="{BB962C8B-B14F-4D97-AF65-F5344CB8AC3E}">
        <p14:creationId xmlns:p14="http://schemas.microsoft.com/office/powerpoint/2010/main" val="121222021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40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Circle White">
    <p:bg bwMode="gray">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gray">
          <a:xfrm>
            <a:off x="4212000" y="1530000"/>
            <a:ext cx="3780000" cy="3780000"/>
          </a:xfrm>
          <a:prstGeom prst="ellipse">
            <a:avLst/>
          </a:prstGeom>
          <a:ln w="25400">
            <a:solidFill>
              <a:schemeClr val="accent1"/>
            </a:solidFill>
          </a:ln>
        </p:spPr>
        <p:txBody>
          <a:bodyPr lIns="108000" tIns="108000" rIns="108000" bIns="108000" anchor="ctr" anchorCtr="0">
            <a:normAutofit/>
          </a:bodyPr>
          <a:lstStyle>
            <a:lvl1pPr algn="ctr">
              <a:lnSpc>
                <a:spcPts val="3800"/>
              </a:lnSpc>
              <a:defRPr sz="3200" b="0">
                <a:solidFill>
                  <a:schemeClr val="tx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Subtitle 2"/>
          <p:cNvSpPr>
            <a:spLocks noGrp="1"/>
          </p:cNvSpPr>
          <p:nvPr>
            <p:ph type="subTitle" idx="1"/>
          </p:nvPr>
        </p:nvSpPr>
        <p:spPr bwMode="gray">
          <a:xfrm>
            <a:off x="475327" y="5845180"/>
            <a:ext cx="5594348" cy="505645"/>
          </a:xfrm>
          <a:prstGeom prst="rect">
            <a:avLst/>
          </a:prstGeom>
        </p:spPr>
        <p:txBody>
          <a:bodyPr lIns="0" tIns="0" rIns="0" bIns="0" anchor="b" anchorCtr="0">
            <a:noAutofit/>
          </a:bodyPr>
          <a:lstStyle>
            <a:lvl1pPr marL="0" indent="0" algn="l">
              <a:lnSpc>
                <a:spcPct val="100000"/>
              </a:lnSpc>
              <a:spcAft>
                <a:spcPts val="0"/>
              </a:spcAft>
              <a:buNone/>
              <a:defRPr sz="1600">
                <a:solidFill>
                  <a:schemeClr val="tx1"/>
                </a:solidFill>
              </a:defRPr>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noProof="0"/>
              <a:t>Click to edit Master subtitle style</a:t>
            </a:r>
          </a:p>
        </p:txBody>
      </p:sp>
      <p:sp>
        <p:nvSpPr>
          <p:cNvPr id="5" name="Text Placeholder 4"/>
          <p:cNvSpPr>
            <a:spLocks noGrp="1"/>
          </p:cNvSpPr>
          <p:nvPr>
            <p:ph type="body" sz="quarter" idx="10"/>
          </p:nvPr>
        </p:nvSpPr>
        <p:spPr>
          <a:xfrm>
            <a:off x="475325" y="6362699"/>
            <a:ext cx="5594349" cy="298451"/>
          </a:xfrm>
          <a:prstGeom prst="rect">
            <a:avLst/>
          </a:prstGeom>
        </p:spPr>
        <p:txBody>
          <a:bodyPr>
            <a:noAutofit/>
          </a:bodyPr>
          <a:lstStyle>
            <a:lvl1pPr>
              <a:spcAft>
                <a:spcPts val="0"/>
              </a:spcAft>
              <a:defRPr sz="105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Edit Master text styles</a:t>
            </a:r>
          </a:p>
        </p:txBody>
      </p:sp>
      <p:grpSp>
        <p:nvGrpSpPr>
          <p:cNvPr id="16" name="Group 15"/>
          <p:cNvGrpSpPr>
            <a:grpSpLocks noChangeAspect="1"/>
          </p:cNvGrpSpPr>
          <p:nvPr userDrawn="1"/>
        </p:nvGrpSpPr>
        <p:grpSpPr>
          <a:xfrm>
            <a:off x="475325" y="457200"/>
            <a:ext cx="1998000" cy="374400"/>
            <a:chOff x="398463" y="404813"/>
            <a:chExt cx="1627187" cy="307976"/>
          </a:xfrm>
          <a:solidFill>
            <a:schemeClr val="tx1"/>
          </a:solidFill>
        </p:grpSpPr>
        <p:sp>
          <p:nvSpPr>
            <p:cNvPr id="17" name="Oval 5"/>
            <p:cNvSpPr>
              <a:spLocks noChangeArrowheads="1"/>
            </p:cNvSpPr>
            <p:nvPr userDrawn="1"/>
          </p:nvSpPr>
          <p:spPr bwMode="auto">
            <a:xfrm>
              <a:off x="1938338" y="625476"/>
              <a:ext cx="87312" cy="87313"/>
            </a:xfrm>
            <a:prstGeom prst="ellipse">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18" name="Freeform 6"/>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0" name="Rectangle 7"/>
            <p:cNvSpPr>
              <a:spLocks noChangeArrowheads="1"/>
            </p:cNvSpPr>
            <p:nvPr userDrawn="1"/>
          </p:nvSpPr>
          <p:spPr bwMode="auto">
            <a:xfrm>
              <a:off x="906463" y="404813"/>
              <a:ext cx="74612" cy="303213"/>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1" name="Freeform 8"/>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2" name="Rectangle 9"/>
            <p:cNvSpPr>
              <a:spLocks noChangeArrowheads="1"/>
            </p:cNvSpPr>
            <p:nvPr userDrawn="1"/>
          </p:nvSpPr>
          <p:spPr bwMode="auto">
            <a:xfrm>
              <a:off x="1257300" y="482601"/>
              <a:ext cx="74612" cy="2254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3" name="Rectangle 10"/>
            <p:cNvSpPr>
              <a:spLocks noChangeArrowheads="1"/>
            </p:cNvSpPr>
            <p:nvPr userDrawn="1"/>
          </p:nvSpPr>
          <p:spPr bwMode="auto">
            <a:xfrm>
              <a:off x="1257300" y="404813"/>
              <a:ext cx="74612" cy="50800"/>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4" name="Freeform 11"/>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5" name="Freeform 12"/>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6" name="Freeform 13"/>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7" name="Freeform 14"/>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grpSp>
    </p:spTree>
    <p:extLst>
      <p:ext uri="{BB962C8B-B14F-4D97-AF65-F5344CB8AC3E}">
        <p14:creationId xmlns:p14="http://schemas.microsoft.com/office/powerpoint/2010/main" val="527611538"/>
      </p:ext>
    </p:extLst>
  </p:cSld>
  <p:clrMapOvr>
    <a:masterClrMapping/>
  </p:clrMapOvr>
  <p:transition>
    <p:fade/>
  </p:transition>
  <p:extLst>
    <p:ext uri="{DCECCB84-F9BA-43D5-87BE-67443E8EF086}">
      <p15:sldGuideLst xmlns:p15="http://schemas.microsoft.com/office/powerpoint/2012/main">
        <p15:guide id="1" orient="horz" pos="40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Divider - Deloitte green">
    <p:bg bwMode="gray">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9900" y="1700213"/>
            <a:ext cx="10418233" cy="1592403"/>
          </a:xfrm>
        </p:spPr>
        <p:txBody>
          <a:bodyPr anchor="b"/>
          <a:lstStyle>
            <a:lvl1pPr>
              <a:lnSpc>
                <a:spcPct val="95000"/>
              </a:lnSpc>
              <a:defRPr sz="385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9899" y="3423545"/>
            <a:ext cx="10418235" cy="1566532"/>
          </a:xfrm>
        </p:spPr>
        <p:txBody>
          <a:bodyPr lIns="0" tIns="0" rIns="0" bIns="0">
            <a:noAutofit/>
          </a:bodyPr>
          <a:lstStyle>
            <a:lvl1pPr marL="0" indent="0">
              <a:lnSpc>
                <a:spcPct val="95000"/>
              </a:lnSpc>
              <a:spcAft>
                <a:spcPts val="0"/>
              </a:spcAft>
              <a:buNone/>
              <a:defRPr sz="3850">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noProof="0"/>
              <a:t>Edit Master text styles</a:t>
            </a:r>
          </a:p>
        </p:txBody>
      </p:sp>
      <p:sp>
        <p:nvSpPr>
          <p:cNvPr id="7" name="CaseCode">
            <a:extLst>
              <a:ext uri="{FF2B5EF4-FFF2-40B4-BE49-F238E27FC236}">
                <a16:creationId xmlns:a16="http://schemas.microsoft.com/office/drawing/2014/main" id="{93823792-EE26-4CDD-972F-220A04CD6C04}"/>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8" name="Copyright">
            <a:extLst>
              <a:ext uri="{FF2B5EF4-FFF2-40B4-BE49-F238E27FC236}">
                <a16:creationId xmlns:a16="http://schemas.microsoft.com/office/drawing/2014/main" id="{ABE9EAAF-3637-4DBD-97CC-9D801D594A84}"/>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9" name="TextBox 8">
            <a:extLst>
              <a:ext uri="{FF2B5EF4-FFF2-40B4-BE49-F238E27FC236}">
                <a16:creationId xmlns:a16="http://schemas.microsoft.com/office/drawing/2014/main" id="{DB9365AE-2970-4F25-A997-BF6CFABBA94C}"/>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21045741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 Deloitte dark green">
    <p:bg bwMode="gray">
      <p:bgPr>
        <a:solidFill>
          <a:schemeClr val="accent2"/>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0" y="1705668"/>
            <a:ext cx="10418233" cy="1592403"/>
          </a:xfrm>
        </p:spPr>
        <p:txBody>
          <a:bodyPr anchor="b"/>
          <a:lstStyle>
            <a:lvl1pPr>
              <a:lnSpc>
                <a:spcPct val="95000"/>
              </a:lnSpc>
              <a:defRPr sz="385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0" y="3429000"/>
            <a:ext cx="10418233" cy="1566532"/>
          </a:xfrm>
        </p:spPr>
        <p:txBody>
          <a:bodyPr lIns="0" tIns="0" rIns="0" bIns="0">
            <a:noAutofit/>
          </a:bodyPr>
          <a:lstStyle>
            <a:lvl1pPr marL="0" indent="0">
              <a:lnSpc>
                <a:spcPct val="95000"/>
              </a:lnSpc>
              <a:spcAft>
                <a:spcPts val="0"/>
              </a:spcAft>
              <a:buNone/>
              <a:defRPr sz="3850">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noProof="0"/>
              <a:t>Edit Master text styles</a:t>
            </a:r>
          </a:p>
        </p:txBody>
      </p:sp>
      <p:sp>
        <p:nvSpPr>
          <p:cNvPr id="7" name="CaseCode">
            <a:extLst>
              <a:ext uri="{FF2B5EF4-FFF2-40B4-BE49-F238E27FC236}">
                <a16:creationId xmlns:a16="http://schemas.microsoft.com/office/drawing/2014/main" id="{3F44FF44-C602-481C-AB45-01E8C7641773}"/>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8" name="Copyright">
            <a:extLst>
              <a:ext uri="{FF2B5EF4-FFF2-40B4-BE49-F238E27FC236}">
                <a16:creationId xmlns:a16="http://schemas.microsoft.com/office/drawing/2014/main" id="{1A45E768-6B1E-4968-BBCE-03E8ABE5493F}"/>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9" name="TextBox 8">
            <a:extLst>
              <a:ext uri="{FF2B5EF4-FFF2-40B4-BE49-F238E27FC236}">
                <a16:creationId xmlns:a16="http://schemas.microsoft.com/office/drawing/2014/main" id="{00427AA6-2805-4D45-8C22-C52EB3443F54}"/>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1976482637"/>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 Deloitte blue">
    <p:bg bwMode="gray">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9900" y="1705668"/>
            <a:ext cx="10418233" cy="1592403"/>
          </a:xfrm>
        </p:spPr>
        <p:txBody>
          <a:bodyPr anchor="b"/>
          <a:lstStyle>
            <a:lvl1pPr>
              <a:lnSpc>
                <a:spcPct val="95000"/>
              </a:lnSpc>
              <a:defRPr sz="385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9900" y="3429000"/>
            <a:ext cx="10418233" cy="1566532"/>
          </a:xfrm>
        </p:spPr>
        <p:txBody>
          <a:bodyPr lIns="0" tIns="0" rIns="0" bIns="0">
            <a:noAutofit/>
          </a:bodyPr>
          <a:lstStyle>
            <a:lvl1pPr marL="0" indent="0">
              <a:lnSpc>
                <a:spcPct val="95000"/>
              </a:lnSpc>
              <a:spcAft>
                <a:spcPts val="0"/>
              </a:spcAft>
              <a:buNone/>
              <a:defRPr sz="3850">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noProof="0"/>
              <a:t>Edit Master text styles</a:t>
            </a:r>
          </a:p>
        </p:txBody>
      </p:sp>
      <p:sp>
        <p:nvSpPr>
          <p:cNvPr id="10" name="CaseCode">
            <a:extLst>
              <a:ext uri="{FF2B5EF4-FFF2-40B4-BE49-F238E27FC236}">
                <a16:creationId xmlns:a16="http://schemas.microsoft.com/office/drawing/2014/main" id="{D6C60C41-80C5-4AD8-9F29-FD85E6D4C19C}"/>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11" name="Copyright">
            <a:extLst>
              <a:ext uri="{FF2B5EF4-FFF2-40B4-BE49-F238E27FC236}">
                <a16:creationId xmlns:a16="http://schemas.microsoft.com/office/drawing/2014/main" id="{613A5341-684B-4EA3-8645-F86A6932914E}"/>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12" name="TextBox 11">
            <a:extLst>
              <a:ext uri="{FF2B5EF4-FFF2-40B4-BE49-F238E27FC236}">
                <a16:creationId xmlns:a16="http://schemas.microsoft.com/office/drawing/2014/main" id="{C477575C-C40C-4032-B0DB-EF510C909D71}"/>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165402145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 - Deloitte dark blue">
    <p:bg bwMode="gray">
      <p:bgPr>
        <a:solidFill>
          <a:schemeClr val="accent4"/>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0" y="1705668"/>
            <a:ext cx="10418233" cy="1592403"/>
          </a:xfrm>
        </p:spPr>
        <p:txBody>
          <a:bodyPr anchor="b"/>
          <a:lstStyle>
            <a:lvl1pPr>
              <a:lnSpc>
                <a:spcPct val="95000"/>
              </a:lnSpc>
              <a:defRPr sz="385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0" y="3429000"/>
            <a:ext cx="10418233" cy="1566532"/>
          </a:xfrm>
        </p:spPr>
        <p:txBody>
          <a:bodyPr lIns="0" tIns="0" rIns="0" bIns="0">
            <a:noAutofit/>
          </a:bodyPr>
          <a:lstStyle>
            <a:lvl1pPr marL="0" indent="0">
              <a:lnSpc>
                <a:spcPct val="95000"/>
              </a:lnSpc>
              <a:spcAft>
                <a:spcPts val="0"/>
              </a:spcAft>
              <a:buNone/>
              <a:defRPr sz="3850">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noProof="0"/>
              <a:t>Edit Master text styles</a:t>
            </a:r>
          </a:p>
        </p:txBody>
      </p:sp>
      <p:sp>
        <p:nvSpPr>
          <p:cNvPr id="7" name="CaseCode">
            <a:extLst>
              <a:ext uri="{FF2B5EF4-FFF2-40B4-BE49-F238E27FC236}">
                <a16:creationId xmlns:a16="http://schemas.microsoft.com/office/drawing/2014/main" id="{3C64501B-D85D-4B85-ABA7-D68ECF8B73C7}"/>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8" name="Copyright">
            <a:extLst>
              <a:ext uri="{FF2B5EF4-FFF2-40B4-BE49-F238E27FC236}">
                <a16:creationId xmlns:a16="http://schemas.microsoft.com/office/drawing/2014/main" id="{E0551EEA-624A-4296-AD75-4BD6C8D14CF9}"/>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9" name="TextBox 8">
            <a:extLst>
              <a:ext uri="{FF2B5EF4-FFF2-40B4-BE49-F238E27FC236}">
                <a16:creationId xmlns:a16="http://schemas.microsoft.com/office/drawing/2014/main" id="{9B09C971-19FA-4D4C-A588-010A8861B9DB}"/>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127237144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Divider - Deloitte black">
    <p:bg bwMode="gray">
      <p:bgPr>
        <a:solidFill>
          <a:schemeClr val="tx1"/>
        </a:solidFill>
        <a:effectLst/>
      </p:bgPr>
    </p:bg>
    <p:spTree>
      <p:nvGrpSpPr>
        <p:cNvPr id="1" name=""/>
        <p:cNvGrpSpPr/>
        <p:nvPr/>
      </p:nvGrpSpPr>
      <p:grpSpPr>
        <a:xfrm>
          <a:off x="0" y="0"/>
          <a:ext cx="0" cy="0"/>
          <a:chOff x="0" y="0"/>
          <a:chExt cx="0" cy="0"/>
        </a:xfrm>
      </p:grpSpPr>
      <p:sp>
        <p:nvSpPr>
          <p:cNvPr id="18" name="Title 1"/>
          <p:cNvSpPr>
            <a:spLocks noGrp="1"/>
          </p:cNvSpPr>
          <p:nvPr>
            <p:ph type="title"/>
          </p:nvPr>
        </p:nvSpPr>
        <p:spPr bwMode="gray">
          <a:xfrm>
            <a:off x="469900" y="1705668"/>
            <a:ext cx="10418233" cy="1592403"/>
          </a:xfrm>
        </p:spPr>
        <p:txBody>
          <a:bodyPr anchor="b"/>
          <a:lstStyle>
            <a:lvl1pPr>
              <a:lnSpc>
                <a:spcPct val="95000"/>
              </a:lnSpc>
              <a:defRPr sz="3850" b="1">
                <a:solidFill>
                  <a:schemeClr val="bg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19" name="Text Placeholder 2"/>
          <p:cNvSpPr>
            <a:spLocks noGrp="1"/>
          </p:cNvSpPr>
          <p:nvPr>
            <p:ph type="body" idx="1"/>
          </p:nvPr>
        </p:nvSpPr>
        <p:spPr bwMode="gray">
          <a:xfrm>
            <a:off x="469900" y="3429000"/>
            <a:ext cx="10418233" cy="1566532"/>
          </a:xfrm>
        </p:spPr>
        <p:txBody>
          <a:bodyPr lIns="0" tIns="0" rIns="0" bIns="0">
            <a:noAutofit/>
          </a:bodyPr>
          <a:lstStyle>
            <a:lvl1pPr marL="0" indent="0">
              <a:lnSpc>
                <a:spcPct val="95000"/>
              </a:lnSpc>
              <a:spcAft>
                <a:spcPts val="0"/>
              </a:spcAft>
              <a:buNone/>
              <a:defRPr sz="3850">
                <a:solidFill>
                  <a:schemeClr val="bg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noProof="0"/>
              <a:t>Edit Master text styles</a:t>
            </a:r>
          </a:p>
        </p:txBody>
      </p:sp>
      <p:sp>
        <p:nvSpPr>
          <p:cNvPr id="7" name="CaseCode">
            <a:extLst>
              <a:ext uri="{FF2B5EF4-FFF2-40B4-BE49-F238E27FC236}">
                <a16:creationId xmlns:a16="http://schemas.microsoft.com/office/drawing/2014/main" id="{1558CCC8-C369-4C81-A41A-5E09DEB241AA}"/>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8" name="Copyright">
            <a:extLst>
              <a:ext uri="{FF2B5EF4-FFF2-40B4-BE49-F238E27FC236}">
                <a16:creationId xmlns:a16="http://schemas.microsoft.com/office/drawing/2014/main" id="{2A717A35-16B8-4C69-9FC9-C491F8F47997}"/>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9" name="TextBox 8">
            <a:extLst>
              <a:ext uri="{FF2B5EF4-FFF2-40B4-BE49-F238E27FC236}">
                <a16:creationId xmlns:a16="http://schemas.microsoft.com/office/drawing/2014/main" id="{D6952D5D-FD02-4F41-B2C9-74CDCEDF85C6}"/>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193697899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ider - Deloitte white">
    <p:bg bwMode="gray">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gray">
          <a:xfrm>
            <a:off x="469901" y="1705668"/>
            <a:ext cx="10418233" cy="1592403"/>
          </a:xfrm>
        </p:spPr>
        <p:txBody>
          <a:bodyPr anchor="b"/>
          <a:lstStyle>
            <a:lvl1pPr>
              <a:lnSpc>
                <a:spcPct val="95000"/>
              </a:lnSpc>
              <a:defRPr sz="3850" b="1">
                <a:solidFill>
                  <a:schemeClr val="tx1"/>
                </a:solidFill>
                <a:latin typeface="+mj-lt"/>
                <a:ea typeface="Open Sans" panose="020B0606030504020204" pitchFamily="34" charset="0"/>
                <a:cs typeface="Open Sans" panose="020B0606030504020204" pitchFamily="34" charset="0"/>
              </a:defRPr>
            </a:lvl1pPr>
          </a:lstStyle>
          <a:p>
            <a:r>
              <a:rPr lang="en-US" noProof="0"/>
              <a:t>Click to edit Master title style</a:t>
            </a:r>
          </a:p>
        </p:txBody>
      </p:sp>
      <p:sp>
        <p:nvSpPr>
          <p:cNvPr id="3" name="Text Placeholder 2"/>
          <p:cNvSpPr>
            <a:spLocks noGrp="1"/>
          </p:cNvSpPr>
          <p:nvPr>
            <p:ph type="body" idx="1"/>
          </p:nvPr>
        </p:nvSpPr>
        <p:spPr bwMode="gray">
          <a:xfrm>
            <a:off x="469900" y="3429000"/>
            <a:ext cx="10541000" cy="1566532"/>
          </a:xfrm>
        </p:spPr>
        <p:txBody>
          <a:bodyPr lIns="0" tIns="0" rIns="0" bIns="0">
            <a:noAutofit/>
          </a:bodyPr>
          <a:lstStyle>
            <a:lvl1pPr marL="0" indent="0">
              <a:lnSpc>
                <a:spcPct val="95000"/>
              </a:lnSpc>
              <a:spcAft>
                <a:spcPts val="0"/>
              </a:spcAft>
              <a:buNone/>
              <a:defRPr sz="3850">
                <a:solidFill>
                  <a:schemeClr val="tx1"/>
                </a:solidFill>
              </a:defRPr>
            </a:lvl1pPr>
            <a:lvl2pPr marL="609585" indent="0">
              <a:buNone/>
              <a:defRPr sz="2667">
                <a:solidFill>
                  <a:schemeClr val="tx1">
                    <a:tint val="75000"/>
                  </a:schemeClr>
                </a:solidFill>
              </a:defRPr>
            </a:lvl2pPr>
            <a:lvl3pPr marL="1219170" indent="0">
              <a:buNone/>
              <a:defRPr sz="2400">
                <a:solidFill>
                  <a:schemeClr val="tx1">
                    <a:tint val="75000"/>
                  </a:schemeClr>
                </a:solidFill>
              </a:defRPr>
            </a:lvl3pPr>
            <a:lvl4pPr marL="1828754" indent="0">
              <a:buNone/>
              <a:defRPr sz="2133">
                <a:solidFill>
                  <a:schemeClr val="tx1">
                    <a:tint val="75000"/>
                  </a:schemeClr>
                </a:solidFill>
              </a:defRPr>
            </a:lvl4pPr>
            <a:lvl5pPr marL="2438339" indent="0">
              <a:buNone/>
              <a:defRPr sz="2133">
                <a:solidFill>
                  <a:schemeClr val="tx1">
                    <a:tint val="75000"/>
                  </a:schemeClr>
                </a:solidFill>
              </a:defRPr>
            </a:lvl5pPr>
            <a:lvl6pPr marL="3047924" indent="0">
              <a:buNone/>
              <a:defRPr sz="2133">
                <a:solidFill>
                  <a:schemeClr val="tx1">
                    <a:tint val="75000"/>
                  </a:schemeClr>
                </a:solidFill>
              </a:defRPr>
            </a:lvl6pPr>
            <a:lvl7pPr marL="3657509" indent="0">
              <a:buNone/>
              <a:defRPr sz="2133">
                <a:solidFill>
                  <a:schemeClr val="tx1">
                    <a:tint val="75000"/>
                  </a:schemeClr>
                </a:solidFill>
              </a:defRPr>
            </a:lvl7pPr>
            <a:lvl8pPr marL="4267093" indent="0">
              <a:buNone/>
              <a:defRPr sz="2133">
                <a:solidFill>
                  <a:schemeClr val="tx1">
                    <a:tint val="75000"/>
                  </a:schemeClr>
                </a:solidFill>
              </a:defRPr>
            </a:lvl8pPr>
            <a:lvl9pPr marL="4876678" indent="0">
              <a:buNone/>
              <a:defRPr sz="2133">
                <a:solidFill>
                  <a:schemeClr val="tx1">
                    <a:tint val="75000"/>
                  </a:schemeClr>
                </a:solidFill>
              </a:defRPr>
            </a:lvl9pPr>
          </a:lstStyle>
          <a:p>
            <a:pPr lvl="0"/>
            <a:r>
              <a:rPr lang="en-US" noProof="0"/>
              <a:t>Edit Master text styles</a:t>
            </a:r>
          </a:p>
        </p:txBody>
      </p:sp>
    </p:spTree>
    <p:extLst>
      <p:ext uri="{BB962C8B-B14F-4D97-AF65-F5344CB8AC3E}">
        <p14:creationId xmlns:p14="http://schemas.microsoft.com/office/powerpoint/2010/main" val="287951509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ey statement dark green">
    <p:bg>
      <p:bgPr>
        <a:solidFill>
          <a:schemeClr val="accent2"/>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480484" y="1590675"/>
            <a:ext cx="9029604" cy="4708525"/>
          </a:xfrm>
          <a:prstGeom prst="rect">
            <a:avLst/>
          </a:prstGeom>
        </p:spPr>
        <p:txBody>
          <a:bodyPr>
            <a:noAutofit/>
          </a:bodyPr>
          <a:lstStyle>
            <a:lvl1pPr>
              <a:spcBef>
                <a:spcPts val="4800"/>
              </a:spcBef>
              <a:defRPr sz="2800">
                <a:solidFill>
                  <a:schemeClr val="bg1"/>
                </a:solidFill>
              </a:defRPr>
            </a:lvl1pPr>
            <a:lvl2pPr marL="609585" indent="-609585">
              <a:defRPr sz="4000">
                <a:solidFill>
                  <a:schemeClr val="bg2"/>
                </a:solidFill>
              </a:defRPr>
            </a:lvl2pPr>
            <a:lvl3pPr>
              <a:defRPr sz="4000">
                <a:solidFill>
                  <a:schemeClr val="bg2"/>
                </a:solidFill>
              </a:defRPr>
            </a:lvl3pPr>
            <a:lvl4pPr>
              <a:defRPr sz="4000">
                <a:solidFill>
                  <a:schemeClr val="bg2"/>
                </a:solidFill>
              </a:defRPr>
            </a:lvl4pPr>
            <a:lvl5pPr>
              <a:defRPr sz="4000">
                <a:solidFill>
                  <a:schemeClr val="bg2"/>
                </a:solidFill>
              </a:defRPr>
            </a:lvl5pPr>
          </a:lstStyle>
          <a:p>
            <a:pPr lvl="0"/>
            <a:r>
              <a:rPr lang="en-US" noProof="0"/>
              <a:t>Edit Master text styles</a:t>
            </a:r>
          </a:p>
        </p:txBody>
      </p:sp>
      <p:sp>
        <p:nvSpPr>
          <p:cNvPr id="6" name="CaseCode">
            <a:extLst>
              <a:ext uri="{FF2B5EF4-FFF2-40B4-BE49-F238E27FC236}">
                <a16:creationId xmlns:a16="http://schemas.microsoft.com/office/drawing/2014/main" id="{E1DA34B1-AA2A-40A2-9A35-1AEEF4E1211A}"/>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7" name="Copyright">
            <a:extLst>
              <a:ext uri="{FF2B5EF4-FFF2-40B4-BE49-F238E27FC236}">
                <a16:creationId xmlns:a16="http://schemas.microsoft.com/office/drawing/2014/main" id="{03D338E6-56A9-45ED-B5AA-5396221BD362}"/>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8" name="TextBox 7">
            <a:extLst>
              <a:ext uri="{FF2B5EF4-FFF2-40B4-BE49-F238E27FC236}">
                <a16:creationId xmlns:a16="http://schemas.microsoft.com/office/drawing/2014/main" id="{9AEAE743-08BD-4226-8282-8C33D40A1260}"/>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886881570"/>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Key statement dark blue">
    <p:bg>
      <p:bgPr>
        <a:solidFill>
          <a:schemeClr val="accent4"/>
        </a:solidFill>
        <a:effectLst/>
      </p:bgPr>
    </p:bg>
    <p:spTree>
      <p:nvGrpSpPr>
        <p:cNvPr id="1" name=""/>
        <p:cNvGrpSpPr/>
        <p:nvPr/>
      </p:nvGrpSpPr>
      <p:grpSpPr>
        <a:xfrm>
          <a:off x="0" y="0"/>
          <a:ext cx="0" cy="0"/>
          <a:chOff x="0" y="0"/>
          <a:chExt cx="0" cy="0"/>
        </a:xfrm>
      </p:grpSpPr>
      <p:sp>
        <p:nvSpPr>
          <p:cNvPr id="13" name="Text Placeholder 3"/>
          <p:cNvSpPr>
            <a:spLocks noGrp="1"/>
          </p:cNvSpPr>
          <p:nvPr>
            <p:ph type="body" sz="quarter" idx="10"/>
          </p:nvPr>
        </p:nvSpPr>
        <p:spPr>
          <a:xfrm>
            <a:off x="480484" y="1590675"/>
            <a:ext cx="9029604" cy="4708525"/>
          </a:xfrm>
          <a:prstGeom prst="rect">
            <a:avLst/>
          </a:prstGeom>
        </p:spPr>
        <p:txBody>
          <a:bodyPr>
            <a:noAutofit/>
          </a:bodyPr>
          <a:lstStyle>
            <a:lvl1pPr>
              <a:spcBef>
                <a:spcPts val="4800"/>
              </a:spcBef>
              <a:defRPr sz="2800">
                <a:solidFill>
                  <a:schemeClr val="bg1"/>
                </a:solidFill>
              </a:defRPr>
            </a:lvl1pPr>
            <a:lvl2pPr marL="609585" indent="-609585">
              <a:defRPr sz="4000">
                <a:solidFill>
                  <a:schemeClr val="bg2"/>
                </a:solidFill>
              </a:defRPr>
            </a:lvl2pPr>
            <a:lvl3pPr>
              <a:defRPr sz="4000">
                <a:solidFill>
                  <a:schemeClr val="bg2"/>
                </a:solidFill>
              </a:defRPr>
            </a:lvl3pPr>
            <a:lvl4pPr>
              <a:defRPr sz="4000">
                <a:solidFill>
                  <a:schemeClr val="bg2"/>
                </a:solidFill>
              </a:defRPr>
            </a:lvl4pPr>
            <a:lvl5pPr>
              <a:defRPr sz="4000">
                <a:solidFill>
                  <a:schemeClr val="bg2"/>
                </a:solidFill>
              </a:defRPr>
            </a:lvl5pPr>
          </a:lstStyle>
          <a:p>
            <a:pPr lvl="0"/>
            <a:r>
              <a:rPr lang="en-US" noProof="0"/>
              <a:t>Edit Master text styles</a:t>
            </a:r>
          </a:p>
        </p:txBody>
      </p:sp>
      <p:sp>
        <p:nvSpPr>
          <p:cNvPr id="6" name="CaseCode">
            <a:extLst>
              <a:ext uri="{FF2B5EF4-FFF2-40B4-BE49-F238E27FC236}">
                <a16:creationId xmlns:a16="http://schemas.microsoft.com/office/drawing/2014/main" id="{EAC56137-7BAD-4495-9072-3F985AC7793D}"/>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7" name="Copyright">
            <a:extLst>
              <a:ext uri="{FF2B5EF4-FFF2-40B4-BE49-F238E27FC236}">
                <a16:creationId xmlns:a16="http://schemas.microsoft.com/office/drawing/2014/main" id="{859C8E56-7C3D-40BF-A699-BF0A3A8BC54A}"/>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8" name="TextBox 7">
            <a:extLst>
              <a:ext uri="{FF2B5EF4-FFF2-40B4-BE49-F238E27FC236}">
                <a16:creationId xmlns:a16="http://schemas.microsoft.com/office/drawing/2014/main" id="{E8672FC1-2A7C-42FE-B0E7-B8E1F68064D2}"/>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183856764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Key statement teal">
    <p:bg>
      <p:bgPr>
        <a:solidFill>
          <a:schemeClr val="accent5"/>
        </a:solidFill>
        <a:effectLst/>
      </p:bgPr>
    </p:bg>
    <p:spTree>
      <p:nvGrpSpPr>
        <p:cNvPr id="1" name=""/>
        <p:cNvGrpSpPr/>
        <p:nvPr/>
      </p:nvGrpSpPr>
      <p:grpSpPr>
        <a:xfrm>
          <a:off x="0" y="0"/>
          <a:ext cx="0" cy="0"/>
          <a:chOff x="0" y="0"/>
          <a:chExt cx="0" cy="0"/>
        </a:xfrm>
      </p:grpSpPr>
      <p:sp>
        <p:nvSpPr>
          <p:cNvPr id="17" name="Text Placeholder 3"/>
          <p:cNvSpPr>
            <a:spLocks noGrp="1"/>
          </p:cNvSpPr>
          <p:nvPr>
            <p:ph type="body" sz="quarter" idx="10"/>
          </p:nvPr>
        </p:nvSpPr>
        <p:spPr>
          <a:xfrm>
            <a:off x="480484" y="1590675"/>
            <a:ext cx="9029604" cy="4708525"/>
          </a:xfrm>
          <a:prstGeom prst="rect">
            <a:avLst/>
          </a:prstGeom>
        </p:spPr>
        <p:txBody>
          <a:bodyPr>
            <a:noAutofit/>
          </a:bodyPr>
          <a:lstStyle>
            <a:lvl1pPr>
              <a:spcBef>
                <a:spcPts val="4800"/>
              </a:spcBef>
              <a:defRPr sz="2800">
                <a:solidFill>
                  <a:schemeClr val="bg1"/>
                </a:solidFill>
              </a:defRPr>
            </a:lvl1pPr>
            <a:lvl2pPr marL="609585" indent="-609585">
              <a:defRPr sz="4000">
                <a:solidFill>
                  <a:schemeClr val="bg2"/>
                </a:solidFill>
              </a:defRPr>
            </a:lvl2pPr>
            <a:lvl3pPr>
              <a:defRPr sz="4000">
                <a:solidFill>
                  <a:schemeClr val="bg2"/>
                </a:solidFill>
              </a:defRPr>
            </a:lvl3pPr>
            <a:lvl4pPr>
              <a:defRPr sz="4000">
                <a:solidFill>
                  <a:schemeClr val="bg2"/>
                </a:solidFill>
              </a:defRPr>
            </a:lvl4pPr>
            <a:lvl5pPr>
              <a:defRPr sz="4000">
                <a:solidFill>
                  <a:schemeClr val="bg2"/>
                </a:solidFill>
              </a:defRPr>
            </a:lvl5pPr>
          </a:lstStyle>
          <a:p>
            <a:pPr lvl="0"/>
            <a:r>
              <a:rPr lang="en-US" noProof="0"/>
              <a:t>Edit Master text styles</a:t>
            </a:r>
          </a:p>
        </p:txBody>
      </p:sp>
      <p:sp>
        <p:nvSpPr>
          <p:cNvPr id="6" name="CaseCode">
            <a:extLst>
              <a:ext uri="{FF2B5EF4-FFF2-40B4-BE49-F238E27FC236}">
                <a16:creationId xmlns:a16="http://schemas.microsoft.com/office/drawing/2014/main" id="{79CFFB27-DC38-4F22-9FCB-C14E2BC292E3}"/>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7" name="Copyright">
            <a:extLst>
              <a:ext uri="{FF2B5EF4-FFF2-40B4-BE49-F238E27FC236}">
                <a16:creationId xmlns:a16="http://schemas.microsoft.com/office/drawing/2014/main" id="{087D3E6E-E52A-4AA0-8A4B-F5A642ED733E}"/>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8" name="TextBox 7">
            <a:extLst>
              <a:ext uri="{FF2B5EF4-FFF2-40B4-BE49-F238E27FC236}">
                <a16:creationId xmlns:a16="http://schemas.microsoft.com/office/drawing/2014/main" id="{01582A3E-9D2A-4FEA-A54A-A082C5574BD2}"/>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126737543"/>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Key statement black">
    <p:bg>
      <p:bgPr>
        <a:solidFill>
          <a:schemeClr val="tx1"/>
        </a:solidFill>
        <a:effectLst/>
      </p:bgPr>
    </p:bg>
    <p:spTree>
      <p:nvGrpSpPr>
        <p:cNvPr id="1" name=""/>
        <p:cNvGrpSpPr/>
        <p:nvPr/>
      </p:nvGrpSpPr>
      <p:grpSpPr>
        <a:xfrm>
          <a:off x="0" y="0"/>
          <a:ext cx="0" cy="0"/>
          <a:chOff x="0" y="0"/>
          <a:chExt cx="0" cy="0"/>
        </a:xfrm>
      </p:grpSpPr>
      <p:sp>
        <p:nvSpPr>
          <p:cNvPr id="13" name="Text Placeholder 3"/>
          <p:cNvSpPr>
            <a:spLocks noGrp="1"/>
          </p:cNvSpPr>
          <p:nvPr>
            <p:ph type="body" sz="quarter" idx="10"/>
          </p:nvPr>
        </p:nvSpPr>
        <p:spPr>
          <a:xfrm>
            <a:off x="480484" y="1590675"/>
            <a:ext cx="9029604" cy="4708525"/>
          </a:xfrm>
          <a:prstGeom prst="rect">
            <a:avLst/>
          </a:prstGeom>
        </p:spPr>
        <p:txBody>
          <a:bodyPr>
            <a:noAutofit/>
          </a:bodyPr>
          <a:lstStyle>
            <a:lvl1pPr>
              <a:spcBef>
                <a:spcPts val="4800"/>
              </a:spcBef>
              <a:defRPr sz="2800">
                <a:solidFill>
                  <a:schemeClr val="bg1"/>
                </a:solidFill>
              </a:defRPr>
            </a:lvl1pPr>
            <a:lvl2pPr marL="609585" indent="-609585">
              <a:defRPr sz="4000">
                <a:solidFill>
                  <a:schemeClr val="bg2"/>
                </a:solidFill>
              </a:defRPr>
            </a:lvl2pPr>
            <a:lvl3pPr>
              <a:defRPr sz="4000">
                <a:solidFill>
                  <a:schemeClr val="bg2"/>
                </a:solidFill>
              </a:defRPr>
            </a:lvl3pPr>
            <a:lvl4pPr>
              <a:defRPr sz="4000">
                <a:solidFill>
                  <a:schemeClr val="bg2"/>
                </a:solidFill>
              </a:defRPr>
            </a:lvl4pPr>
            <a:lvl5pPr>
              <a:defRPr sz="4000">
                <a:solidFill>
                  <a:schemeClr val="bg2"/>
                </a:solidFill>
              </a:defRPr>
            </a:lvl5pPr>
          </a:lstStyle>
          <a:p>
            <a:pPr lvl="0"/>
            <a:r>
              <a:rPr lang="en-US" noProof="0"/>
              <a:t>Edit Master text styles</a:t>
            </a:r>
          </a:p>
        </p:txBody>
      </p:sp>
      <p:sp>
        <p:nvSpPr>
          <p:cNvPr id="6" name="CaseCode">
            <a:extLst>
              <a:ext uri="{FF2B5EF4-FFF2-40B4-BE49-F238E27FC236}">
                <a16:creationId xmlns:a16="http://schemas.microsoft.com/office/drawing/2014/main" id="{20B14932-EB23-43AC-A539-6F4711C4067B}"/>
              </a:ext>
            </a:extLst>
          </p:cNvPr>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7" name="Copyright">
            <a:extLst>
              <a:ext uri="{FF2B5EF4-FFF2-40B4-BE49-F238E27FC236}">
                <a16:creationId xmlns:a16="http://schemas.microsoft.com/office/drawing/2014/main" id="{7E8B7BA2-762B-4C4A-A8B6-370F682AD329}"/>
              </a:ext>
            </a:extLst>
          </p:cNvPr>
          <p:cNvSpPr txBox="1"/>
          <p:nvPr userDrawn="1"/>
        </p:nvSpPr>
        <p:spPr>
          <a:xfrm>
            <a:off x="469900" y="6477000"/>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bg1"/>
                </a:solidFill>
                <a:latin typeface="+mn-lt"/>
              </a:rPr>
              <a:t>Copyright © 2019 Deloitte Development LLC. All rights reserved.</a:t>
            </a:r>
          </a:p>
        </p:txBody>
      </p:sp>
      <p:sp>
        <p:nvSpPr>
          <p:cNvPr id="8" name="TextBox 7">
            <a:extLst>
              <a:ext uri="{FF2B5EF4-FFF2-40B4-BE49-F238E27FC236}">
                <a16:creationId xmlns:a16="http://schemas.microsoft.com/office/drawing/2014/main" id="{7960EEFD-A9B6-40AE-9F1A-6AA0E241A486}"/>
              </a:ext>
            </a:extLst>
          </p:cNvPr>
          <p:cNvSpPr txBox="1"/>
          <p:nvPr userDrawn="1"/>
        </p:nvSpPr>
        <p:spPr>
          <a:xfrm>
            <a:off x="11410953" y="6477000"/>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Tree>
    <p:extLst>
      <p:ext uri="{BB962C8B-B14F-4D97-AF65-F5344CB8AC3E}">
        <p14:creationId xmlns:p14="http://schemas.microsoft.com/office/powerpoint/2010/main" val="2522486704"/>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Key statement white">
    <p:bg>
      <p:bgRef idx="1001">
        <a:schemeClr val="bg1"/>
      </p:bgRef>
    </p:bg>
    <p:spTree>
      <p:nvGrpSpPr>
        <p:cNvPr id="1" name=""/>
        <p:cNvGrpSpPr/>
        <p:nvPr/>
      </p:nvGrpSpPr>
      <p:grpSpPr>
        <a:xfrm>
          <a:off x="0" y="0"/>
          <a:ext cx="0" cy="0"/>
          <a:chOff x="0" y="0"/>
          <a:chExt cx="0" cy="0"/>
        </a:xfrm>
      </p:grpSpPr>
      <p:sp>
        <p:nvSpPr>
          <p:cNvPr id="7" name="Text Placeholder 3"/>
          <p:cNvSpPr>
            <a:spLocks noGrp="1"/>
          </p:cNvSpPr>
          <p:nvPr>
            <p:ph type="body" sz="quarter" idx="10"/>
          </p:nvPr>
        </p:nvSpPr>
        <p:spPr>
          <a:xfrm>
            <a:off x="469900" y="1590675"/>
            <a:ext cx="9029604" cy="4708525"/>
          </a:xfrm>
          <a:prstGeom prst="rect">
            <a:avLst/>
          </a:prstGeom>
        </p:spPr>
        <p:txBody>
          <a:bodyPr>
            <a:noAutofit/>
          </a:bodyPr>
          <a:lstStyle>
            <a:lvl1pPr>
              <a:spcBef>
                <a:spcPts val="4800"/>
              </a:spcBef>
              <a:defRPr sz="2800">
                <a:solidFill>
                  <a:schemeClr val="tx1"/>
                </a:solidFill>
              </a:defRPr>
            </a:lvl1pPr>
            <a:lvl2pPr marL="609585" indent="-609585">
              <a:defRPr sz="4000">
                <a:solidFill>
                  <a:schemeClr val="bg2"/>
                </a:solidFill>
              </a:defRPr>
            </a:lvl2pPr>
            <a:lvl3pPr>
              <a:defRPr sz="4000">
                <a:solidFill>
                  <a:schemeClr val="bg2"/>
                </a:solidFill>
              </a:defRPr>
            </a:lvl3pPr>
            <a:lvl4pPr>
              <a:defRPr sz="4000">
                <a:solidFill>
                  <a:schemeClr val="bg2"/>
                </a:solidFill>
              </a:defRPr>
            </a:lvl4pPr>
            <a:lvl5pPr>
              <a:defRPr sz="4000">
                <a:solidFill>
                  <a:schemeClr val="bg2"/>
                </a:solidFill>
              </a:defRPr>
            </a:lvl5pPr>
          </a:lstStyle>
          <a:p>
            <a:pPr lvl="0"/>
            <a:r>
              <a:rPr lang="en-US" noProof="0"/>
              <a:t>Edit Master text styles</a:t>
            </a:r>
          </a:p>
        </p:txBody>
      </p:sp>
    </p:spTree>
    <p:extLst>
      <p:ext uri="{BB962C8B-B14F-4D97-AF65-F5344CB8AC3E}">
        <p14:creationId xmlns:p14="http://schemas.microsoft.com/office/powerpoint/2010/main" val="25102211"/>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4" name="Content Placeholder 3"/>
          <p:cNvSpPr>
            <a:spLocks noGrp="1"/>
          </p:cNvSpPr>
          <p:nvPr>
            <p:ph sz="quarter" idx="10"/>
          </p:nvPr>
        </p:nvSpPr>
        <p:spPr>
          <a:xfrm>
            <a:off x="469900" y="1665291"/>
            <a:ext cx="9348787" cy="4633910"/>
          </a:xfrm>
          <a:prstGeom prst="rect">
            <a:avLst/>
          </a:prstGeom>
        </p:spPr>
        <p:txBody>
          <a:bodyPr/>
          <a:lstStyle>
            <a:lvl1pPr>
              <a:tabLst>
                <a:tab pos="8972326" algn="r"/>
              </a:tabLst>
              <a:defRPr/>
            </a:lvl1pPr>
            <a:lvl2pPr>
              <a:tabLst>
                <a:tab pos="8972326" algn="r"/>
              </a:tabLst>
              <a:defRPr/>
            </a:lvl2pPr>
            <a:lvl3pPr>
              <a:tabLst>
                <a:tab pos="8972326" algn="r"/>
              </a:tabLst>
              <a:defRPr/>
            </a:lvl3pPr>
            <a:lvl4pPr>
              <a:tabLst>
                <a:tab pos="8972326" algn="r"/>
              </a:tabLst>
              <a:defRPr/>
            </a:lvl4pPr>
            <a:lvl5pPr>
              <a:tabLst>
                <a:tab pos="6705432" algn="r"/>
              </a:tabLst>
              <a:defRPr baseline="0"/>
            </a:lvl5pPr>
            <a:lvl6pPr>
              <a:tabLst>
                <a:tab pos="8972326" algn="r"/>
              </a:tabLst>
              <a:defRPr/>
            </a:lvl6pPr>
            <a:lvl7pPr>
              <a:tabLst>
                <a:tab pos="8972326" algn="r"/>
              </a:tabLst>
              <a:defRPr/>
            </a:lvl7pPr>
            <a:lvl8pPr>
              <a:tabLst>
                <a:tab pos="8972326" algn="r"/>
              </a:tabLst>
              <a:defRPr/>
            </a:lvl8pPr>
            <a:lvl9pPr>
              <a:tabLst>
                <a:tab pos="8972326" algn="r"/>
              </a:tabLst>
              <a:defRPr/>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6"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23651087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s with image">
    <p:spTree>
      <p:nvGrpSpPr>
        <p:cNvPr id="1" name=""/>
        <p:cNvGrpSpPr/>
        <p:nvPr/>
      </p:nvGrpSpPr>
      <p:grpSpPr>
        <a:xfrm>
          <a:off x="0" y="0"/>
          <a:ext cx="0" cy="0"/>
          <a:chOff x="0" y="0"/>
          <a:chExt cx="0" cy="0"/>
        </a:xfrm>
      </p:grpSpPr>
      <p:sp>
        <p:nvSpPr>
          <p:cNvPr id="5" name="Picture Placeholder 9"/>
          <p:cNvSpPr>
            <a:spLocks noGrp="1"/>
          </p:cNvSpPr>
          <p:nvPr>
            <p:ph type="pic" sz="quarter" idx="15"/>
          </p:nvPr>
        </p:nvSpPr>
        <p:spPr>
          <a:xfrm>
            <a:off x="5604867" y="1700213"/>
            <a:ext cx="6117233" cy="4598988"/>
          </a:xfrm>
        </p:spPr>
        <p:txBody>
          <a:bodyPr/>
          <a:lstStyle/>
          <a:p>
            <a:r>
              <a:rPr lang="en-US" noProof="0"/>
              <a:t>Click icon to add picture</a:t>
            </a:r>
          </a:p>
        </p:txBody>
      </p:sp>
      <p:sp>
        <p:nvSpPr>
          <p:cNvPr id="6" name="Content Placeholder 3"/>
          <p:cNvSpPr>
            <a:spLocks noGrp="1"/>
          </p:cNvSpPr>
          <p:nvPr>
            <p:ph sz="quarter" idx="10"/>
          </p:nvPr>
        </p:nvSpPr>
        <p:spPr>
          <a:xfrm>
            <a:off x="469900" y="1665290"/>
            <a:ext cx="4333663" cy="4633911"/>
          </a:xfrm>
          <a:prstGeom prst="rect">
            <a:avLst/>
          </a:prstGeom>
        </p:spPr>
        <p:txBody>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9"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463979046"/>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mp; 1 column text">
    <p:spTree>
      <p:nvGrpSpPr>
        <p:cNvPr id="1" name=""/>
        <p:cNvGrpSpPr/>
        <p:nvPr/>
      </p:nvGrpSpPr>
      <p:grpSpPr>
        <a:xfrm>
          <a:off x="0" y="0"/>
          <a:ext cx="0" cy="0"/>
          <a:chOff x="0" y="0"/>
          <a:chExt cx="0" cy="0"/>
        </a:xfrm>
      </p:grpSpPr>
      <p:sp>
        <p:nvSpPr>
          <p:cNvPr id="14" name="Text Placeholder 18"/>
          <p:cNvSpPr>
            <a:spLocks noGrp="1"/>
          </p:cNvSpPr>
          <p:nvPr>
            <p:ph idx="1"/>
          </p:nvPr>
        </p:nvSpPr>
        <p:spPr>
          <a:xfrm>
            <a:off x="469900" y="1665290"/>
            <a:ext cx="11252200" cy="4633911"/>
          </a:xfrm>
          <a:prstGeom prst="rect">
            <a:avLst/>
          </a:prstGeom>
        </p:spPr>
        <p:txBody>
          <a:bodyPr vert="horz" lIns="0" tIns="0" rIns="0" bIns="0" rtlCol="0">
            <a:no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3881091110"/>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subtitle &amp; 1 column text">
    <p:spTree>
      <p:nvGrpSpPr>
        <p:cNvPr id="1" name=""/>
        <p:cNvGrpSpPr/>
        <p:nvPr/>
      </p:nvGrpSpPr>
      <p:grpSpPr>
        <a:xfrm>
          <a:off x="0" y="0"/>
          <a:ext cx="0" cy="0"/>
          <a:chOff x="0" y="0"/>
          <a:chExt cx="0" cy="0"/>
        </a:xfrm>
      </p:grpSpPr>
      <p:sp>
        <p:nvSpPr>
          <p:cNvPr id="9"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4"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
        <p:nvSpPr>
          <p:cNvPr id="8" name="Text Placeholder 18"/>
          <p:cNvSpPr>
            <a:spLocks noGrp="1"/>
          </p:cNvSpPr>
          <p:nvPr>
            <p:ph idx="1"/>
          </p:nvPr>
        </p:nvSpPr>
        <p:spPr>
          <a:xfrm>
            <a:off x="469900" y="1665818"/>
            <a:ext cx="11252200" cy="4633383"/>
          </a:xfrm>
          <a:prstGeom prst="rect">
            <a:avLst/>
          </a:prstGeom>
        </p:spPr>
        <p:txBody>
          <a:bodyPr vert="horz" lIns="0" tIns="0" rIns="0" bIns="0" rtlCol="0">
            <a:noAutofit/>
          </a:bodyPr>
          <a:lstStyle>
            <a:lvl1pPr marL="0" indent="0" algn="l">
              <a:buFontTx/>
              <a:buNone/>
              <a:defRPr/>
            </a:lvl1pPr>
            <a:lvl2pPr marL="127000" indent="-127000" algn="l">
              <a:buClrTx/>
              <a:buSzPct val="100000"/>
              <a:buFont typeface="Arial" panose="020B0604020202020204" pitchFamily="34" charset="0"/>
              <a:buChar char="•"/>
              <a:defRPr/>
            </a:lvl2pPr>
            <a:lvl3pPr marL="279400" indent="-127000" algn="l">
              <a:buClrTx/>
              <a:buSzPct val="100000"/>
              <a:buFont typeface="Arial" panose="020B0604020202020204" pitchFamily="34" charset="0"/>
              <a:buChar char="−"/>
              <a:defRPr/>
            </a:lvl3pPr>
            <a:lvl4pPr marL="431800" indent="-127000" algn="l">
              <a:buClrTx/>
              <a:buSzPct val="100000"/>
              <a:buFont typeface="Arial" panose="020B0604020202020204" pitchFamily="34" charset="0"/>
              <a:buChar char="◦"/>
              <a:defRPr/>
            </a:lvl4pPr>
            <a:lvl5pPr marL="584200" indent="-127000" algn="l">
              <a:buClrTx/>
              <a:buSzPct val="100000"/>
              <a:buFont typeface="Arial" panose="020B0604020202020204" pitchFamily="34" charset="0"/>
              <a:buChar cha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272647120"/>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ubtitle &amp; 1 column - large">
    <p:spTree>
      <p:nvGrpSpPr>
        <p:cNvPr id="1" name=""/>
        <p:cNvGrpSpPr/>
        <p:nvPr/>
      </p:nvGrpSpPr>
      <p:grpSpPr>
        <a:xfrm>
          <a:off x="0" y="0"/>
          <a:ext cx="0" cy="0"/>
          <a:chOff x="0" y="0"/>
          <a:chExt cx="0" cy="0"/>
        </a:xfrm>
      </p:grpSpPr>
      <p:sp>
        <p:nvSpPr>
          <p:cNvPr id="8" name="Text Placeholder 18"/>
          <p:cNvSpPr>
            <a:spLocks noGrp="1"/>
          </p:cNvSpPr>
          <p:nvPr>
            <p:ph idx="1"/>
          </p:nvPr>
        </p:nvSpPr>
        <p:spPr>
          <a:xfrm>
            <a:off x="469900" y="1676402"/>
            <a:ext cx="11252200" cy="4622799"/>
          </a:xfrm>
          <a:prstGeom prst="rect">
            <a:avLst/>
          </a:prstGeom>
        </p:spPr>
        <p:txBody>
          <a:bodyPr vert="horz" lIns="0" tIns="0" rIns="0" bIns="0" rtlCol="0">
            <a:noAutofit/>
          </a:bodyPr>
          <a:lstStyle>
            <a:lvl1pPr>
              <a:defRPr sz="1600"/>
            </a:lvl1pPr>
            <a:lvl2pPr>
              <a:defRPr sz="1600"/>
            </a:lvl2pPr>
            <a:lvl3pPr>
              <a:defRPr sz="1600"/>
            </a:lvl3pPr>
            <a:lvl4pPr>
              <a:defRPr sz="1600"/>
            </a:lvl4pPr>
            <a:lvl5pPr>
              <a:defRPr sz="1600"/>
            </a:lvl5pPr>
            <a:lvl6pPr>
              <a:defRPr sz="2133"/>
            </a:lvl6pPr>
            <a:lvl7pPr>
              <a:defRPr sz="2133"/>
            </a:lvl7pPr>
            <a:lvl8pPr>
              <a:defRPr sz="2133"/>
            </a:lvl8pPr>
            <a:lvl9pPr>
              <a:defRPr sz="2133"/>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6"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412778938"/>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ubtitle &amp; chart">
    <p:spTree>
      <p:nvGrpSpPr>
        <p:cNvPr id="1" name=""/>
        <p:cNvGrpSpPr/>
        <p:nvPr/>
      </p:nvGrpSpPr>
      <p:grpSpPr>
        <a:xfrm>
          <a:off x="0" y="0"/>
          <a:ext cx="0" cy="0"/>
          <a:chOff x="0" y="0"/>
          <a:chExt cx="0" cy="0"/>
        </a:xfrm>
      </p:grpSpPr>
      <p:sp>
        <p:nvSpPr>
          <p:cNvPr id="17" name="Chart Placeholder 3"/>
          <p:cNvSpPr>
            <a:spLocks noGrp="1"/>
          </p:cNvSpPr>
          <p:nvPr>
            <p:ph type="chart" sz="quarter" idx="15"/>
          </p:nvPr>
        </p:nvSpPr>
        <p:spPr>
          <a:xfrm>
            <a:off x="468000" y="2054581"/>
            <a:ext cx="11252200" cy="3928209"/>
          </a:xfrm>
          <a:prstGeom prst="rect">
            <a:avLst/>
          </a:prstGeom>
        </p:spPr>
        <p:txBody>
          <a:bodyPr/>
          <a:lstStyle/>
          <a:p>
            <a:r>
              <a:rPr lang="en-US" noProof="0"/>
              <a:t>Click icon to add chart</a:t>
            </a:r>
          </a:p>
        </p:txBody>
      </p:sp>
      <p:sp>
        <p:nvSpPr>
          <p:cNvPr id="18" name="Text Placeholder 8"/>
          <p:cNvSpPr>
            <a:spLocks noGrp="1"/>
          </p:cNvSpPr>
          <p:nvPr>
            <p:ph type="body" sz="quarter" idx="18"/>
          </p:nvPr>
        </p:nvSpPr>
        <p:spPr>
          <a:xfrm>
            <a:off x="468000" y="1659816"/>
            <a:ext cx="11252200" cy="357187"/>
          </a:xfrm>
        </p:spPr>
        <p:txBody>
          <a:bodyPr/>
          <a:lstStyle/>
          <a:p>
            <a:pPr lvl="0"/>
            <a:r>
              <a:rPr lang="en-US" noProof="0"/>
              <a:t>Edit Master text styles</a:t>
            </a:r>
          </a:p>
        </p:txBody>
      </p:sp>
      <p:sp>
        <p:nvSpPr>
          <p:cNvPr id="7"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8"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18297029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chart">
    <p:spTree>
      <p:nvGrpSpPr>
        <p:cNvPr id="1" name=""/>
        <p:cNvGrpSpPr/>
        <p:nvPr/>
      </p:nvGrpSpPr>
      <p:grpSpPr>
        <a:xfrm>
          <a:off x="0" y="0"/>
          <a:ext cx="0" cy="0"/>
          <a:chOff x="0" y="0"/>
          <a:chExt cx="0" cy="0"/>
        </a:xfrm>
      </p:grpSpPr>
      <p:sp>
        <p:nvSpPr>
          <p:cNvPr id="17" name="Chart Placeholder 3"/>
          <p:cNvSpPr>
            <a:spLocks noGrp="1"/>
          </p:cNvSpPr>
          <p:nvPr>
            <p:ph type="chart" sz="quarter" idx="15"/>
          </p:nvPr>
        </p:nvSpPr>
        <p:spPr>
          <a:xfrm>
            <a:off x="468000" y="2051999"/>
            <a:ext cx="3600000" cy="3930791"/>
          </a:xfrm>
          <a:prstGeom prst="rect">
            <a:avLst/>
          </a:prstGeom>
        </p:spPr>
        <p:txBody>
          <a:bodyPr/>
          <a:lstStyle/>
          <a:p>
            <a:r>
              <a:rPr lang="en-US" noProof="0"/>
              <a:t>Click icon to add chart</a:t>
            </a:r>
          </a:p>
        </p:txBody>
      </p:sp>
      <p:sp>
        <p:nvSpPr>
          <p:cNvPr id="18" name="Text Placeholder 8"/>
          <p:cNvSpPr>
            <a:spLocks noGrp="1"/>
          </p:cNvSpPr>
          <p:nvPr>
            <p:ph type="body" sz="quarter" idx="18"/>
          </p:nvPr>
        </p:nvSpPr>
        <p:spPr>
          <a:xfrm>
            <a:off x="468000" y="1665289"/>
            <a:ext cx="3600000" cy="392112"/>
          </a:xfrm>
        </p:spPr>
        <p:txBody>
          <a:bodyPr/>
          <a:lstStyle/>
          <a:p>
            <a:pPr lvl="0"/>
            <a:r>
              <a:rPr lang="en-US" noProof="0"/>
              <a:t>Edit Master text styles</a:t>
            </a:r>
          </a:p>
        </p:txBody>
      </p:sp>
      <p:sp>
        <p:nvSpPr>
          <p:cNvPr id="7" name="Chart Placeholder 3"/>
          <p:cNvSpPr>
            <a:spLocks noGrp="1"/>
          </p:cNvSpPr>
          <p:nvPr>
            <p:ph type="chart" sz="quarter" idx="19"/>
          </p:nvPr>
        </p:nvSpPr>
        <p:spPr>
          <a:xfrm>
            <a:off x="4296000" y="2051998"/>
            <a:ext cx="3600000" cy="3930791"/>
          </a:xfrm>
          <a:prstGeom prst="rect">
            <a:avLst/>
          </a:prstGeom>
        </p:spPr>
        <p:txBody>
          <a:bodyPr/>
          <a:lstStyle/>
          <a:p>
            <a:r>
              <a:rPr lang="en-US" noProof="0"/>
              <a:t>Click icon to add chart</a:t>
            </a:r>
          </a:p>
        </p:txBody>
      </p:sp>
      <p:sp>
        <p:nvSpPr>
          <p:cNvPr id="8" name="Text Placeholder 8"/>
          <p:cNvSpPr>
            <a:spLocks noGrp="1"/>
          </p:cNvSpPr>
          <p:nvPr>
            <p:ph type="body" sz="quarter" idx="20"/>
          </p:nvPr>
        </p:nvSpPr>
        <p:spPr>
          <a:xfrm>
            <a:off x="4296003" y="1665288"/>
            <a:ext cx="3600000" cy="392112"/>
          </a:xfrm>
        </p:spPr>
        <p:txBody>
          <a:bodyPr/>
          <a:lstStyle/>
          <a:p>
            <a:pPr lvl="0"/>
            <a:r>
              <a:rPr lang="en-US" noProof="0"/>
              <a:t>Edit Master text styles</a:t>
            </a:r>
          </a:p>
        </p:txBody>
      </p:sp>
      <p:sp>
        <p:nvSpPr>
          <p:cNvPr id="9" name="Chart Placeholder 3"/>
          <p:cNvSpPr>
            <a:spLocks noGrp="1"/>
          </p:cNvSpPr>
          <p:nvPr>
            <p:ph type="chart" sz="quarter" idx="21"/>
          </p:nvPr>
        </p:nvSpPr>
        <p:spPr>
          <a:xfrm>
            <a:off x="8086960" y="2051999"/>
            <a:ext cx="3600000" cy="3930791"/>
          </a:xfrm>
          <a:prstGeom prst="rect">
            <a:avLst/>
          </a:prstGeom>
        </p:spPr>
        <p:txBody>
          <a:bodyPr/>
          <a:lstStyle/>
          <a:p>
            <a:r>
              <a:rPr lang="en-US" noProof="0"/>
              <a:t>Click icon to add chart</a:t>
            </a:r>
          </a:p>
        </p:txBody>
      </p:sp>
      <p:sp>
        <p:nvSpPr>
          <p:cNvPr id="10" name="Text Placeholder 8"/>
          <p:cNvSpPr>
            <a:spLocks noGrp="1"/>
          </p:cNvSpPr>
          <p:nvPr>
            <p:ph type="body" sz="quarter" idx="22"/>
          </p:nvPr>
        </p:nvSpPr>
        <p:spPr>
          <a:xfrm>
            <a:off x="8086959" y="1659145"/>
            <a:ext cx="3600000" cy="398256"/>
          </a:xfrm>
        </p:spPr>
        <p:txBody>
          <a:bodyPr/>
          <a:lstStyle/>
          <a:p>
            <a:pPr lvl="0"/>
            <a:r>
              <a:rPr lang="en-US" noProof="0"/>
              <a:t>Edit Master text styles</a:t>
            </a:r>
          </a:p>
        </p:txBody>
      </p:sp>
      <p:sp>
        <p:nvSpPr>
          <p:cNvPr id="13"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4" name="Title Placeholder 1"/>
          <p:cNvSpPr>
            <a:spLocks noGrp="1"/>
          </p:cNvSpPr>
          <p:nvPr>
            <p:ph type="title"/>
          </p:nvPr>
        </p:nvSpPr>
        <p:spPr>
          <a:xfrm>
            <a:off x="469900" y="402586"/>
            <a:ext cx="11252200" cy="334101"/>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2215081642"/>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 columns of text">
    <p:spTree>
      <p:nvGrpSpPr>
        <p:cNvPr id="1" name=""/>
        <p:cNvGrpSpPr/>
        <p:nvPr/>
      </p:nvGrpSpPr>
      <p:grpSpPr>
        <a:xfrm>
          <a:off x="0" y="0"/>
          <a:ext cx="0" cy="0"/>
          <a:chOff x="0" y="0"/>
          <a:chExt cx="0" cy="0"/>
        </a:xfrm>
      </p:grpSpPr>
      <p:sp>
        <p:nvSpPr>
          <p:cNvPr id="13" name="Content Placeholder 3"/>
          <p:cNvSpPr>
            <a:spLocks noGrp="1"/>
          </p:cNvSpPr>
          <p:nvPr>
            <p:ph sz="quarter" idx="10"/>
          </p:nvPr>
        </p:nvSpPr>
        <p:spPr>
          <a:xfrm>
            <a:off x="468000" y="1665288"/>
            <a:ext cx="5328000" cy="4622507"/>
          </a:xfrm>
          <a:prstGeom prst="rect">
            <a:avLst/>
          </a:prstGeom>
        </p:spPr>
        <p:txBody>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Content Placeholder 3"/>
          <p:cNvSpPr>
            <a:spLocks noGrp="1"/>
          </p:cNvSpPr>
          <p:nvPr>
            <p:ph sz="quarter" idx="20"/>
          </p:nvPr>
        </p:nvSpPr>
        <p:spPr>
          <a:xfrm>
            <a:off x="6394100" y="1656000"/>
            <a:ext cx="5328000" cy="4631795"/>
          </a:xfrm>
          <a:prstGeom prst="rect">
            <a:avLst/>
          </a:prstGeom>
        </p:spPr>
        <p:txBody>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7"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1842891208"/>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 column content">
    <p:spTree>
      <p:nvGrpSpPr>
        <p:cNvPr id="1" name=""/>
        <p:cNvGrpSpPr/>
        <p:nvPr/>
      </p:nvGrpSpPr>
      <p:grpSpPr>
        <a:xfrm>
          <a:off x="0" y="0"/>
          <a:ext cx="0" cy="0"/>
          <a:chOff x="0" y="0"/>
          <a:chExt cx="0" cy="0"/>
        </a:xfrm>
      </p:grpSpPr>
      <p:sp>
        <p:nvSpPr>
          <p:cNvPr id="6" name="Content Placeholder 3"/>
          <p:cNvSpPr>
            <a:spLocks noGrp="1"/>
          </p:cNvSpPr>
          <p:nvPr>
            <p:ph sz="quarter" idx="10"/>
          </p:nvPr>
        </p:nvSpPr>
        <p:spPr>
          <a:xfrm>
            <a:off x="469900" y="1665289"/>
            <a:ext cx="4431857" cy="4633913"/>
          </a:xfrm>
          <a:prstGeom prst="rect">
            <a:avLst/>
          </a:prstGeom>
        </p:spPr>
        <p:txBody>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Content Placeholder 3"/>
          <p:cNvSpPr>
            <a:spLocks noGrp="1"/>
          </p:cNvSpPr>
          <p:nvPr>
            <p:ph sz="quarter" idx="16"/>
          </p:nvPr>
        </p:nvSpPr>
        <p:spPr>
          <a:xfrm>
            <a:off x="5482100" y="1700213"/>
            <a:ext cx="6240000" cy="4598989"/>
          </a:xfrm>
          <a:prstGeom prst="rect">
            <a:avLst/>
          </a:prstGeom>
        </p:spPr>
        <p:txBody>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1"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1890274777"/>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columns - large">
    <p:spTree>
      <p:nvGrpSpPr>
        <p:cNvPr id="1" name=""/>
        <p:cNvGrpSpPr/>
        <p:nvPr/>
      </p:nvGrpSpPr>
      <p:grpSpPr>
        <a:xfrm>
          <a:off x="0" y="0"/>
          <a:ext cx="0" cy="0"/>
          <a:chOff x="0" y="0"/>
          <a:chExt cx="0" cy="0"/>
        </a:xfrm>
      </p:grpSpPr>
      <p:sp>
        <p:nvSpPr>
          <p:cNvPr id="11" name="Content Placeholder 3"/>
          <p:cNvSpPr>
            <a:spLocks noGrp="1"/>
          </p:cNvSpPr>
          <p:nvPr>
            <p:ph sz="quarter" idx="10"/>
          </p:nvPr>
        </p:nvSpPr>
        <p:spPr>
          <a:xfrm>
            <a:off x="469900" y="1665288"/>
            <a:ext cx="5328000" cy="4633912"/>
          </a:xfrm>
          <a:prstGeom prst="rect">
            <a:avLst/>
          </a:prstGeom>
        </p:spPr>
        <p:txBody>
          <a:bodyPr>
            <a:noAutofit/>
          </a:bodyPr>
          <a:lstStyle>
            <a:lvl1pPr>
              <a:tabLst>
                <a:tab pos="6705432" algn="r"/>
              </a:tabLst>
              <a:defRPr sz="1600"/>
            </a:lvl1pPr>
            <a:lvl2pPr>
              <a:tabLst>
                <a:tab pos="6705432" algn="r"/>
              </a:tabLst>
              <a:defRPr sz="1600"/>
            </a:lvl2pPr>
            <a:lvl3pPr>
              <a:tabLst>
                <a:tab pos="6705432" algn="r"/>
              </a:tabLst>
              <a:defRPr sz="1600"/>
            </a:lvl3pPr>
            <a:lvl4pPr>
              <a:tabLst>
                <a:tab pos="6705432" algn="r"/>
              </a:tabLst>
              <a:defRPr sz="1600"/>
            </a:lvl4pPr>
            <a:lvl5pPr>
              <a:tabLst>
                <a:tab pos="6705432" algn="r"/>
              </a:tabLst>
              <a:defRPr sz="1000" baseline="0"/>
            </a:lvl5pPr>
            <a:lvl6pPr>
              <a:defRPr sz="2133"/>
            </a:lvl6pPr>
            <a:lvl7pPr>
              <a:defRPr sz="2133"/>
            </a:lvl7pPr>
            <a:lvl8pPr>
              <a:defRPr sz="2133"/>
            </a:lvl8pPr>
            <a:lvl9pPr>
              <a:defRPr sz="2133"/>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Placeholder 3"/>
          <p:cNvSpPr>
            <a:spLocks noGrp="1"/>
          </p:cNvSpPr>
          <p:nvPr>
            <p:ph sz="quarter" idx="20"/>
          </p:nvPr>
        </p:nvSpPr>
        <p:spPr>
          <a:xfrm>
            <a:off x="6394100" y="1665288"/>
            <a:ext cx="5328000" cy="4633912"/>
          </a:xfrm>
          <a:prstGeom prst="rect">
            <a:avLst/>
          </a:prstGeom>
        </p:spPr>
        <p:txBody>
          <a:bodyPr>
            <a:noAutofit/>
          </a:bodyPr>
          <a:lstStyle>
            <a:lvl1pPr>
              <a:tabLst>
                <a:tab pos="6705432" algn="r"/>
              </a:tabLst>
              <a:defRPr sz="1600"/>
            </a:lvl1pPr>
            <a:lvl2pPr>
              <a:tabLst>
                <a:tab pos="6705432" algn="r"/>
              </a:tabLst>
              <a:defRPr sz="1600"/>
            </a:lvl2pPr>
            <a:lvl3pPr>
              <a:tabLst>
                <a:tab pos="6705432" algn="r"/>
              </a:tabLst>
              <a:defRPr sz="1600"/>
            </a:lvl3pPr>
            <a:lvl4pPr>
              <a:tabLst>
                <a:tab pos="6705432" algn="r"/>
              </a:tabLst>
              <a:defRPr sz="1600"/>
            </a:lvl4pPr>
            <a:lvl5pPr>
              <a:tabLst>
                <a:tab pos="6705432" algn="r"/>
              </a:tabLst>
              <a:defRPr sz="1000" baseline="0"/>
            </a:lvl5pPr>
            <a:lvl6pPr>
              <a:defRPr sz="2133"/>
            </a:lvl6pPr>
            <a:lvl7pPr>
              <a:defRPr sz="2133"/>
            </a:lvl7pPr>
            <a:lvl8pPr>
              <a:defRPr sz="2133"/>
            </a:lvl8pPr>
            <a:lvl9pPr>
              <a:defRPr sz="2133"/>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9"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1031036312"/>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10" name="Content Placeholder 3"/>
          <p:cNvSpPr>
            <a:spLocks noGrp="1"/>
          </p:cNvSpPr>
          <p:nvPr>
            <p:ph sz="quarter" idx="10"/>
          </p:nvPr>
        </p:nvSpPr>
        <p:spPr>
          <a:xfrm>
            <a:off x="469900" y="1665288"/>
            <a:ext cx="5480400" cy="4317502"/>
          </a:xfrm>
          <a:prstGeom prst="rect">
            <a:avLst/>
          </a:prstGeom>
        </p:spPr>
        <p:txBody>
          <a:bodyPr>
            <a:noAutofit/>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Chart Placeholder 2"/>
          <p:cNvSpPr>
            <a:spLocks noGrp="1"/>
          </p:cNvSpPr>
          <p:nvPr>
            <p:ph type="chart" sz="quarter" idx="21"/>
          </p:nvPr>
        </p:nvSpPr>
        <p:spPr>
          <a:xfrm>
            <a:off x="6239584" y="2125013"/>
            <a:ext cx="5482516" cy="3857777"/>
          </a:xfrm>
        </p:spPr>
        <p:txBody>
          <a:bodyPr>
            <a:noAutofit/>
          </a:bodyPr>
          <a:lstStyle/>
          <a:p>
            <a:r>
              <a:rPr lang="en-US" noProof="0"/>
              <a:t>Click icon to add chart</a:t>
            </a:r>
          </a:p>
        </p:txBody>
      </p:sp>
      <p:sp>
        <p:nvSpPr>
          <p:cNvPr id="6" name="Text Placeholder 5"/>
          <p:cNvSpPr>
            <a:spLocks noGrp="1"/>
          </p:cNvSpPr>
          <p:nvPr>
            <p:ph type="body" sz="quarter" idx="22"/>
          </p:nvPr>
        </p:nvSpPr>
        <p:spPr>
          <a:xfrm>
            <a:off x="6239584" y="1655763"/>
            <a:ext cx="5482516" cy="420687"/>
          </a:xfrm>
        </p:spPr>
        <p:txBody>
          <a:bodyPr>
            <a:noAutofit/>
          </a:bodyPr>
          <a:lstStyle/>
          <a:p>
            <a:pPr lvl="0"/>
            <a:r>
              <a:rPr lang="en-US" noProof="0"/>
              <a:t>Edit Master text styles</a:t>
            </a:r>
          </a:p>
        </p:txBody>
      </p:sp>
      <p:sp>
        <p:nvSpPr>
          <p:cNvPr id="12"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4"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217946623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 chart">
    <p:spTree>
      <p:nvGrpSpPr>
        <p:cNvPr id="1" name=""/>
        <p:cNvGrpSpPr/>
        <p:nvPr/>
      </p:nvGrpSpPr>
      <p:grpSpPr>
        <a:xfrm>
          <a:off x="0" y="0"/>
          <a:ext cx="0" cy="0"/>
          <a:chOff x="0" y="0"/>
          <a:chExt cx="0" cy="0"/>
        </a:xfrm>
      </p:grpSpPr>
      <p:sp>
        <p:nvSpPr>
          <p:cNvPr id="3" name="Chart Placeholder 2"/>
          <p:cNvSpPr>
            <a:spLocks noGrp="1"/>
          </p:cNvSpPr>
          <p:nvPr>
            <p:ph type="chart" sz="quarter" idx="21"/>
          </p:nvPr>
        </p:nvSpPr>
        <p:spPr>
          <a:xfrm>
            <a:off x="6239584" y="2125013"/>
            <a:ext cx="5482516" cy="3857777"/>
          </a:xfrm>
        </p:spPr>
        <p:txBody>
          <a:bodyPr>
            <a:noAutofit/>
          </a:bodyPr>
          <a:lstStyle/>
          <a:p>
            <a:r>
              <a:rPr lang="en-US" noProof="0"/>
              <a:t>Click icon to add chart</a:t>
            </a:r>
          </a:p>
        </p:txBody>
      </p:sp>
      <p:sp>
        <p:nvSpPr>
          <p:cNvPr id="6" name="Text Placeholder 5"/>
          <p:cNvSpPr>
            <a:spLocks noGrp="1"/>
          </p:cNvSpPr>
          <p:nvPr>
            <p:ph type="body" sz="quarter" idx="22"/>
          </p:nvPr>
        </p:nvSpPr>
        <p:spPr>
          <a:xfrm>
            <a:off x="6239585" y="1654028"/>
            <a:ext cx="5482516" cy="420687"/>
          </a:xfrm>
        </p:spPr>
        <p:txBody>
          <a:bodyPr>
            <a:noAutofit/>
          </a:bodyPr>
          <a:lstStyle/>
          <a:p>
            <a:pPr lvl="0"/>
            <a:r>
              <a:rPr lang="en-US" noProof="0"/>
              <a:t>Edit Master text styles</a:t>
            </a:r>
          </a:p>
        </p:txBody>
      </p:sp>
      <p:sp>
        <p:nvSpPr>
          <p:cNvPr id="9" name="Chart Placeholder 2"/>
          <p:cNvSpPr>
            <a:spLocks noGrp="1"/>
          </p:cNvSpPr>
          <p:nvPr>
            <p:ph type="chart" sz="quarter" idx="24"/>
          </p:nvPr>
        </p:nvSpPr>
        <p:spPr>
          <a:xfrm>
            <a:off x="469900" y="2125013"/>
            <a:ext cx="5482517" cy="3857777"/>
          </a:xfrm>
        </p:spPr>
        <p:txBody>
          <a:bodyPr>
            <a:noAutofit/>
          </a:bodyPr>
          <a:lstStyle/>
          <a:p>
            <a:r>
              <a:rPr lang="en-US" noProof="0"/>
              <a:t>Click icon to add chart</a:t>
            </a:r>
          </a:p>
        </p:txBody>
      </p:sp>
      <p:sp>
        <p:nvSpPr>
          <p:cNvPr id="12" name="Text Placeholder 5"/>
          <p:cNvSpPr>
            <a:spLocks noGrp="1"/>
          </p:cNvSpPr>
          <p:nvPr>
            <p:ph type="body" sz="quarter" idx="25"/>
          </p:nvPr>
        </p:nvSpPr>
        <p:spPr>
          <a:xfrm>
            <a:off x="469898" y="1665288"/>
            <a:ext cx="5482517" cy="409427"/>
          </a:xfrm>
        </p:spPr>
        <p:txBody>
          <a:bodyPr>
            <a:noAutofit/>
          </a:bodyPr>
          <a:lstStyle/>
          <a:p>
            <a:pPr lvl="0"/>
            <a:r>
              <a:rPr lang="en-US" noProof="0"/>
              <a:t>Edit Master text styles</a:t>
            </a:r>
          </a:p>
        </p:txBody>
      </p:sp>
      <p:sp>
        <p:nvSpPr>
          <p:cNvPr id="16"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7"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12002856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 content with quote ">
    <p:spTree>
      <p:nvGrpSpPr>
        <p:cNvPr id="1" name=""/>
        <p:cNvGrpSpPr/>
        <p:nvPr/>
      </p:nvGrpSpPr>
      <p:grpSpPr>
        <a:xfrm>
          <a:off x="0" y="0"/>
          <a:ext cx="0" cy="0"/>
          <a:chOff x="0" y="0"/>
          <a:chExt cx="0" cy="0"/>
        </a:xfrm>
      </p:grpSpPr>
      <p:sp>
        <p:nvSpPr>
          <p:cNvPr id="6" name="Content Placeholder 3"/>
          <p:cNvSpPr>
            <a:spLocks noGrp="1"/>
          </p:cNvSpPr>
          <p:nvPr>
            <p:ph sz="quarter" idx="10"/>
          </p:nvPr>
        </p:nvSpPr>
        <p:spPr>
          <a:xfrm>
            <a:off x="7455116" y="1626099"/>
            <a:ext cx="4266983" cy="4673101"/>
          </a:xfrm>
          <a:prstGeom prst="rect">
            <a:avLst/>
          </a:prstGeom>
        </p:spPr>
        <p:txBody>
          <a:bodyPr>
            <a:noAutofit/>
          </a:bodyPr>
          <a:lstStyle>
            <a:lvl1pPr>
              <a:tabLst>
                <a:tab pos="6705432" algn="r"/>
              </a:tabLst>
              <a:defRPr sz="2400">
                <a:solidFill>
                  <a:schemeClr val="accent3"/>
                </a:solidFill>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p:txBody>
      </p:sp>
      <p:sp>
        <p:nvSpPr>
          <p:cNvPr id="8" name="Content Placeholder 3"/>
          <p:cNvSpPr>
            <a:spLocks noGrp="1"/>
          </p:cNvSpPr>
          <p:nvPr>
            <p:ph sz="quarter" idx="16"/>
          </p:nvPr>
        </p:nvSpPr>
        <p:spPr>
          <a:xfrm>
            <a:off x="469900" y="1665288"/>
            <a:ext cx="6660866" cy="4633913"/>
          </a:xfrm>
          <a:prstGeom prst="rect">
            <a:avLst/>
          </a:prstGeom>
        </p:spPr>
        <p:txBody>
          <a:bodyPr>
            <a:noAutofit/>
          </a:bodyPr>
          <a:lstStyle>
            <a:lvl1pPr>
              <a:tabLst>
                <a:tab pos="6705432" algn="r"/>
              </a:tabLst>
              <a:defRPr/>
            </a:lvl1pPr>
            <a:lvl2pPr>
              <a:tabLst>
                <a:tab pos="6705432" algn="r"/>
              </a:tabLst>
              <a:defRPr/>
            </a:lvl2pPr>
            <a:lvl3pPr>
              <a:tabLst>
                <a:tab pos="6705432" algn="r"/>
              </a:tabLst>
              <a:defRPr/>
            </a:lvl3pPr>
            <a:lvl4pPr>
              <a:tabLst>
                <a:tab pos="6705432" algn="r"/>
              </a:tabLst>
              <a:defRPr/>
            </a:lvl4pPr>
            <a:lvl5pPr>
              <a:tabLst>
                <a:tab pos="6705432" algn="r"/>
              </a:tabLst>
              <a:defRPr baseline="0"/>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1"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98019857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am profile">
    <p:spTree>
      <p:nvGrpSpPr>
        <p:cNvPr id="1" name=""/>
        <p:cNvGrpSpPr/>
        <p:nvPr/>
      </p:nvGrpSpPr>
      <p:grpSpPr>
        <a:xfrm>
          <a:off x="0" y="0"/>
          <a:ext cx="0" cy="0"/>
          <a:chOff x="0" y="0"/>
          <a:chExt cx="0" cy="0"/>
        </a:xfrm>
      </p:grpSpPr>
      <p:sp>
        <p:nvSpPr>
          <p:cNvPr id="4" name="Picture Placeholder 6"/>
          <p:cNvSpPr>
            <a:spLocks noGrp="1"/>
          </p:cNvSpPr>
          <p:nvPr>
            <p:ph type="pic" sz="quarter" idx="13"/>
          </p:nvPr>
        </p:nvSpPr>
        <p:spPr>
          <a:xfrm>
            <a:off x="488742" y="1700213"/>
            <a:ext cx="2664000" cy="1260000"/>
          </a:xfrm>
        </p:spPr>
        <p:txBody>
          <a:bodyPr lIns="0" tIns="0" rIns="0" bIns="0">
            <a:noAutofit/>
          </a:bodyPr>
          <a:lstStyle/>
          <a:p>
            <a:r>
              <a:rPr lang="en-US" noProof="0"/>
              <a:t>Click icon to add picture</a:t>
            </a:r>
          </a:p>
        </p:txBody>
      </p:sp>
      <p:sp>
        <p:nvSpPr>
          <p:cNvPr id="5" name="Picture Placeholder 6"/>
          <p:cNvSpPr>
            <a:spLocks noGrp="1"/>
          </p:cNvSpPr>
          <p:nvPr>
            <p:ph type="pic" sz="quarter" idx="14"/>
          </p:nvPr>
        </p:nvSpPr>
        <p:spPr>
          <a:xfrm>
            <a:off x="3341040" y="1700212"/>
            <a:ext cx="2664000" cy="1260000"/>
          </a:xfrm>
        </p:spPr>
        <p:txBody>
          <a:bodyPr lIns="0" tIns="0" rIns="0" bIns="0">
            <a:noAutofit/>
          </a:bodyPr>
          <a:lstStyle/>
          <a:p>
            <a:r>
              <a:rPr lang="en-US" noProof="0"/>
              <a:t>Click icon to add picture</a:t>
            </a:r>
          </a:p>
        </p:txBody>
      </p:sp>
      <p:sp>
        <p:nvSpPr>
          <p:cNvPr id="6" name="Picture Placeholder 6"/>
          <p:cNvSpPr>
            <a:spLocks noGrp="1"/>
          </p:cNvSpPr>
          <p:nvPr>
            <p:ph type="pic" sz="quarter" idx="15"/>
          </p:nvPr>
        </p:nvSpPr>
        <p:spPr>
          <a:xfrm>
            <a:off x="6193338" y="1700212"/>
            <a:ext cx="2664000" cy="1260000"/>
          </a:xfrm>
        </p:spPr>
        <p:txBody>
          <a:bodyPr lIns="0" tIns="0" rIns="0" bIns="0">
            <a:noAutofit/>
          </a:bodyPr>
          <a:lstStyle/>
          <a:p>
            <a:r>
              <a:rPr lang="en-US" noProof="0"/>
              <a:t>Click icon to add picture</a:t>
            </a:r>
          </a:p>
        </p:txBody>
      </p:sp>
      <p:sp>
        <p:nvSpPr>
          <p:cNvPr id="7" name="Picture Placeholder 6"/>
          <p:cNvSpPr>
            <a:spLocks noGrp="1"/>
          </p:cNvSpPr>
          <p:nvPr>
            <p:ph type="pic" sz="quarter" idx="16"/>
          </p:nvPr>
        </p:nvSpPr>
        <p:spPr>
          <a:xfrm>
            <a:off x="9045636" y="1700212"/>
            <a:ext cx="2664000" cy="1260000"/>
          </a:xfrm>
        </p:spPr>
        <p:txBody>
          <a:bodyPr lIns="0" tIns="0" rIns="0" bIns="0">
            <a:noAutofit/>
          </a:bodyPr>
          <a:lstStyle/>
          <a:p>
            <a:r>
              <a:rPr lang="en-US" noProof="0"/>
              <a:t>Click icon to add picture</a:t>
            </a:r>
          </a:p>
        </p:txBody>
      </p:sp>
      <p:sp>
        <p:nvSpPr>
          <p:cNvPr id="9" name="Text Placeholder 8"/>
          <p:cNvSpPr>
            <a:spLocks noGrp="1"/>
          </p:cNvSpPr>
          <p:nvPr>
            <p:ph type="body" sz="quarter" idx="17"/>
          </p:nvPr>
        </p:nvSpPr>
        <p:spPr>
          <a:xfrm>
            <a:off x="482363" y="3076573"/>
            <a:ext cx="2640000" cy="3222628"/>
          </a:xfrm>
        </p:spPr>
        <p:txBody>
          <a:bodyPr/>
          <a:lstStyle>
            <a:lvl1pPr marL="0" indent="0">
              <a:defRPr b="1">
                <a:solidFill>
                  <a:schemeClr val="tx1"/>
                </a:solidFill>
              </a:defRPr>
            </a:lvl1pPr>
            <a:lvl2pPr marL="127000" indent="-127000" algn="l">
              <a:spcAft>
                <a:spcPts val="0"/>
              </a:spcAft>
              <a:buClrTx/>
              <a:buSzPct val="100000"/>
              <a:buFont typeface="Arial" panose="020B0604020202020204" pitchFamily="34" charset="0"/>
              <a:buChar char="•"/>
              <a:defRPr>
                <a:solidFill>
                  <a:schemeClr val="tx1"/>
                </a:solidFill>
              </a:defRPr>
            </a:lvl2pPr>
            <a:lvl3pPr marL="279400" indent="-127000" algn="l">
              <a:spcAft>
                <a:spcPts val="0"/>
              </a:spcAft>
              <a:buClrTx/>
              <a:buSzPct val="100000"/>
              <a:buFont typeface="Arial" panose="020B0604020202020204" pitchFamily="34" charset="0"/>
              <a:buChar char="−"/>
              <a:defRPr>
                <a:solidFill>
                  <a:schemeClr val="tx1"/>
                </a:solidFill>
              </a:defRPr>
            </a:lvl3pPr>
            <a:lvl4pPr marL="431800" indent="-127000" algn="l">
              <a:spcAft>
                <a:spcPts val="0"/>
              </a:spcAft>
              <a:buClrTx/>
              <a:buSzPct val="100000"/>
              <a:buFont typeface="Arial" panose="020B0604020202020204" pitchFamily="34" charset="0"/>
              <a:buChar char="◦"/>
              <a:defRPr>
                <a:solidFill>
                  <a:schemeClr val="tx1"/>
                </a:solidFill>
              </a:defRPr>
            </a:lvl4pPr>
            <a:lvl5pPr marL="584200" indent="-127000" algn="l">
              <a:spcAft>
                <a:spcPts val="0"/>
              </a:spcAft>
              <a:buClrTx/>
              <a:buSzPct val="100000"/>
              <a:buFont typeface="Arial" panose="020B0604020202020204" pitchFamily="34" charset="0"/>
              <a:buChar char="−"/>
              <a:defRPr baseline="0">
                <a:solidFill>
                  <a:schemeClr val="tx1"/>
                </a:solidFill>
              </a:defRPr>
            </a:lvl5pPr>
            <a:lvl6pPr marL="475188" indent="-235194">
              <a:spcAft>
                <a:spcPts val="0"/>
              </a:spcAft>
              <a:buFont typeface="Verdana" panose="020B0604030504040204" pitchFamily="34" charset="0"/>
              <a:buChar char="−"/>
              <a:defRPr/>
            </a:lvl6pPr>
            <a:lvl7pPr marL="475188" indent="-235194">
              <a:spcAft>
                <a:spcPts val="0"/>
              </a:spcAft>
              <a:defRPr/>
            </a:lvl7pPr>
            <a:lvl8pPr marL="475188" indent="-235194">
              <a:spcAft>
                <a:spcPts val="0"/>
              </a:spcAft>
              <a:defRPr/>
            </a:lvl8pPr>
            <a:lvl9pPr marL="475188" indent="-235194">
              <a:spcAft>
                <a:spcPts val="0"/>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8"/>
          <p:cNvSpPr>
            <a:spLocks noGrp="1"/>
          </p:cNvSpPr>
          <p:nvPr>
            <p:ph type="body" sz="quarter" idx="18"/>
          </p:nvPr>
        </p:nvSpPr>
        <p:spPr>
          <a:xfrm>
            <a:off x="6207211" y="3079742"/>
            <a:ext cx="2640000" cy="3222628"/>
          </a:xfrm>
        </p:spPr>
        <p:txBody>
          <a:bodyPr/>
          <a:lstStyle>
            <a:lvl1pPr marL="0" indent="0">
              <a:defRPr b="1">
                <a:solidFill>
                  <a:schemeClr val="tx1"/>
                </a:solidFill>
              </a:defRPr>
            </a:lvl1pPr>
            <a:lvl2pPr marL="127000" indent="-127000" algn="l">
              <a:spcAft>
                <a:spcPts val="0"/>
              </a:spcAft>
              <a:buClrTx/>
              <a:buSzPct val="100000"/>
              <a:buFont typeface="Arial" panose="020B0604020202020204" pitchFamily="34" charset="0"/>
              <a:buChar char="•"/>
              <a:defRPr>
                <a:solidFill>
                  <a:schemeClr val="tx1"/>
                </a:solidFill>
              </a:defRPr>
            </a:lvl2pPr>
            <a:lvl3pPr marL="279400" indent="-127000" algn="l">
              <a:spcAft>
                <a:spcPts val="0"/>
              </a:spcAft>
              <a:buClrTx/>
              <a:buSzPct val="100000"/>
              <a:buFont typeface="Arial" panose="020B0604020202020204" pitchFamily="34" charset="0"/>
              <a:buChar char="−"/>
              <a:defRPr>
                <a:solidFill>
                  <a:schemeClr val="tx1"/>
                </a:solidFill>
              </a:defRPr>
            </a:lvl3pPr>
            <a:lvl4pPr marL="431800" indent="-127000" algn="l">
              <a:spcAft>
                <a:spcPts val="0"/>
              </a:spcAft>
              <a:buClrTx/>
              <a:buSzPct val="100000"/>
              <a:buFont typeface="Arial" panose="020B0604020202020204" pitchFamily="34" charset="0"/>
              <a:buChar char="◦"/>
              <a:defRPr>
                <a:solidFill>
                  <a:schemeClr val="tx1"/>
                </a:solidFill>
              </a:defRPr>
            </a:lvl4pPr>
            <a:lvl5pPr marL="584200" indent="-127000" algn="l">
              <a:spcAft>
                <a:spcPts val="0"/>
              </a:spcAft>
              <a:buClrTx/>
              <a:buSzPct val="100000"/>
              <a:buFont typeface="Arial" panose="020B0604020202020204" pitchFamily="34" charset="0"/>
              <a:buChar char="−"/>
              <a:defRPr baseline="0">
                <a:solidFill>
                  <a:schemeClr val="tx1"/>
                </a:solidFill>
              </a:defRPr>
            </a:lvl5pPr>
            <a:lvl6pPr marL="475188" indent="-235194">
              <a:spcAft>
                <a:spcPts val="0"/>
              </a:spcAft>
              <a:buFont typeface="Verdana" panose="020B0604030504040204" pitchFamily="34" charset="0"/>
              <a:buChar char="−"/>
              <a:defRPr/>
            </a:lvl6pPr>
            <a:lvl7pPr marL="475188" indent="-235194">
              <a:spcAft>
                <a:spcPts val="0"/>
              </a:spcAft>
              <a:defRPr/>
            </a:lvl7pPr>
            <a:lvl8pPr marL="475188" indent="-235194">
              <a:spcAft>
                <a:spcPts val="0"/>
              </a:spcAft>
              <a:defRPr/>
            </a:lvl8pPr>
            <a:lvl9pPr marL="475188" indent="-235194">
              <a:spcAft>
                <a:spcPts val="0"/>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p:cNvSpPr>
            <a:spLocks noGrp="1"/>
          </p:cNvSpPr>
          <p:nvPr>
            <p:ph type="body" sz="quarter" idx="19"/>
          </p:nvPr>
        </p:nvSpPr>
        <p:spPr>
          <a:xfrm>
            <a:off x="3344787" y="3076573"/>
            <a:ext cx="2640000" cy="3222628"/>
          </a:xfrm>
        </p:spPr>
        <p:txBody>
          <a:bodyPr/>
          <a:lstStyle>
            <a:lvl1pPr marL="0" indent="0">
              <a:defRPr b="1">
                <a:solidFill>
                  <a:schemeClr val="tx1"/>
                </a:solidFill>
              </a:defRPr>
            </a:lvl1pPr>
            <a:lvl2pPr marL="127000" indent="-127000" algn="l">
              <a:spcAft>
                <a:spcPts val="0"/>
              </a:spcAft>
              <a:buClrTx/>
              <a:buSzPct val="100000"/>
              <a:buFont typeface="Arial" panose="020B0604020202020204" pitchFamily="34" charset="0"/>
              <a:buChar char="•"/>
              <a:defRPr>
                <a:solidFill>
                  <a:schemeClr val="tx1"/>
                </a:solidFill>
              </a:defRPr>
            </a:lvl2pPr>
            <a:lvl3pPr marL="279400" indent="-127000" algn="l">
              <a:spcAft>
                <a:spcPts val="0"/>
              </a:spcAft>
              <a:buClrTx/>
              <a:buSzPct val="100000"/>
              <a:buFont typeface="Arial" panose="020B0604020202020204" pitchFamily="34" charset="0"/>
              <a:buChar char="−"/>
              <a:defRPr>
                <a:solidFill>
                  <a:schemeClr val="tx1"/>
                </a:solidFill>
              </a:defRPr>
            </a:lvl3pPr>
            <a:lvl4pPr marL="431800" indent="-127000" algn="l">
              <a:spcAft>
                <a:spcPts val="0"/>
              </a:spcAft>
              <a:buClrTx/>
              <a:buSzPct val="100000"/>
              <a:buFont typeface="Arial" panose="020B0604020202020204" pitchFamily="34" charset="0"/>
              <a:buChar char="◦"/>
              <a:defRPr>
                <a:solidFill>
                  <a:schemeClr val="tx1"/>
                </a:solidFill>
              </a:defRPr>
            </a:lvl4pPr>
            <a:lvl5pPr marL="584200" indent="-127000" algn="l">
              <a:spcAft>
                <a:spcPts val="0"/>
              </a:spcAft>
              <a:buClrTx/>
              <a:buSzPct val="100000"/>
              <a:buFont typeface="Arial" panose="020B0604020202020204" pitchFamily="34" charset="0"/>
              <a:buChar char="−"/>
              <a:defRPr baseline="0">
                <a:solidFill>
                  <a:schemeClr val="tx1"/>
                </a:solidFill>
              </a:defRPr>
            </a:lvl5pPr>
            <a:lvl6pPr marL="475188" indent="-235194">
              <a:spcAft>
                <a:spcPts val="0"/>
              </a:spcAft>
              <a:buFont typeface="Verdana" panose="020B0604030504040204" pitchFamily="34" charset="0"/>
              <a:buChar char="−"/>
              <a:defRPr/>
            </a:lvl6pPr>
            <a:lvl7pPr marL="475188" indent="-235194">
              <a:spcAft>
                <a:spcPts val="0"/>
              </a:spcAft>
              <a:defRPr/>
            </a:lvl7pPr>
            <a:lvl8pPr marL="475188" indent="-235194">
              <a:spcAft>
                <a:spcPts val="0"/>
              </a:spcAft>
              <a:defRPr/>
            </a:lvl8pPr>
            <a:lvl9pPr marL="475188" indent="-235194">
              <a:spcAft>
                <a:spcPts val="0"/>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8"/>
          <p:cNvSpPr>
            <a:spLocks noGrp="1"/>
          </p:cNvSpPr>
          <p:nvPr>
            <p:ph type="body" sz="quarter" idx="20"/>
          </p:nvPr>
        </p:nvSpPr>
        <p:spPr>
          <a:xfrm>
            <a:off x="9069636" y="3079742"/>
            <a:ext cx="2640000" cy="3222628"/>
          </a:xfrm>
        </p:spPr>
        <p:txBody>
          <a:bodyPr/>
          <a:lstStyle>
            <a:lvl1pPr marL="0" indent="0">
              <a:defRPr b="1">
                <a:solidFill>
                  <a:schemeClr val="tx1"/>
                </a:solidFill>
              </a:defRPr>
            </a:lvl1pPr>
            <a:lvl2pPr marL="127000" indent="-127000" algn="l">
              <a:spcAft>
                <a:spcPts val="0"/>
              </a:spcAft>
              <a:buClrTx/>
              <a:buSzPct val="100000"/>
              <a:buFont typeface="Arial" panose="020B0604020202020204" pitchFamily="34" charset="0"/>
              <a:buChar char="•"/>
              <a:defRPr>
                <a:solidFill>
                  <a:schemeClr val="tx1"/>
                </a:solidFill>
              </a:defRPr>
            </a:lvl2pPr>
            <a:lvl3pPr marL="279400" indent="-127000" algn="l">
              <a:spcAft>
                <a:spcPts val="0"/>
              </a:spcAft>
              <a:buClrTx/>
              <a:buSzPct val="100000"/>
              <a:buFont typeface="Arial" panose="020B0604020202020204" pitchFamily="34" charset="0"/>
              <a:buChar char="−"/>
              <a:defRPr>
                <a:solidFill>
                  <a:schemeClr val="tx1"/>
                </a:solidFill>
              </a:defRPr>
            </a:lvl3pPr>
            <a:lvl4pPr marL="431800" indent="-127000" algn="l">
              <a:spcAft>
                <a:spcPts val="0"/>
              </a:spcAft>
              <a:buClrTx/>
              <a:buSzPct val="100000"/>
              <a:buFont typeface="Arial" panose="020B0604020202020204" pitchFamily="34" charset="0"/>
              <a:buChar char="◦"/>
              <a:defRPr>
                <a:solidFill>
                  <a:schemeClr val="tx1"/>
                </a:solidFill>
              </a:defRPr>
            </a:lvl4pPr>
            <a:lvl5pPr marL="584200" indent="-127000" algn="l">
              <a:spcAft>
                <a:spcPts val="0"/>
              </a:spcAft>
              <a:buClrTx/>
              <a:buSzPct val="100000"/>
              <a:buFont typeface="Arial" panose="020B0604020202020204" pitchFamily="34" charset="0"/>
              <a:buChar char="−"/>
              <a:defRPr baseline="0">
                <a:solidFill>
                  <a:schemeClr val="tx1"/>
                </a:solidFill>
              </a:defRPr>
            </a:lvl5pPr>
            <a:lvl6pPr marL="475188" indent="-235194">
              <a:spcAft>
                <a:spcPts val="0"/>
              </a:spcAft>
              <a:buFont typeface="Verdana" panose="020B0604030504040204" pitchFamily="34" charset="0"/>
              <a:buChar char="−"/>
              <a:defRPr/>
            </a:lvl6pPr>
            <a:lvl7pPr marL="475188" indent="-235194">
              <a:spcAft>
                <a:spcPts val="0"/>
              </a:spcAft>
              <a:defRPr/>
            </a:lvl7pPr>
            <a:lvl8pPr marL="475188" indent="-235194">
              <a:spcAft>
                <a:spcPts val="0"/>
              </a:spcAft>
              <a:defRPr/>
            </a:lvl8pPr>
            <a:lvl9pPr marL="475188" indent="-235194">
              <a:spcAft>
                <a:spcPts val="0"/>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Text Placeholder 8"/>
          <p:cNvSpPr>
            <a:spLocks noGrp="1"/>
          </p:cNvSpPr>
          <p:nvPr>
            <p:ph type="body" sz="quarter" idx="21"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5"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3930325268"/>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am profile 2">
    <p:spTree>
      <p:nvGrpSpPr>
        <p:cNvPr id="1" name=""/>
        <p:cNvGrpSpPr/>
        <p:nvPr/>
      </p:nvGrpSpPr>
      <p:grpSpPr>
        <a:xfrm>
          <a:off x="0" y="0"/>
          <a:ext cx="0" cy="0"/>
          <a:chOff x="0" y="0"/>
          <a:chExt cx="0" cy="0"/>
        </a:xfrm>
      </p:grpSpPr>
      <p:sp>
        <p:nvSpPr>
          <p:cNvPr id="4" name="Rectangle 3"/>
          <p:cNvSpPr/>
          <p:nvPr userDrawn="1"/>
        </p:nvSpPr>
        <p:spPr>
          <a:xfrm>
            <a:off x="476780" y="1703863"/>
            <a:ext cx="5536800"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5" name="Rectangle 4"/>
          <p:cNvSpPr/>
          <p:nvPr userDrawn="1"/>
        </p:nvSpPr>
        <p:spPr>
          <a:xfrm>
            <a:off x="6184900" y="1703863"/>
            <a:ext cx="5536800"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6" name="Rectangle 5"/>
          <p:cNvSpPr/>
          <p:nvPr userDrawn="1"/>
        </p:nvSpPr>
        <p:spPr>
          <a:xfrm>
            <a:off x="469900" y="4065173"/>
            <a:ext cx="5536800"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7" name="Rectangle 6"/>
          <p:cNvSpPr/>
          <p:nvPr userDrawn="1"/>
        </p:nvSpPr>
        <p:spPr>
          <a:xfrm>
            <a:off x="6184900" y="4065173"/>
            <a:ext cx="5536800"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8" name="Picture Placeholder 11"/>
          <p:cNvSpPr>
            <a:spLocks noGrp="1"/>
          </p:cNvSpPr>
          <p:nvPr>
            <p:ph type="pic" sz="quarter" idx="25"/>
          </p:nvPr>
        </p:nvSpPr>
        <p:spPr>
          <a:xfrm>
            <a:off x="476780" y="1880213"/>
            <a:ext cx="2116800" cy="1591200"/>
          </a:xfrm>
        </p:spPr>
        <p:txBody>
          <a:bodyPr/>
          <a:lstStyle>
            <a:lvl1pPr algn="ctr">
              <a:defRPr/>
            </a:lvl1pPr>
          </a:lstStyle>
          <a:p>
            <a:r>
              <a:rPr lang="en-US" noProof="0"/>
              <a:t>Click icon to add picture</a:t>
            </a:r>
          </a:p>
        </p:txBody>
      </p:sp>
      <p:sp>
        <p:nvSpPr>
          <p:cNvPr id="9" name="Picture Placeholder 11"/>
          <p:cNvSpPr>
            <a:spLocks noGrp="1"/>
          </p:cNvSpPr>
          <p:nvPr>
            <p:ph type="pic" sz="quarter" idx="27"/>
          </p:nvPr>
        </p:nvSpPr>
        <p:spPr>
          <a:xfrm>
            <a:off x="6204097" y="1880212"/>
            <a:ext cx="2116800" cy="1591200"/>
          </a:xfrm>
        </p:spPr>
        <p:txBody>
          <a:bodyPr/>
          <a:lstStyle>
            <a:lvl1pPr algn="ctr">
              <a:defRPr/>
            </a:lvl1pPr>
          </a:lstStyle>
          <a:p>
            <a:r>
              <a:rPr lang="en-US" noProof="0"/>
              <a:t>Click icon to add picture</a:t>
            </a:r>
          </a:p>
        </p:txBody>
      </p:sp>
      <p:sp>
        <p:nvSpPr>
          <p:cNvPr id="10" name="Picture Placeholder 11"/>
          <p:cNvSpPr>
            <a:spLocks noGrp="1"/>
          </p:cNvSpPr>
          <p:nvPr>
            <p:ph type="pic" sz="quarter" idx="29"/>
          </p:nvPr>
        </p:nvSpPr>
        <p:spPr>
          <a:xfrm>
            <a:off x="481779" y="4256211"/>
            <a:ext cx="2116800" cy="1591200"/>
          </a:xfrm>
        </p:spPr>
        <p:txBody>
          <a:bodyPr/>
          <a:lstStyle>
            <a:lvl1pPr algn="ctr">
              <a:defRPr/>
            </a:lvl1pPr>
          </a:lstStyle>
          <a:p>
            <a:r>
              <a:rPr lang="en-US" noProof="0"/>
              <a:t>Click icon to add picture</a:t>
            </a:r>
          </a:p>
        </p:txBody>
      </p:sp>
      <p:sp>
        <p:nvSpPr>
          <p:cNvPr id="11" name="Picture Placeholder 11"/>
          <p:cNvSpPr>
            <a:spLocks noGrp="1"/>
          </p:cNvSpPr>
          <p:nvPr>
            <p:ph type="pic" sz="quarter" idx="31"/>
          </p:nvPr>
        </p:nvSpPr>
        <p:spPr>
          <a:xfrm>
            <a:off x="6204097" y="4256211"/>
            <a:ext cx="2116800" cy="1591200"/>
          </a:xfrm>
        </p:spPr>
        <p:txBody>
          <a:bodyPr/>
          <a:lstStyle>
            <a:lvl1pPr algn="ctr">
              <a:defRPr/>
            </a:lvl1pPr>
          </a:lstStyle>
          <a:p>
            <a:r>
              <a:rPr lang="en-US" noProof="0"/>
              <a:t>Click icon to add picture</a:t>
            </a:r>
          </a:p>
        </p:txBody>
      </p:sp>
      <p:sp>
        <p:nvSpPr>
          <p:cNvPr id="13" name="Text Placeholder 12"/>
          <p:cNvSpPr>
            <a:spLocks noGrp="1"/>
          </p:cNvSpPr>
          <p:nvPr>
            <p:ph type="body" sz="quarter" idx="32"/>
          </p:nvPr>
        </p:nvSpPr>
        <p:spPr>
          <a:xfrm>
            <a:off x="2840780" y="1880213"/>
            <a:ext cx="3172800" cy="1944000"/>
          </a:xfrm>
        </p:spPr>
        <p:txBody>
          <a:bodyPr/>
          <a:lstStyle>
            <a:lvl1pPr marL="0" indent="0" algn="l">
              <a:spcAft>
                <a:spcPts val="0"/>
              </a:spcAft>
              <a:buFontTx/>
              <a:buNone/>
              <a:defRPr b="1"/>
            </a:lvl1pPr>
            <a:lvl2pPr marL="127000" indent="-127000" algn="l">
              <a:spcAft>
                <a:spcPts val="0"/>
              </a:spcAft>
              <a:buClrTx/>
              <a:buSzPct val="100000"/>
              <a:buFont typeface="Arial" panose="020B0604020202020204" pitchFamily="34" charset="0"/>
              <a:buChar char="•"/>
              <a:defRPr b="0"/>
            </a:lvl2pPr>
          </a:lstStyle>
          <a:p>
            <a:pPr lvl="0"/>
            <a:r>
              <a:rPr lang="en-US" noProof="0"/>
              <a:t>Edit Master text styles</a:t>
            </a:r>
          </a:p>
          <a:p>
            <a:pPr lvl="1"/>
            <a:r>
              <a:rPr lang="en-US" noProof="0"/>
              <a:t>Second level</a:t>
            </a:r>
          </a:p>
        </p:txBody>
      </p:sp>
      <p:sp>
        <p:nvSpPr>
          <p:cNvPr id="14" name="Text Placeholder 12"/>
          <p:cNvSpPr>
            <a:spLocks noGrp="1"/>
          </p:cNvSpPr>
          <p:nvPr>
            <p:ph type="body" sz="quarter" idx="33"/>
          </p:nvPr>
        </p:nvSpPr>
        <p:spPr>
          <a:xfrm>
            <a:off x="8550676" y="1880213"/>
            <a:ext cx="3171024" cy="1944000"/>
          </a:xfrm>
        </p:spPr>
        <p:txBody>
          <a:bodyPr/>
          <a:lstStyle>
            <a:lvl1pPr marL="0" indent="0" algn="l">
              <a:spcAft>
                <a:spcPts val="0"/>
              </a:spcAft>
              <a:buFontTx/>
              <a:buNone/>
              <a:defRPr b="1"/>
            </a:lvl1pPr>
            <a:lvl2pPr marL="127000" indent="-127000" algn="l">
              <a:spcAft>
                <a:spcPts val="0"/>
              </a:spcAft>
              <a:buClrTx/>
              <a:buSzPct val="100000"/>
              <a:buFont typeface="Arial" panose="020B0604020202020204" pitchFamily="34" charset="0"/>
              <a:buChar char="•"/>
              <a:defRPr b="0"/>
            </a:lvl2pPr>
          </a:lstStyle>
          <a:p>
            <a:pPr lvl="0"/>
            <a:r>
              <a:rPr lang="en-US" noProof="0"/>
              <a:t>Edit Master text styles</a:t>
            </a:r>
          </a:p>
          <a:p>
            <a:pPr lvl="1"/>
            <a:r>
              <a:rPr lang="en-US" noProof="0"/>
              <a:t>Second level</a:t>
            </a:r>
          </a:p>
        </p:txBody>
      </p:sp>
      <p:sp>
        <p:nvSpPr>
          <p:cNvPr id="15" name="Text Placeholder 12"/>
          <p:cNvSpPr>
            <a:spLocks noGrp="1"/>
          </p:cNvSpPr>
          <p:nvPr>
            <p:ph type="body" sz="quarter" idx="34"/>
          </p:nvPr>
        </p:nvSpPr>
        <p:spPr>
          <a:xfrm>
            <a:off x="2802551" y="4256213"/>
            <a:ext cx="3172800" cy="1944000"/>
          </a:xfrm>
        </p:spPr>
        <p:txBody>
          <a:bodyPr/>
          <a:lstStyle>
            <a:lvl1pPr marL="0" indent="0" algn="l">
              <a:spcAft>
                <a:spcPts val="0"/>
              </a:spcAft>
              <a:buFontTx/>
              <a:buNone/>
              <a:defRPr b="1"/>
            </a:lvl1pPr>
            <a:lvl2pPr marL="127000" indent="-127000" algn="l">
              <a:spcAft>
                <a:spcPts val="0"/>
              </a:spcAft>
              <a:buClrTx/>
              <a:buSzPct val="100000"/>
              <a:buFont typeface="Arial" panose="020B0604020202020204" pitchFamily="34" charset="0"/>
              <a:buChar char="•"/>
              <a:defRPr b="0"/>
            </a:lvl2pPr>
          </a:lstStyle>
          <a:p>
            <a:pPr lvl="0"/>
            <a:r>
              <a:rPr lang="en-US" noProof="0"/>
              <a:t>Edit Master text styles</a:t>
            </a:r>
          </a:p>
          <a:p>
            <a:pPr lvl="1"/>
            <a:r>
              <a:rPr lang="en-US" noProof="0"/>
              <a:t>Second level</a:t>
            </a:r>
          </a:p>
        </p:txBody>
      </p:sp>
      <p:sp>
        <p:nvSpPr>
          <p:cNvPr id="16" name="Text Placeholder 12"/>
          <p:cNvSpPr>
            <a:spLocks noGrp="1"/>
          </p:cNvSpPr>
          <p:nvPr>
            <p:ph type="body" sz="quarter" idx="35"/>
          </p:nvPr>
        </p:nvSpPr>
        <p:spPr>
          <a:xfrm>
            <a:off x="8548900" y="4256212"/>
            <a:ext cx="3172800" cy="1944000"/>
          </a:xfrm>
        </p:spPr>
        <p:txBody>
          <a:bodyPr/>
          <a:lstStyle>
            <a:lvl1pPr marL="0" indent="0" algn="l">
              <a:spcAft>
                <a:spcPts val="0"/>
              </a:spcAft>
              <a:buFontTx/>
              <a:buNone/>
              <a:defRPr b="1"/>
            </a:lvl1pPr>
            <a:lvl2pPr marL="127000" indent="-127000" algn="l">
              <a:spcAft>
                <a:spcPts val="0"/>
              </a:spcAft>
              <a:buClrTx/>
              <a:buSzPct val="100000"/>
              <a:buFont typeface="Arial" panose="020B0604020202020204" pitchFamily="34" charset="0"/>
              <a:buChar char="•"/>
              <a:defRPr b="0"/>
            </a:lvl2pPr>
          </a:lstStyle>
          <a:p>
            <a:pPr lvl="0"/>
            <a:r>
              <a:rPr lang="en-US" noProof="0"/>
              <a:t>Edit Master text styles</a:t>
            </a:r>
          </a:p>
          <a:p>
            <a:pPr lvl="1"/>
            <a:r>
              <a:rPr lang="en-US" noProof="0"/>
              <a:t>Second level</a:t>
            </a:r>
          </a:p>
        </p:txBody>
      </p:sp>
      <p:sp>
        <p:nvSpPr>
          <p:cNvPr id="18"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9"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370504324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picture and text">
    <p:spTree>
      <p:nvGrpSpPr>
        <p:cNvPr id="1" name=""/>
        <p:cNvGrpSpPr/>
        <p:nvPr/>
      </p:nvGrpSpPr>
      <p:grpSpPr>
        <a:xfrm>
          <a:off x="0" y="0"/>
          <a:ext cx="0" cy="0"/>
          <a:chOff x="0" y="0"/>
          <a:chExt cx="0" cy="0"/>
        </a:xfrm>
      </p:grpSpPr>
      <p:sp>
        <p:nvSpPr>
          <p:cNvPr id="4" name="Picture Placeholder 7"/>
          <p:cNvSpPr>
            <a:spLocks noGrp="1"/>
          </p:cNvSpPr>
          <p:nvPr>
            <p:ph type="pic" sz="quarter" idx="13"/>
          </p:nvPr>
        </p:nvSpPr>
        <p:spPr>
          <a:xfrm>
            <a:off x="478609" y="1700213"/>
            <a:ext cx="3639312" cy="2052830"/>
          </a:xfrm>
        </p:spPr>
        <p:txBody>
          <a:bodyPr/>
          <a:lstStyle/>
          <a:p>
            <a:r>
              <a:rPr lang="en-US" noProof="0"/>
              <a:t>Click icon to add picture</a:t>
            </a:r>
          </a:p>
        </p:txBody>
      </p:sp>
      <p:sp>
        <p:nvSpPr>
          <p:cNvPr id="5" name="Picture Placeholder 7"/>
          <p:cNvSpPr>
            <a:spLocks noGrp="1"/>
          </p:cNvSpPr>
          <p:nvPr>
            <p:ph type="pic" sz="quarter" idx="14"/>
          </p:nvPr>
        </p:nvSpPr>
        <p:spPr>
          <a:xfrm>
            <a:off x="8082784" y="1700213"/>
            <a:ext cx="3639316" cy="2059099"/>
          </a:xfrm>
        </p:spPr>
        <p:txBody>
          <a:bodyPr/>
          <a:lstStyle/>
          <a:p>
            <a:r>
              <a:rPr lang="en-US" noProof="0"/>
              <a:t>Click icon to add picture</a:t>
            </a:r>
          </a:p>
        </p:txBody>
      </p:sp>
      <p:sp>
        <p:nvSpPr>
          <p:cNvPr id="6" name="Picture Placeholder 7"/>
          <p:cNvSpPr>
            <a:spLocks noGrp="1"/>
          </p:cNvSpPr>
          <p:nvPr>
            <p:ph type="pic" sz="quarter" idx="15"/>
          </p:nvPr>
        </p:nvSpPr>
        <p:spPr>
          <a:xfrm>
            <a:off x="4284188" y="1700212"/>
            <a:ext cx="3636962" cy="2057767"/>
          </a:xfrm>
        </p:spPr>
        <p:txBody>
          <a:bodyPr/>
          <a:lstStyle/>
          <a:p>
            <a:r>
              <a:rPr lang="en-US" noProof="0"/>
              <a:t>Click icon to add picture</a:t>
            </a:r>
          </a:p>
        </p:txBody>
      </p:sp>
      <p:sp>
        <p:nvSpPr>
          <p:cNvPr id="9" name="Text Placeholder 18"/>
          <p:cNvSpPr>
            <a:spLocks noGrp="1"/>
          </p:cNvSpPr>
          <p:nvPr>
            <p:ph idx="1" hasCustomPrompt="1"/>
          </p:nvPr>
        </p:nvSpPr>
        <p:spPr>
          <a:xfrm>
            <a:off x="478609" y="3832225"/>
            <a:ext cx="3639312" cy="2181440"/>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18"/>
          <p:cNvSpPr>
            <a:spLocks noGrp="1"/>
          </p:cNvSpPr>
          <p:nvPr>
            <p:ph idx="16" hasCustomPrompt="1"/>
          </p:nvPr>
        </p:nvSpPr>
        <p:spPr>
          <a:xfrm>
            <a:off x="4278313" y="3832224"/>
            <a:ext cx="3636962" cy="2186686"/>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 name="Text Placeholder 18"/>
          <p:cNvSpPr>
            <a:spLocks noGrp="1"/>
          </p:cNvSpPr>
          <p:nvPr>
            <p:ph idx="17" hasCustomPrompt="1"/>
          </p:nvPr>
        </p:nvSpPr>
        <p:spPr>
          <a:xfrm>
            <a:off x="8082784" y="3832224"/>
            <a:ext cx="3639316" cy="2188101"/>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p:cNvSpPr>
            <a:spLocks noGrp="1"/>
          </p:cNvSpPr>
          <p:nvPr>
            <p:ph type="body" sz="quarter" idx="18"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2"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3395560946"/>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4"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5"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428195933"/>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Qualifications 2 x 1">
    <p:spTree>
      <p:nvGrpSpPr>
        <p:cNvPr id="1" name=""/>
        <p:cNvGrpSpPr/>
        <p:nvPr/>
      </p:nvGrpSpPr>
      <p:grpSpPr>
        <a:xfrm>
          <a:off x="0" y="0"/>
          <a:ext cx="0" cy="0"/>
          <a:chOff x="0" y="0"/>
          <a:chExt cx="0" cy="0"/>
        </a:xfrm>
      </p:grpSpPr>
      <p:sp>
        <p:nvSpPr>
          <p:cNvPr id="10"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1" name="Title Placeholder 1"/>
          <p:cNvSpPr>
            <a:spLocks noGrp="1"/>
          </p:cNvSpPr>
          <p:nvPr>
            <p:ph type="title"/>
          </p:nvPr>
        </p:nvSpPr>
        <p:spPr>
          <a:xfrm>
            <a:off x="469900" y="402586"/>
            <a:ext cx="11252200" cy="334101"/>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
        <p:nvSpPr>
          <p:cNvPr id="14" name="Text Placeholder 8"/>
          <p:cNvSpPr>
            <a:spLocks noGrp="1"/>
          </p:cNvSpPr>
          <p:nvPr>
            <p:ph type="body" sz="quarter" idx="17"/>
          </p:nvPr>
        </p:nvSpPr>
        <p:spPr>
          <a:xfrm>
            <a:off x="469899" y="1857892"/>
            <a:ext cx="5544000" cy="1695451"/>
          </a:xfrm>
        </p:spPr>
        <p:txBody>
          <a:bodyPr/>
          <a:lstStyle>
            <a:lvl1pPr marL="0" indent="0" algn="l">
              <a:spcAft>
                <a:spcPts val="1333"/>
              </a:spcAft>
              <a:buFontTx/>
              <a:buNone/>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8"/>
          <p:cNvSpPr>
            <a:spLocks noGrp="1"/>
          </p:cNvSpPr>
          <p:nvPr>
            <p:ph type="body" sz="quarter" idx="21"/>
          </p:nvPr>
        </p:nvSpPr>
        <p:spPr>
          <a:xfrm>
            <a:off x="6177462" y="1857892"/>
            <a:ext cx="5544000" cy="1695451"/>
          </a:xfrm>
        </p:spPr>
        <p:txBody>
          <a:bodyPr/>
          <a:lstStyle>
            <a:lvl1pPr marL="0" indent="0" algn="l">
              <a:spcAft>
                <a:spcPts val="1333"/>
              </a:spcAft>
              <a:buFontTx/>
              <a:buNone/>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7" name="Rectangle 16"/>
          <p:cNvSpPr/>
          <p:nvPr userDrawn="1"/>
        </p:nvSpPr>
        <p:spPr>
          <a:xfrm>
            <a:off x="469899" y="1705379"/>
            <a:ext cx="55440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1333"/>
              </a:spcAft>
            </a:pPr>
            <a:endParaRPr lang="en-US" sz="1467" noProof="0">
              <a:solidFill>
                <a:schemeClr val="bg1"/>
              </a:solidFill>
            </a:endParaRPr>
          </a:p>
        </p:txBody>
      </p:sp>
      <p:sp>
        <p:nvSpPr>
          <p:cNvPr id="18" name="Rectangle 17"/>
          <p:cNvSpPr/>
          <p:nvPr userDrawn="1"/>
        </p:nvSpPr>
        <p:spPr>
          <a:xfrm>
            <a:off x="6167796" y="1705379"/>
            <a:ext cx="55440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spcAft>
                <a:spcPts val="1333"/>
              </a:spcAft>
            </a:pPr>
            <a:endParaRPr lang="en-US" sz="1467" noProof="0">
              <a:solidFill>
                <a:schemeClr val="bg1"/>
              </a:solidFill>
            </a:endParaRPr>
          </a:p>
        </p:txBody>
      </p:sp>
      <p:sp>
        <p:nvSpPr>
          <p:cNvPr id="19" name="Picture Placeholder 29"/>
          <p:cNvSpPr>
            <a:spLocks noGrp="1"/>
          </p:cNvSpPr>
          <p:nvPr>
            <p:ph type="pic" sz="quarter" idx="20" hasCustomPrompt="1"/>
          </p:nvPr>
        </p:nvSpPr>
        <p:spPr>
          <a:xfrm>
            <a:off x="10467635" y="1857892"/>
            <a:ext cx="1244161" cy="549275"/>
          </a:xfrm>
        </p:spPr>
        <p:txBody>
          <a:bodyPr/>
          <a:lstStyle>
            <a:lvl1pPr marL="0" marR="0" indent="0" algn="l" defTabSz="1219170" rtl="0" eaLnBrk="1" fontAlgn="auto" latinLnBrk="0" hangingPunct="1">
              <a:lnSpc>
                <a:spcPct val="100000"/>
              </a:lnSpc>
              <a:spcBef>
                <a:spcPts val="0"/>
              </a:spcBef>
              <a:spcAft>
                <a:spcPts val="1333"/>
              </a:spcAft>
              <a:buClrTx/>
              <a:buSzTx/>
              <a:buFont typeface="Arial" panose="020B0604020202020204" pitchFamily="34" charset="0"/>
              <a:buNone/>
              <a:tabLst/>
              <a:defRPr sz="1200"/>
            </a:lvl1pPr>
          </a:lstStyle>
          <a:p>
            <a:pPr>
              <a:spcBef>
                <a:spcPct val="0"/>
              </a:spcBef>
            </a:pPr>
            <a:r>
              <a:rPr lang="en-US" sz="1600" noProof="0">
                <a:solidFill>
                  <a:schemeClr val="bg1"/>
                </a:solidFill>
              </a:rPr>
              <a:t>Co-brand</a:t>
            </a:r>
            <a:br>
              <a:rPr lang="en-US" sz="1600" noProof="0">
                <a:solidFill>
                  <a:schemeClr val="bg1"/>
                </a:solidFill>
              </a:rPr>
            </a:br>
            <a:r>
              <a:rPr lang="en-US" sz="1600" noProof="0">
                <a:solidFill>
                  <a:schemeClr val="bg1"/>
                </a:solidFill>
              </a:rPr>
              <a:t>Logo</a:t>
            </a:r>
          </a:p>
          <a:p>
            <a:endParaRPr lang="en-US" noProof="0"/>
          </a:p>
        </p:txBody>
      </p:sp>
      <p:sp>
        <p:nvSpPr>
          <p:cNvPr id="20" name="Picture Placeholder 29"/>
          <p:cNvSpPr>
            <a:spLocks noGrp="1"/>
          </p:cNvSpPr>
          <p:nvPr>
            <p:ph type="pic" sz="quarter" idx="19" hasCustomPrompt="1"/>
          </p:nvPr>
        </p:nvSpPr>
        <p:spPr>
          <a:xfrm>
            <a:off x="4734795" y="1863917"/>
            <a:ext cx="1244906" cy="549275"/>
          </a:xfrm>
        </p:spPr>
        <p:txBody>
          <a:bodyPr/>
          <a:lstStyle>
            <a:lvl1pPr marL="0" marR="0" indent="0" algn="l" defTabSz="1219170" rtl="0" eaLnBrk="1" fontAlgn="auto" latinLnBrk="0" hangingPunct="1">
              <a:lnSpc>
                <a:spcPct val="100000"/>
              </a:lnSpc>
              <a:spcBef>
                <a:spcPts val="0"/>
              </a:spcBef>
              <a:spcAft>
                <a:spcPts val="1333"/>
              </a:spcAft>
              <a:buClrTx/>
              <a:buSzTx/>
              <a:buFont typeface="Arial" panose="020B0604020202020204" pitchFamily="34" charset="0"/>
              <a:buNone/>
              <a:tabLst/>
              <a:defRPr sz="1200"/>
            </a:lvl1pPr>
          </a:lstStyle>
          <a:p>
            <a:pPr>
              <a:spcBef>
                <a:spcPct val="0"/>
              </a:spcBef>
            </a:pPr>
            <a:r>
              <a:rPr lang="en-US" sz="1600" noProof="0">
                <a:solidFill>
                  <a:schemeClr val="bg1"/>
                </a:solidFill>
              </a:rPr>
              <a:t>Co-brand</a:t>
            </a:r>
            <a:br>
              <a:rPr lang="en-US" sz="1600" noProof="0">
                <a:solidFill>
                  <a:schemeClr val="bg1"/>
                </a:solidFill>
              </a:rPr>
            </a:br>
            <a:r>
              <a:rPr lang="en-US" sz="1600" noProof="0">
                <a:solidFill>
                  <a:schemeClr val="bg1"/>
                </a:solidFill>
              </a:rPr>
              <a:t>Logo</a:t>
            </a:r>
          </a:p>
          <a:p>
            <a:endParaRPr lang="en-US" noProof="0"/>
          </a:p>
        </p:txBody>
      </p:sp>
    </p:spTree>
    <p:extLst>
      <p:ext uri="{BB962C8B-B14F-4D97-AF65-F5344CB8AC3E}">
        <p14:creationId xmlns:p14="http://schemas.microsoft.com/office/powerpoint/2010/main" val="4239408974"/>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Qualifications 2 x 2">
    <p:spTree>
      <p:nvGrpSpPr>
        <p:cNvPr id="1" name=""/>
        <p:cNvGrpSpPr/>
        <p:nvPr/>
      </p:nvGrpSpPr>
      <p:grpSpPr>
        <a:xfrm>
          <a:off x="0" y="0"/>
          <a:ext cx="0" cy="0"/>
          <a:chOff x="0" y="0"/>
          <a:chExt cx="0" cy="0"/>
        </a:xfrm>
      </p:grpSpPr>
      <p:sp>
        <p:nvSpPr>
          <p:cNvPr id="8" name="Text Placeholder 8"/>
          <p:cNvSpPr>
            <a:spLocks noGrp="1"/>
          </p:cNvSpPr>
          <p:nvPr>
            <p:ph type="body" sz="quarter" idx="17"/>
          </p:nvPr>
        </p:nvSpPr>
        <p:spPr>
          <a:xfrm>
            <a:off x="469899" y="1857892"/>
            <a:ext cx="5544000" cy="1695451"/>
          </a:xfrm>
        </p:spPr>
        <p:txBody>
          <a:bodyPr>
            <a:noAutofit/>
          </a:bodyPr>
          <a:lstStyle>
            <a:lvl1pPr marL="0" indent="0">
              <a:spcAft>
                <a:spcPts val="1333"/>
              </a:spcAft>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Text Placeholder 8"/>
          <p:cNvSpPr>
            <a:spLocks noGrp="1"/>
          </p:cNvSpPr>
          <p:nvPr>
            <p:ph type="body" sz="quarter" idx="21"/>
          </p:nvPr>
        </p:nvSpPr>
        <p:spPr>
          <a:xfrm>
            <a:off x="6177462" y="1857892"/>
            <a:ext cx="5544000" cy="1695451"/>
          </a:xfrm>
        </p:spPr>
        <p:txBody>
          <a:bodyPr>
            <a:noAutofit/>
          </a:bodyPr>
          <a:lstStyle>
            <a:lvl1pPr marL="0" indent="0">
              <a:spcAft>
                <a:spcPts val="1333"/>
              </a:spcAft>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Rectangle 3"/>
          <p:cNvSpPr/>
          <p:nvPr userDrawn="1"/>
        </p:nvSpPr>
        <p:spPr>
          <a:xfrm>
            <a:off x="469899" y="1705379"/>
            <a:ext cx="55440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algn="ctr">
              <a:spcAft>
                <a:spcPts val="1333"/>
              </a:spcAft>
            </a:pPr>
            <a:endParaRPr lang="en-US" sz="1467" noProof="0">
              <a:solidFill>
                <a:schemeClr val="bg1"/>
              </a:solidFill>
            </a:endParaRPr>
          </a:p>
        </p:txBody>
      </p:sp>
      <p:sp>
        <p:nvSpPr>
          <p:cNvPr id="5" name="Rectangle 4"/>
          <p:cNvSpPr/>
          <p:nvPr userDrawn="1"/>
        </p:nvSpPr>
        <p:spPr>
          <a:xfrm>
            <a:off x="6167796" y="1705379"/>
            <a:ext cx="5544000" cy="530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algn="ctr">
              <a:spcAft>
                <a:spcPts val="1333"/>
              </a:spcAft>
            </a:pPr>
            <a:endParaRPr lang="en-US" sz="1467" noProof="0">
              <a:solidFill>
                <a:schemeClr val="bg1"/>
              </a:solidFill>
            </a:endParaRPr>
          </a:p>
        </p:txBody>
      </p:sp>
      <p:sp>
        <p:nvSpPr>
          <p:cNvPr id="7" name="Picture Placeholder 29"/>
          <p:cNvSpPr>
            <a:spLocks noGrp="1"/>
          </p:cNvSpPr>
          <p:nvPr>
            <p:ph type="pic" sz="quarter" idx="20" hasCustomPrompt="1"/>
          </p:nvPr>
        </p:nvSpPr>
        <p:spPr>
          <a:xfrm>
            <a:off x="10467635" y="1857892"/>
            <a:ext cx="1244161" cy="549275"/>
          </a:xfrm>
        </p:spPr>
        <p:txBody>
          <a:bodyPr>
            <a:noAutofit/>
          </a:bodyPr>
          <a:lstStyle>
            <a:lvl1pPr marL="0" marR="0" indent="0" algn="l" defTabSz="1219170" rtl="0" eaLnBrk="1" fontAlgn="auto" latinLnBrk="0" hangingPunct="1">
              <a:lnSpc>
                <a:spcPct val="100000"/>
              </a:lnSpc>
              <a:spcBef>
                <a:spcPts val="0"/>
              </a:spcBef>
              <a:spcAft>
                <a:spcPts val="1333"/>
              </a:spcAft>
              <a:buClrTx/>
              <a:buSzTx/>
              <a:buFont typeface="Arial" panose="020B0604020202020204" pitchFamily="34" charset="0"/>
              <a:buNone/>
              <a:tabLst/>
              <a:defRPr sz="1200"/>
            </a:lvl1pPr>
          </a:lstStyle>
          <a:p>
            <a:pPr>
              <a:spcBef>
                <a:spcPct val="0"/>
              </a:spcBef>
            </a:pPr>
            <a:r>
              <a:rPr lang="en-US" sz="1600" noProof="0">
                <a:solidFill>
                  <a:schemeClr val="bg1"/>
                </a:solidFill>
              </a:rPr>
              <a:t>Co-brand</a:t>
            </a:r>
            <a:br>
              <a:rPr lang="en-US" sz="1600" noProof="0">
                <a:solidFill>
                  <a:schemeClr val="bg1"/>
                </a:solidFill>
              </a:rPr>
            </a:br>
            <a:r>
              <a:rPr lang="en-US" sz="1600" noProof="0">
                <a:solidFill>
                  <a:schemeClr val="bg1"/>
                </a:solidFill>
              </a:rPr>
              <a:t>Logo</a:t>
            </a:r>
          </a:p>
          <a:p>
            <a:endParaRPr lang="en-US" noProof="0"/>
          </a:p>
        </p:txBody>
      </p:sp>
      <p:sp>
        <p:nvSpPr>
          <p:cNvPr id="10" name="Text Placeholder 8"/>
          <p:cNvSpPr>
            <a:spLocks noGrp="1"/>
          </p:cNvSpPr>
          <p:nvPr>
            <p:ph type="body" sz="quarter" idx="22"/>
          </p:nvPr>
        </p:nvSpPr>
        <p:spPr>
          <a:xfrm>
            <a:off x="469899" y="4249681"/>
            <a:ext cx="5544000" cy="1695451"/>
          </a:xfrm>
        </p:spPr>
        <p:txBody>
          <a:bodyPr>
            <a:noAutofit/>
          </a:bodyPr>
          <a:lstStyle>
            <a:lvl1pPr marL="0" indent="0">
              <a:spcAft>
                <a:spcPts val="1333"/>
              </a:spcAft>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p:cNvSpPr>
            <a:spLocks noGrp="1"/>
          </p:cNvSpPr>
          <p:nvPr>
            <p:ph type="body" sz="quarter" idx="23"/>
          </p:nvPr>
        </p:nvSpPr>
        <p:spPr>
          <a:xfrm>
            <a:off x="6177460" y="4249681"/>
            <a:ext cx="5544000" cy="1695451"/>
          </a:xfrm>
        </p:spPr>
        <p:txBody>
          <a:bodyPr>
            <a:noAutofit/>
          </a:bodyPr>
          <a:lstStyle>
            <a:lvl1pPr marL="0" indent="0">
              <a:spcAft>
                <a:spcPts val="1333"/>
              </a:spcAft>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Rectangle 11"/>
          <p:cNvSpPr/>
          <p:nvPr userDrawn="1"/>
        </p:nvSpPr>
        <p:spPr>
          <a:xfrm>
            <a:off x="469899" y="4103519"/>
            <a:ext cx="5544000"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algn="ctr">
              <a:spcAft>
                <a:spcPts val="1333"/>
              </a:spcAft>
            </a:pPr>
            <a:endParaRPr lang="en-US" sz="1467" noProof="0">
              <a:solidFill>
                <a:schemeClr val="bg1"/>
              </a:solidFill>
            </a:endParaRPr>
          </a:p>
        </p:txBody>
      </p:sp>
      <p:sp>
        <p:nvSpPr>
          <p:cNvPr id="13" name="Rectangle 12"/>
          <p:cNvSpPr/>
          <p:nvPr userDrawn="1"/>
        </p:nvSpPr>
        <p:spPr>
          <a:xfrm>
            <a:off x="6167796" y="4103519"/>
            <a:ext cx="5544000"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oAutofit/>
          </a:bodyPr>
          <a:lstStyle/>
          <a:p>
            <a:pPr algn="ctr">
              <a:spcAft>
                <a:spcPts val="1333"/>
              </a:spcAft>
            </a:pPr>
            <a:endParaRPr lang="en-US" sz="1467" noProof="0">
              <a:solidFill>
                <a:schemeClr val="bg1"/>
              </a:solidFill>
            </a:endParaRPr>
          </a:p>
        </p:txBody>
      </p:sp>
      <p:sp>
        <p:nvSpPr>
          <p:cNvPr id="14" name="Picture Placeholder 29"/>
          <p:cNvSpPr>
            <a:spLocks noGrp="1"/>
          </p:cNvSpPr>
          <p:nvPr>
            <p:ph type="pic" sz="quarter" idx="24" hasCustomPrompt="1"/>
          </p:nvPr>
        </p:nvSpPr>
        <p:spPr>
          <a:xfrm>
            <a:off x="4700436" y="4249683"/>
            <a:ext cx="1274916" cy="549275"/>
          </a:xfrm>
        </p:spPr>
        <p:txBody>
          <a:bodyPr>
            <a:noAutofit/>
          </a:bodyPr>
          <a:lstStyle>
            <a:lvl1pPr marL="0" marR="0" indent="0" algn="l" defTabSz="1219170" rtl="0" eaLnBrk="1" fontAlgn="auto" latinLnBrk="0" hangingPunct="1">
              <a:lnSpc>
                <a:spcPct val="100000"/>
              </a:lnSpc>
              <a:spcBef>
                <a:spcPts val="0"/>
              </a:spcBef>
              <a:spcAft>
                <a:spcPts val="1333"/>
              </a:spcAft>
              <a:buClrTx/>
              <a:buSzTx/>
              <a:buFont typeface="Arial" panose="020B0604020202020204" pitchFamily="34" charset="0"/>
              <a:buNone/>
              <a:tabLst/>
              <a:defRPr sz="1200"/>
            </a:lvl1pPr>
          </a:lstStyle>
          <a:p>
            <a:pPr>
              <a:spcBef>
                <a:spcPct val="0"/>
              </a:spcBef>
            </a:pPr>
            <a:r>
              <a:rPr lang="en-US" sz="1600" noProof="0">
                <a:solidFill>
                  <a:schemeClr val="bg1"/>
                </a:solidFill>
              </a:rPr>
              <a:t>Co-brand</a:t>
            </a:r>
            <a:br>
              <a:rPr lang="en-US" sz="1600" noProof="0">
                <a:solidFill>
                  <a:schemeClr val="bg1"/>
                </a:solidFill>
              </a:rPr>
            </a:br>
            <a:r>
              <a:rPr lang="en-US" sz="1600" noProof="0">
                <a:solidFill>
                  <a:schemeClr val="bg1"/>
                </a:solidFill>
              </a:rPr>
              <a:t>Logo</a:t>
            </a:r>
          </a:p>
          <a:p>
            <a:endParaRPr lang="en-US" noProof="0"/>
          </a:p>
        </p:txBody>
      </p:sp>
      <p:sp>
        <p:nvSpPr>
          <p:cNvPr id="15" name="Picture Placeholder 29"/>
          <p:cNvSpPr>
            <a:spLocks noGrp="1"/>
          </p:cNvSpPr>
          <p:nvPr>
            <p:ph type="pic" sz="quarter" idx="25" hasCustomPrompt="1"/>
          </p:nvPr>
        </p:nvSpPr>
        <p:spPr>
          <a:xfrm>
            <a:off x="10459036" y="4248209"/>
            <a:ext cx="1244160" cy="549275"/>
          </a:xfrm>
        </p:spPr>
        <p:txBody>
          <a:bodyPr>
            <a:noAutofit/>
          </a:bodyPr>
          <a:lstStyle>
            <a:lvl1pPr marL="0" marR="0" indent="0" algn="l" defTabSz="1219170" rtl="0" eaLnBrk="1" fontAlgn="auto" latinLnBrk="0" hangingPunct="1">
              <a:lnSpc>
                <a:spcPct val="100000"/>
              </a:lnSpc>
              <a:spcBef>
                <a:spcPts val="0"/>
              </a:spcBef>
              <a:spcAft>
                <a:spcPts val="1333"/>
              </a:spcAft>
              <a:buClrTx/>
              <a:buSzTx/>
              <a:buFont typeface="Arial" panose="020B0604020202020204" pitchFamily="34" charset="0"/>
              <a:buNone/>
              <a:tabLst/>
              <a:defRPr sz="1200"/>
            </a:lvl1pPr>
          </a:lstStyle>
          <a:p>
            <a:pPr>
              <a:spcBef>
                <a:spcPct val="0"/>
              </a:spcBef>
            </a:pPr>
            <a:r>
              <a:rPr lang="en-US" sz="1600" noProof="0">
                <a:solidFill>
                  <a:schemeClr val="bg1"/>
                </a:solidFill>
              </a:rPr>
              <a:t>Co-brand</a:t>
            </a:r>
            <a:br>
              <a:rPr lang="en-US" sz="1600" noProof="0">
                <a:solidFill>
                  <a:schemeClr val="bg1"/>
                </a:solidFill>
              </a:rPr>
            </a:br>
            <a:r>
              <a:rPr lang="en-US" sz="1600" noProof="0">
                <a:solidFill>
                  <a:schemeClr val="bg1"/>
                </a:solidFill>
              </a:rPr>
              <a:t>Logo</a:t>
            </a:r>
          </a:p>
          <a:p>
            <a:endParaRPr lang="en-US" noProof="0"/>
          </a:p>
        </p:txBody>
      </p:sp>
      <p:sp>
        <p:nvSpPr>
          <p:cNvPr id="17" name="Picture Placeholder 29"/>
          <p:cNvSpPr>
            <a:spLocks noGrp="1"/>
          </p:cNvSpPr>
          <p:nvPr>
            <p:ph type="pic" sz="quarter" idx="19" hasCustomPrompt="1"/>
          </p:nvPr>
        </p:nvSpPr>
        <p:spPr>
          <a:xfrm>
            <a:off x="4734795" y="1863917"/>
            <a:ext cx="1244906" cy="549275"/>
          </a:xfrm>
        </p:spPr>
        <p:txBody>
          <a:bodyPr>
            <a:noAutofit/>
          </a:bodyPr>
          <a:lstStyle>
            <a:lvl1pPr marL="0" marR="0" indent="0" algn="l" defTabSz="1219170" rtl="0" eaLnBrk="1" fontAlgn="auto" latinLnBrk="0" hangingPunct="1">
              <a:lnSpc>
                <a:spcPct val="100000"/>
              </a:lnSpc>
              <a:spcBef>
                <a:spcPts val="0"/>
              </a:spcBef>
              <a:spcAft>
                <a:spcPts val="1333"/>
              </a:spcAft>
              <a:buClrTx/>
              <a:buSzTx/>
              <a:buFont typeface="Arial" panose="020B0604020202020204" pitchFamily="34" charset="0"/>
              <a:buNone/>
              <a:tabLst/>
              <a:defRPr sz="1200"/>
            </a:lvl1pPr>
          </a:lstStyle>
          <a:p>
            <a:pPr>
              <a:spcBef>
                <a:spcPct val="0"/>
              </a:spcBef>
            </a:pPr>
            <a:r>
              <a:rPr lang="en-US" sz="1600" noProof="0">
                <a:solidFill>
                  <a:schemeClr val="bg1"/>
                </a:solidFill>
              </a:rPr>
              <a:t>Co-brand</a:t>
            </a:r>
            <a:br>
              <a:rPr lang="en-US" sz="1600" noProof="0">
                <a:solidFill>
                  <a:schemeClr val="bg1"/>
                </a:solidFill>
              </a:rPr>
            </a:br>
            <a:r>
              <a:rPr lang="en-US" sz="1600" noProof="0">
                <a:solidFill>
                  <a:schemeClr val="bg1"/>
                </a:solidFill>
              </a:rPr>
              <a:t>Logo</a:t>
            </a:r>
          </a:p>
          <a:p>
            <a:endParaRPr lang="en-US" noProof="0"/>
          </a:p>
        </p:txBody>
      </p:sp>
      <p:sp>
        <p:nvSpPr>
          <p:cNvPr id="18"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9"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389756138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 column green line">
    <p:spTree>
      <p:nvGrpSpPr>
        <p:cNvPr id="1" name=""/>
        <p:cNvGrpSpPr/>
        <p:nvPr/>
      </p:nvGrpSpPr>
      <p:grpSpPr>
        <a:xfrm>
          <a:off x="0" y="0"/>
          <a:ext cx="0" cy="0"/>
          <a:chOff x="0" y="0"/>
          <a:chExt cx="0" cy="0"/>
        </a:xfrm>
      </p:grpSpPr>
      <p:sp>
        <p:nvSpPr>
          <p:cNvPr id="4" name="Rectangle 3"/>
          <p:cNvSpPr/>
          <p:nvPr userDrawn="1"/>
        </p:nvSpPr>
        <p:spPr>
          <a:xfrm>
            <a:off x="4278313" y="1705968"/>
            <a:ext cx="3636962"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5" name="Rectangle 4"/>
          <p:cNvSpPr/>
          <p:nvPr userDrawn="1"/>
        </p:nvSpPr>
        <p:spPr>
          <a:xfrm>
            <a:off x="469900" y="1705968"/>
            <a:ext cx="3627438"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6" name="Rectangle 5"/>
          <p:cNvSpPr/>
          <p:nvPr userDrawn="1"/>
        </p:nvSpPr>
        <p:spPr>
          <a:xfrm>
            <a:off x="8104176" y="1705968"/>
            <a:ext cx="3629025" cy="5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467" noProof="0">
              <a:solidFill>
                <a:schemeClr val="bg1"/>
              </a:solidFill>
            </a:endParaRPr>
          </a:p>
        </p:txBody>
      </p:sp>
      <p:sp>
        <p:nvSpPr>
          <p:cNvPr id="7" name="Text Placeholder 8"/>
          <p:cNvSpPr>
            <a:spLocks noGrp="1"/>
          </p:cNvSpPr>
          <p:nvPr>
            <p:ph type="body" sz="quarter" idx="17"/>
          </p:nvPr>
        </p:nvSpPr>
        <p:spPr>
          <a:xfrm>
            <a:off x="4278313" y="1851441"/>
            <a:ext cx="3630168" cy="3845755"/>
          </a:xfrm>
        </p:spPr>
        <p:txBody>
          <a:bodyPr/>
          <a:lstStyle>
            <a:lvl1pPr marL="0" indent="0" algn="l">
              <a:buFontTx/>
              <a:buNone/>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Text Placeholder 8"/>
          <p:cNvSpPr>
            <a:spLocks noGrp="1"/>
          </p:cNvSpPr>
          <p:nvPr>
            <p:ph type="body" sz="quarter" idx="18"/>
          </p:nvPr>
        </p:nvSpPr>
        <p:spPr>
          <a:xfrm>
            <a:off x="469900" y="1851441"/>
            <a:ext cx="3627438" cy="3845755"/>
          </a:xfrm>
        </p:spPr>
        <p:txBody>
          <a:bodyPr/>
          <a:lstStyle>
            <a:lvl1pPr marL="0" indent="0" algn="l">
              <a:buFontTx/>
              <a:buNone/>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Text Placeholder 8"/>
          <p:cNvSpPr>
            <a:spLocks noGrp="1"/>
          </p:cNvSpPr>
          <p:nvPr>
            <p:ph type="body" sz="quarter" idx="19"/>
          </p:nvPr>
        </p:nvSpPr>
        <p:spPr>
          <a:xfrm>
            <a:off x="8093075" y="1851441"/>
            <a:ext cx="3629025" cy="3845755"/>
          </a:xfrm>
        </p:spPr>
        <p:txBody>
          <a:bodyPr/>
          <a:lstStyle>
            <a:lvl1pPr marL="0" indent="0" algn="l">
              <a:buFontTx/>
              <a:buNone/>
              <a:defRPr b="1">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2"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1735867472"/>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4 column icon">
    <p:spTree>
      <p:nvGrpSpPr>
        <p:cNvPr id="1" name=""/>
        <p:cNvGrpSpPr/>
        <p:nvPr/>
      </p:nvGrpSpPr>
      <p:grpSpPr>
        <a:xfrm>
          <a:off x="0" y="0"/>
          <a:ext cx="0" cy="0"/>
          <a:chOff x="0" y="0"/>
          <a:chExt cx="0" cy="0"/>
        </a:xfrm>
      </p:grpSpPr>
      <p:sp>
        <p:nvSpPr>
          <p:cNvPr id="4" name="Text Placeholder 8"/>
          <p:cNvSpPr>
            <a:spLocks noGrp="1"/>
          </p:cNvSpPr>
          <p:nvPr>
            <p:ph type="body" sz="quarter" idx="17"/>
          </p:nvPr>
        </p:nvSpPr>
        <p:spPr>
          <a:xfrm>
            <a:off x="469900" y="2556000"/>
            <a:ext cx="2592000" cy="3394800"/>
          </a:xfrm>
        </p:spPr>
        <p:txBody>
          <a:bodyPr/>
          <a:lstStyle>
            <a:lvl1pPr marL="0" indent="0" algn="l">
              <a:buFontTx/>
              <a:buNone/>
              <a:defRPr b="0">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8"/>
          <p:cNvSpPr>
            <a:spLocks noGrp="1"/>
          </p:cNvSpPr>
          <p:nvPr>
            <p:ph type="body" sz="quarter" idx="18"/>
          </p:nvPr>
        </p:nvSpPr>
        <p:spPr>
          <a:xfrm>
            <a:off x="9130100" y="2556000"/>
            <a:ext cx="2592000" cy="3394800"/>
          </a:xfrm>
        </p:spPr>
        <p:txBody>
          <a:bodyPr/>
          <a:lstStyle>
            <a:lvl1pPr marL="0" indent="0" algn="l">
              <a:buFontTx/>
              <a:buNone/>
              <a:defRPr b="0">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8"/>
          <p:cNvSpPr>
            <a:spLocks noGrp="1"/>
          </p:cNvSpPr>
          <p:nvPr>
            <p:ph type="body" sz="quarter" idx="19"/>
          </p:nvPr>
        </p:nvSpPr>
        <p:spPr>
          <a:xfrm>
            <a:off x="3356633" y="2556000"/>
            <a:ext cx="2592000" cy="3394800"/>
          </a:xfrm>
        </p:spPr>
        <p:txBody>
          <a:bodyPr/>
          <a:lstStyle>
            <a:lvl1pPr marL="0" indent="0" algn="l">
              <a:buFontTx/>
              <a:buNone/>
              <a:defRPr b="0">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8"/>
          <p:cNvSpPr>
            <a:spLocks noGrp="1"/>
          </p:cNvSpPr>
          <p:nvPr>
            <p:ph type="body" sz="quarter" idx="20"/>
          </p:nvPr>
        </p:nvSpPr>
        <p:spPr>
          <a:xfrm>
            <a:off x="6243366" y="2556000"/>
            <a:ext cx="2592000" cy="3394800"/>
          </a:xfrm>
        </p:spPr>
        <p:txBody>
          <a:bodyPr/>
          <a:lstStyle>
            <a:lvl1pPr marL="0" indent="0" algn="l">
              <a:buFontTx/>
              <a:buNone/>
              <a:defRPr b="0">
                <a:solidFill>
                  <a:schemeClr val="tx1"/>
                </a:solidFill>
              </a:defRPr>
            </a:lvl1pPr>
            <a:lvl2pPr marL="127000" indent="-127000" algn="l">
              <a:spcAft>
                <a:spcPts val="1333"/>
              </a:spcAft>
              <a:buClrTx/>
              <a:buSzPct val="100000"/>
              <a:buFont typeface="Arial" panose="020B0604020202020204" pitchFamily="34" charset="0"/>
              <a:buChar char="•"/>
              <a:defRPr>
                <a:solidFill>
                  <a:schemeClr val="tx1"/>
                </a:solidFill>
              </a:defRPr>
            </a:lvl2pPr>
            <a:lvl3pPr marL="279400" indent="-127000" algn="l">
              <a:spcAft>
                <a:spcPts val="1333"/>
              </a:spcAft>
              <a:buClrTx/>
              <a:buSzPct val="100000"/>
              <a:buFont typeface="Arial" panose="020B0604020202020204" pitchFamily="34" charset="0"/>
              <a:buChar char="−"/>
              <a:defRPr>
                <a:solidFill>
                  <a:schemeClr val="tx1"/>
                </a:solidFill>
              </a:defRPr>
            </a:lvl3pPr>
            <a:lvl4pPr marL="431800" indent="-127000" algn="l">
              <a:spcAft>
                <a:spcPts val="1333"/>
              </a:spcAft>
              <a:buClrTx/>
              <a:buSzPct val="100000"/>
              <a:buFont typeface="Arial" panose="020B0604020202020204" pitchFamily="34" charset="0"/>
              <a:buChar char="◦"/>
              <a:defRPr>
                <a:solidFill>
                  <a:schemeClr val="tx1"/>
                </a:solidFill>
              </a:defRPr>
            </a:lvl4pPr>
            <a:lvl5pPr marL="584200" indent="-127000" algn="l">
              <a:spcAft>
                <a:spcPts val="1333"/>
              </a:spcAft>
              <a:buClrTx/>
              <a:buSzPct val="100000"/>
              <a:buFont typeface="Arial" panose="020B0604020202020204" pitchFamily="34" charset="0"/>
              <a:buChar char="−"/>
              <a:defRPr baseline="0">
                <a:solidFill>
                  <a:schemeClr val="tx1"/>
                </a:solidFill>
              </a:defRPr>
            </a:lvl5pPr>
            <a:lvl6pPr marL="475188" indent="-235194">
              <a:spcAft>
                <a:spcPts val="1333"/>
              </a:spcAft>
              <a:buFont typeface="Verdana" panose="020B0604030504040204" pitchFamily="34" charset="0"/>
              <a:buChar char="−"/>
              <a:defRPr/>
            </a:lvl6pPr>
            <a:lvl7pPr marL="475188" indent="-235194">
              <a:spcAft>
                <a:spcPts val="1333"/>
              </a:spcAft>
              <a:defRPr/>
            </a:lvl7pPr>
            <a:lvl8pPr marL="475188" indent="-235194">
              <a:spcAft>
                <a:spcPts val="1333"/>
              </a:spcAft>
              <a:defRPr/>
            </a:lvl8pPr>
            <a:lvl9pPr marL="475188" indent="-235194">
              <a:spcAft>
                <a:spcPts val="1333"/>
              </a:spcAft>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10"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2912430734"/>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4 column icon green">
    <p:bg>
      <p:bgPr>
        <a:solidFill>
          <a:schemeClr val="accent2"/>
        </a:solidFill>
        <a:effectLst/>
      </p:bgPr>
    </p:bg>
    <p:spTree>
      <p:nvGrpSpPr>
        <p:cNvPr id="1" name=""/>
        <p:cNvGrpSpPr/>
        <p:nvPr/>
      </p:nvGrpSpPr>
      <p:grpSpPr>
        <a:xfrm>
          <a:off x="0" y="0"/>
          <a:ext cx="0" cy="0"/>
          <a:chOff x="0" y="0"/>
          <a:chExt cx="0" cy="0"/>
        </a:xfrm>
      </p:grpSpPr>
      <p:sp>
        <p:nvSpPr>
          <p:cNvPr id="4" name="Text Placeholder 8"/>
          <p:cNvSpPr>
            <a:spLocks noGrp="1"/>
          </p:cNvSpPr>
          <p:nvPr>
            <p:ph type="body" sz="quarter" idx="17"/>
          </p:nvPr>
        </p:nvSpPr>
        <p:spPr>
          <a:xfrm>
            <a:off x="469903" y="2556000"/>
            <a:ext cx="2592000" cy="3394800"/>
          </a:xfrm>
        </p:spPr>
        <p:txBody>
          <a:bodyPr/>
          <a:lstStyle>
            <a:lvl1pPr marL="0" indent="0" algn="l">
              <a:buFontTx/>
              <a:buNone/>
              <a:defRPr b="0">
                <a:solidFill>
                  <a:schemeClr val="bg1"/>
                </a:solidFill>
              </a:defRPr>
            </a:lvl1pPr>
            <a:lvl2pPr marL="127000" indent="-127000" algn="l">
              <a:spcAft>
                <a:spcPts val="1333"/>
              </a:spcAft>
              <a:buClrTx/>
              <a:buSzPct val="100000"/>
              <a:buFont typeface="Arial" panose="020B0604020202020204" pitchFamily="34" charset="0"/>
              <a:buChar char="•"/>
              <a:defRPr>
                <a:solidFill>
                  <a:schemeClr val="bg1"/>
                </a:solidFill>
              </a:defRPr>
            </a:lvl2pPr>
            <a:lvl3pPr marL="279400" indent="-127000" algn="l">
              <a:spcAft>
                <a:spcPts val="1333"/>
              </a:spcAft>
              <a:buClrTx/>
              <a:buSzPct val="100000"/>
              <a:buFont typeface="Arial" panose="020B0604020202020204" pitchFamily="34" charset="0"/>
              <a:buChar char="−"/>
              <a:defRPr>
                <a:solidFill>
                  <a:schemeClr val="bg1"/>
                </a:solidFill>
              </a:defRPr>
            </a:lvl3pPr>
            <a:lvl4pPr marL="431800" indent="-127000" algn="l">
              <a:spcAft>
                <a:spcPts val="1333"/>
              </a:spcAft>
              <a:buClrTx/>
              <a:buSzPct val="100000"/>
              <a:buFont typeface="Arial" panose="020B0604020202020204" pitchFamily="34" charset="0"/>
              <a:buChar char="◦"/>
              <a:defRPr>
                <a:solidFill>
                  <a:schemeClr val="bg1"/>
                </a:solidFill>
              </a:defRPr>
            </a:lvl4pPr>
            <a:lvl5pPr marL="584200" indent="-127000" algn="l">
              <a:spcAft>
                <a:spcPts val="1333"/>
              </a:spcAft>
              <a:buClrTx/>
              <a:buSzPct val="100000"/>
              <a:buFont typeface="Arial" panose="020B0604020202020204" pitchFamily="34" charset="0"/>
              <a:buChar char="−"/>
              <a:defRPr baseline="0">
                <a:solidFill>
                  <a:schemeClr val="bg1"/>
                </a:solidFill>
              </a:defRPr>
            </a:lvl5pPr>
            <a:lvl6pPr marL="475188" indent="-235194">
              <a:spcAft>
                <a:spcPts val="1333"/>
              </a:spcAft>
              <a:buFont typeface="Verdana" panose="020B0604030504040204" pitchFamily="34" charset="0"/>
              <a:buChar char="−"/>
              <a:defRPr>
                <a:solidFill>
                  <a:schemeClr val="bg1"/>
                </a:solidFill>
              </a:defRPr>
            </a:lvl6pPr>
            <a:lvl7pPr marL="475188" indent="-235194">
              <a:spcAft>
                <a:spcPts val="1333"/>
              </a:spcAft>
              <a:defRPr>
                <a:solidFill>
                  <a:schemeClr val="bg1"/>
                </a:solidFill>
              </a:defRPr>
            </a:lvl7pPr>
            <a:lvl8pPr marL="475188" indent="-235194">
              <a:spcAft>
                <a:spcPts val="1333"/>
              </a:spcAft>
              <a:defRPr>
                <a:solidFill>
                  <a:schemeClr val="bg1"/>
                </a:solidFill>
              </a:defRPr>
            </a:lvl8pPr>
            <a:lvl9pPr marL="475188" indent="-235194">
              <a:spcAft>
                <a:spcPts val="1333"/>
              </a:spcAft>
              <a:defRPr>
                <a:solidFill>
                  <a:schemeClr val="bg1"/>
                </a:solidFill>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8"/>
          <p:cNvSpPr>
            <a:spLocks noGrp="1"/>
          </p:cNvSpPr>
          <p:nvPr>
            <p:ph type="body" sz="quarter" idx="18"/>
          </p:nvPr>
        </p:nvSpPr>
        <p:spPr>
          <a:xfrm>
            <a:off x="9130100" y="2556000"/>
            <a:ext cx="2592000" cy="3394800"/>
          </a:xfrm>
        </p:spPr>
        <p:txBody>
          <a:bodyPr/>
          <a:lstStyle>
            <a:lvl1pPr marL="0" indent="0" algn="l">
              <a:buFontTx/>
              <a:buNone/>
              <a:defRPr b="0">
                <a:solidFill>
                  <a:schemeClr val="bg1"/>
                </a:solidFill>
              </a:defRPr>
            </a:lvl1pPr>
            <a:lvl2pPr marL="127000" indent="-127000" algn="l">
              <a:spcAft>
                <a:spcPts val="1333"/>
              </a:spcAft>
              <a:buClrTx/>
              <a:buSzPct val="100000"/>
              <a:buFont typeface="Arial" panose="020B0604020202020204" pitchFamily="34" charset="0"/>
              <a:buChar char="•"/>
              <a:defRPr>
                <a:solidFill>
                  <a:schemeClr val="bg1"/>
                </a:solidFill>
              </a:defRPr>
            </a:lvl2pPr>
            <a:lvl3pPr marL="279400" indent="-127000" algn="l">
              <a:spcAft>
                <a:spcPts val="1333"/>
              </a:spcAft>
              <a:buClrTx/>
              <a:buSzPct val="100000"/>
              <a:buFont typeface="Arial" panose="020B0604020202020204" pitchFamily="34" charset="0"/>
              <a:buChar char="−"/>
              <a:defRPr>
                <a:solidFill>
                  <a:schemeClr val="bg1"/>
                </a:solidFill>
              </a:defRPr>
            </a:lvl3pPr>
            <a:lvl4pPr marL="431800" indent="-127000" algn="l">
              <a:spcAft>
                <a:spcPts val="1333"/>
              </a:spcAft>
              <a:buClrTx/>
              <a:buSzPct val="100000"/>
              <a:buFont typeface="Arial" panose="020B0604020202020204" pitchFamily="34" charset="0"/>
              <a:buChar char="◦"/>
              <a:defRPr>
                <a:solidFill>
                  <a:schemeClr val="bg1"/>
                </a:solidFill>
              </a:defRPr>
            </a:lvl4pPr>
            <a:lvl5pPr marL="584200" indent="-127000" algn="l">
              <a:spcAft>
                <a:spcPts val="1333"/>
              </a:spcAft>
              <a:buClrTx/>
              <a:buSzPct val="100000"/>
              <a:buFont typeface="Arial" panose="020B0604020202020204" pitchFamily="34" charset="0"/>
              <a:buChar char="−"/>
              <a:defRPr baseline="0">
                <a:solidFill>
                  <a:schemeClr val="bg1"/>
                </a:solidFill>
              </a:defRPr>
            </a:lvl5pPr>
            <a:lvl6pPr marL="475188" indent="-235194">
              <a:spcAft>
                <a:spcPts val="1333"/>
              </a:spcAft>
              <a:buFont typeface="Verdana" panose="020B0604030504040204" pitchFamily="34" charset="0"/>
              <a:buChar char="−"/>
              <a:defRPr>
                <a:solidFill>
                  <a:schemeClr val="bg1"/>
                </a:solidFill>
              </a:defRPr>
            </a:lvl6pPr>
            <a:lvl7pPr marL="475188" indent="-235194">
              <a:spcAft>
                <a:spcPts val="1333"/>
              </a:spcAft>
              <a:defRPr>
                <a:solidFill>
                  <a:schemeClr val="bg1"/>
                </a:solidFill>
              </a:defRPr>
            </a:lvl7pPr>
            <a:lvl8pPr marL="475188" indent="-235194">
              <a:spcAft>
                <a:spcPts val="1333"/>
              </a:spcAft>
              <a:defRPr>
                <a:solidFill>
                  <a:schemeClr val="bg1"/>
                </a:solidFill>
              </a:defRPr>
            </a:lvl8pPr>
            <a:lvl9pPr marL="475188" indent="-235194">
              <a:spcAft>
                <a:spcPts val="1333"/>
              </a:spcAft>
              <a:defRPr>
                <a:solidFill>
                  <a:schemeClr val="bg1"/>
                </a:solidFill>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ext Placeholder 8"/>
          <p:cNvSpPr>
            <a:spLocks noGrp="1"/>
          </p:cNvSpPr>
          <p:nvPr>
            <p:ph type="body" sz="quarter" idx="19"/>
          </p:nvPr>
        </p:nvSpPr>
        <p:spPr>
          <a:xfrm>
            <a:off x="3356635" y="2556000"/>
            <a:ext cx="2592000" cy="3394800"/>
          </a:xfrm>
        </p:spPr>
        <p:txBody>
          <a:bodyPr/>
          <a:lstStyle>
            <a:lvl1pPr marL="0" indent="0" algn="l">
              <a:buFontTx/>
              <a:buNone/>
              <a:defRPr b="0">
                <a:solidFill>
                  <a:schemeClr val="bg1"/>
                </a:solidFill>
              </a:defRPr>
            </a:lvl1pPr>
            <a:lvl2pPr marL="127000" indent="-127000" algn="l">
              <a:spcAft>
                <a:spcPts val="1333"/>
              </a:spcAft>
              <a:buClrTx/>
              <a:buSzPct val="100000"/>
              <a:buFont typeface="Arial" panose="020B0604020202020204" pitchFamily="34" charset="0"/>
              <a:buChar char="•"/>
              <a:defRPr>
                <a:solidFill>
                  <a:schemeClr val="bg1"/>
                </a:solidFill>
              </a:defRPr>
            </a:lvl2pPr>
            <a:lvl3pPr marL="279400" indent="-127000" algn="l">
              <a:spcAft>
                <a:spcPts val="1333"/>
              </a:spcAft>
              <a:buClrTx/>
              <a:buSzPct val="100000"/>
              <a:buFont typeface="Arial" panose="020B0604020202020204" pitchFamily="34" charset="0"/>
              <a:buChar char="−"/>
              <a:defRPr>
                <a:solidFill>
                  <a:schemeClr val="bg1"/>
                </a:solidFill>
              </a:defRPr>
            </a:lvl3pPr>
            <a:lvl4pPr marL="431800" indent="-127000" algn="l">
              <a:spcAft>
                <a:spcPts val="1333"/>
              </a:spcAft>
              <a:buClrTx/>
              <a:buSzPct val="100000"/>
              <a:buFont typeface="Arial" panose="020B0604020202020204" pitchFamily="34" charset="0"/>
              <a:buChar char="◦"/>
              <a:defRPr>
                <a:solidFill>
                  <a:schemeClr val="bg1"/>
                </a:solidFill>
              </a:defRPr>
            </a:lvl4pPr>
            <a:lvl5pPr marL="584200" indent="-127000" algn="l">
              <a:spcAft>
                <a:spcPts val="1333"/>
              </a:spcAft>
              <a:buClrTx/>
              <a:buSzPct val="100000"/>
              <a:buFont typeface="Arial" panose="020B0604020202020204" pitchFamily="34" charset="0"/>
              <a:buChar char="−"/>
              <a:defRPr baseline="0">
                <a:solidFill>
                  <a:schemeClr val="bg1"/>
                </a:solidFill>
              </a:defRPr>
            </a:lvl5pPr>
            <a:lvl6pPr marL="475188" indent="-235194">
              <a:spcAft>
                <a:spcPts val="1333"/>
              </a:spcAft>
              <a:buFont typeface="Verdana" panose="020B0604030504040204" pitchFamily="34" charset="0"/>
              <a:buChar char="−"/>
              <a:defRPr>
                <a:solidFill>
                  <a:schemeClr val="bg1"/>
                </a:solidFill>
              </a:defRPr>
            </a:lvl6pPr>
            <a:lvl7pPr marL="475188" indent="-235194">
              <a:spcAft>
                <a:spcPts val="1333"/>
              </a:spcAft>
              <a:defRPr>
                <a:solidFill>
                  <a:schemeClr val="bg1"/>
                </a:solidFill>
              </a:defRPr>
            </a:lvl7pPr>
            <a:lvl8pPr marL="475188" indent="-235194">
              <a:spcAft>
                <a:spcPts val="1333"/>
              </a:spcAft>
              <a:defRPr>
                <a:solidFill>
                  <a:schemeClr val="bg1"/>
                </a:solidFill>
              </a:defRPr>
            </a:lvl8pPr>
            <a:lvl9pPr marL="475188" indent="-235194">
              <a:spcAft>
                <a:spcPts val="1333"/>
              </a:spcAft>
              <a:defRPr>
                <a:solidFill>
                  <a:schemeClr val="bg1"/>
                </a:solidFill>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8"/>
          <p:cNvSpPr>
            <a:spLocks noGrp="1"/>
          </p:cNvSpPr>
          <p:nvPr>
            <p:ph type="body" sz="quarter" idx="20"/>
          </p:nvPr>
        </p:nvSpPr>
        <p:spPr>
          <a:xfrm>
            <a:off x="6243367" y="2556000"/>
            <a:ext cx="2592000" cy="3394800"/>
          </a:xfrm>
        </p:spPr>
        <p:txBody>
          <a:bodyPr/>
          <a:lstStyle>
            <a:lvl1pPr marL="0" indent="0" algn="l">
              <a:buFontTx/>
              <a:buNone/>
              <a:defRPr b="0">
                <a:solidFill>
                  <a:schemeClr val="bg1"/>
                </a:solidFill>
              </a:defRPr>
            </a:lvl1pPr>
            <a:lvl2pPr marL="127000" indent="-127000" algn="l">
              <a:spcAft>
                <a:spcPts val="1333"/>
              </a:spcAft>
              <a:buClrTx/>
              <a:buSzPct val="100000"/>
              <a:buFont typeface="Arial" panose="020B0604020202020204" pitchFamily="34" charset="0"/>
              <a:buChar char="•"/>
              <a:defRPr>
                <a:solidFill>
                  <a:schemeClr val="bg1"/>
                </a:solidFill>
              </a:defRPr>
            </a:lvl2pPr>
            <a:lvl3pPr marL="279400" indent="-127000" algn="l">
              <a:spcAft>
                <a:spcPts val="1333"/>
              </a:spcAft>
              <a:buClrTx/>
              <a:buSzPct val="100000"/>
              <a:buFont typeface="Arial" panose="020B0604020202020204" pitchFamily="34" charset="0"/>
              <a:buChar char="−"/>
              <a:defRPr>
                <a:solidFill>
                  <a:schemeClr val="bg1"/>
                </a:solidFill>
              </a:defRPr>
            </a:lvl3pPr>
            <a:lvl4pPr marL="431800" indent="-127000" algn="l">
              <a:spcAft>
                <a:spcPts val="1333"/>
              </a:spcAft>
              <a:buClrTx/>
              <a:buSzPct val="100000"/>
              <a:buFont typeface="Arial" panose="020B0604020202020204" pitchFamily="34" charset="0"/>
              <a:buChar char="◦"/>
              <a:defRPr>
                <a:solidFill>
                  <a:schemeClr val="bg1"/>
                </a:solidFill>
              </a:defRPr>
            </a:lvl4pPr>
            <a:lvl5pPr marL="584200" indent="-127000" algn="l">
              <a:spcAft>
                <a:spcPts val="1333"/>
              </a:spcAft>
              <a:buClrTx/>
              <a:buSzPct val="100000"/>
              <a:buFont typeface="Arial" panose="020B0604020202020204" pitchFamily="34" charset="0"/>
              <a:buChar char="−"/>
              <a:defRPr baseline="0">
                <a:solidFill>
                  <a:schemeClr val="bg1"/>
                </a:solidFill>
              </a:defRPr>
            </a:lvl5pPr>
            <a:lvl6pPr marL="475188" indent="-235194">
              <a:spcAft>
                <a:spcPts val="1333"/>
              </a:spcAft>
              <a:buFont typeface="Verdana" panose="020B0604030504040204" pitchFamily="34" charset="0"/>
              <a:buChar char="−"/>
              <a:defRPr>
                <a:solidFill>
                  <a:schemeClr val="bg1"/>
                </a:solidFill>
              </a:defRPr>
            </a:lvl6pPr>
            <a:lvl7pPr marL="475188" indent="-235194">
              <a:spcAft>
                <a:spcPts val="1333"/>
              </a:spcAft>
              <a:defRPr>
                <a:solidFill>
                  <a:schemeClr val="bg1"/>
                </a:solidFill>
              </a:defRPr>
            </a:lvl7pPr>
            <a:lvl8pPr marL="475188" indent="-235194">
              <a:spcAft>
                <a:spcPts val="1333"/>
              </a:spcAft>
              <a:defRPr>
                <a:solidFill>
                  <a:schemeClr val="bg1"/>
                </a:solidFill>
              </a:defRPr>
            </a:lvl8pPr>
            <a:lvl9pPr marL="475188" indent="-235194">
              <a:spcAft>
                <a:spcPts val="1333"/>
              </a:spcAft>
              <a:defRPr>
                <a:solidFill>
                  <a:schemeClr val="bg1"/>
                </a:solidFill>
              </a:defRPr>
            </a:lvl9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aseCode"/>
          <p:cNvSpPr txBox="1"/>
          <p:nvPr userDrawn="1"/>
        </p:nvSpPr>
        <p:spPr>
          <a:xfrm>
            <a:off x="6336000" y="6476999"/>
            <a:ext cx="4896560" cy="200055"/>
          </a:xfrm>
          <a:prstGeom prst="rect">
            <a:avLst/>
          </a:prstGeom>
          <a:noFill/>
        </p:spPr>
        <p:txBody>
          <a:bodyPr wrap="square" lIns="0" tIns="0" rIns="0" bIns="0" rtlCol="0">
            <a:spAutoFit/>
          </a:bodyPr>
          <a:lstStyle/>
          <a:p>
            <a:pPr marL="0" indent="0" algn="r">
              <a:spcBef>
                <a:spcPts val="0"/>
              </a:spcBef>
              <a:buSzPct val="100000"/>
              <a:buFont typeface="Arial"/>
              <a:buNone/>
            </a:pPr>
            <a:r>
              <a:rPr lang="en-US" sz="650" noProof="0">
                <a:solidFill>
                  <a:schemeClr val="bg1"/>
                </a:solidFill>
              </a:rPr>
              <a:t>SAP BTP | SAP Build Process Automation</a:t>
            </a:r>
          </a:p>
        </p:txBody>
      </p:sp>
      <p:sp>
        <p:nvSpPr>
          <p:cNvPr id="14" name="Copyright"/>
          <p:cNvSpPr txBox="1"/>
          <p:nvPr userDrawn="1"/>
        </p:nvSpPr>
        <p:spPr>
          <a:xfrm>
            <a:off x="469900" y="6477000"/>
            <a:ext cx="5355167" cy="100027"/>
          </a:xfrm>
          <a:prstGeom prst="rect">
            <a:avLst/>
          </a:prstGeom>
          <a:noFill/>
        </p:spPr>
        <p:txBody>
          <a:bodyPr wrap="square" lIns="0" tIns="0" rIns="0" bIns="0" rtlCol="0">
            <a:spAutoFit/>
          </a:bodyPr>
          <a:lstStyle/>
          <a:p>
            <a:pPr marL="0" indent="0">
              <a:spcBef>
                <a:spcPts val="800"/>
              </a:spcBef>
              <a:buSzPct val="100000"/>
              <a:buFont typeface="Arial"/>
              <a:buNone/>
            </a:pPr>
            <a:r>
              <a:rPr lang="en-US" sz="650" noProof="0">
                <a:solidFill>
                  <a:schemeClr val="bg1"/>
                </a:solidFill>
              </a:rPr>
              <a:t>Copyright © 2017 Deloitte Development LLC. All rights reserved.</a:t>
            </a:r>
          </a:p>
        </p:txBody>
      </p:sp>
      <p:sp>
        <p:nvSpPr>
          <p:cNvPr id="15" name="TextBox 14"/>
          <p:cNvSpPr txBox="1"/>
          <p:nvPr userDrawn="1"/>
        </p:nvSpPr>
        <p:spPr>
          <a:xfrm>
            <a:off x="11382378" y="6477001"/>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bg1"/>
                </a:solidFill>
              </a:rPr>
              <a:pPr marL="0" indent="0" algn="r">
                <a:spcBef>
                  <a:spcPts val="800"/>
                </a:spcBef>
                <a:buSzPct val="100000"/>
                <a:buFont typeface="Arial"/>
                <a:buNone/>
              </a:pPr>
              <a:t>‹#›</a:t>
            </a:fld>
            <a:endParaRPr lang="en-US" sz="650" noProof="0">
              <a:solidFill>
                <a:schemeClr val="bg1"/>
              </a:solidFill>
            </a:endParaRPr>
          </a:p>
        </p:txBody>
      </p:sp>
      <p:sp>
        <p:nvSpPr>
          <p:cNvPr id="16"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chemeClr val="bg1"/>
                </a:solidFill>
              </a:defRPr>
            </a:lvl1pPr>
          </a:lstStyle>
          <a:p>
            <a:pPr lvl="0"/>
            <a:r>
              <a:rPr lang="en-US" noProof="0"/>
              <a:t>Click to add subtitle</a:t>
            </a:r>
          </a:p>
        </p:txBody>
      </p:sp>
      <p:sp>
        <p:nvSpPr>
          <p:cNvPr id="17"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solidFill>
                  <a:schemeClr val="bg1"/>
                </a:solidFill>
              </a:defRPr>
            </a:lvl1pPr>
          </a:lstStyle>
          <a:p>
            <a:r>
              <a:rPr lang="en-US" noProof="0"/>
              <a:t>Click to edit Master title style</a:t>
            </a:r>
          </a:p>
        </p:txBody>
      </p:sp>
    </p:spTree>
    <p:extLst>
      <p:ext uri="{BB962C8B-B14F-4D97-AF65-F5344CB8AC3E}">
        <p14:creationId xmlns:p14="http://schemas.microsoft.com/office/powerpoint/2010/main" val="4044370876"/>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subtitle, 1 column text with charts">
    <p:spTree>
      <p:nvGrpSpPr>
        <p:cNvPr id="1" name=""/>
        <p:cNvGrpSpPr/>
        <p:nvPr/>
      </p:nvGrpSpPr>
      <p:grpSpPr>
        <a:xfrm>
          <a:off x="0" y="0"/>
          <a:ext cx="0" cy="0"/>
          <a:chOff x="0" y="0"/>
          <a:chExt cx="0" cy="0"/>
        </a:xfrm>
      </p:grpSpPr>
      <p:sp>
        <p:nvSpPr>
          <p:cNvPr id="10" name="Text Placeholder 18"/>
          <p:cNvSpPr>
            <a:spLocks noGrp="1"/>
          </p:cNvSpPr>
          <p:nvPr>
            <p:ph idx="1"/>
          </p:nvPr>
        </p:nvSpPr>
        <p:spPr>
          <a:xfrm>
            <a:off x="467783" y="1665817"/>
            <a:ext cx="5537730" cy="4633383"/>
          </a:xfrm>
          <a:prstGeom prst="rect">
            <a:avLst/>
          </a:prstGeom>
        </p:spPr>
        <p:txBody>
          <a:bodyPr vert="horz" lIns="0" tIns="0" rIns="0" bIns="0" rtlCol="0">
            <a:no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8"/>
          <p:cNvSpPr>
            <a:spLocks noGrp="1"/>
          </p:cNvSpPr>
          <p:nvPr>
            <p:ph type="body" sz="quarter" idx="13" hasCustomPrompt="1"/>
          </p:nvPr>
        </p:nvSpPr>
        <p:spPr>
          <a:xfrm>
            <a:off x="469900" y="736688"/>
            <a:ext cx="11252200" cy="757255"/>
          </a:xfrm>
          <a:prstGeom prst="rect">
            <a:avLst/>
          </a:prstGeom>
        </p:spPr>
        <p:txBody>
          <a:bodyPr lIns="0" tIns="0" rIns="0" bIns="0">
            <a:noAutofit/>
          </a:bodyPr>
          <a:lstStyle>
            <a:lvl1pPr marL="0" indent="0">
              <a:buNone/>
              <a:defRPr sz="2000" b="0">
                <a:solidFill>
                  <a:srgbClr val="575757"/>
                </a:solidFill>
              </a:defRPr>
            </a:lvl1pPr>
          </a:lstStyle>
          <a:p>
            <a:pPr lvl="0"/>
            <a:r>
              <a:rPr lang="en-US" noProof="0"/>
              <a:t>Click to add subtitle</a:t>
            </a:r>
          </a:p>
        </p:txBody>
      </p:sp>
      <p:sp>
        <p:nvSpPr>
          <p:cNvPr id="6" name="Title Placeholder 1"/>
          <p:cNvSpPr>
            <a:spLocks noGrp="1"/>
          </p:cNvSpPr>
          <p:nvPr>
            <p:ph type="title"/>
          </p:nvPr>
        </p:nvSpPr>
        <p:spPr>
          <a:xfrm>
            <a:off x="469900" y="402587"/>
            <a:ext cx="11252200" cy="334102"/>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4167089491"/>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469900" y="402586"/>
            <a:ext cx="11252200" cy="698501"/>
          </a:xfrm>
          <a:prstGeom prst="rect">
            <a:avLst/>
          </a:prstGeom>
        </p:spPr>
        <p:txBody>
          <a:bodyPr vert="horz" lIns="0" tIns="0" rIns="0" bIns="0" rtlCol="0" anchor="t" anchorCtr="0">
            <a:noAutofit/>
          </a:bodyPr>
          <a:lstStyle>
            <a:lvl1pPr>
              <a:defRPr sz="2000"/>
            </a:lvl1pPr>
          </a:lstStyle>
          <a:p>
            <a:r>
              <a:rPr lang="en-US" noProof="0"/>
              <a:t>Click to edit Master title style</a:t>
            </a:r>
          </a:p>
        </p:txBody>
      </p:sp>
    </p:spTree>
    <p:extLst>
      <p:ext uri="{BB962C8B-B14F-4D97-AF65-F5344CB8AC3E}">
        <p14:creationId xmlns:p14="http://schemas.microsoft.com/office/powerpoint/2010/main" val="3242278702"/>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23936"/>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userDrawn="1">
  <p:cSld name="1_Title Slide - Black">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bwMode="gray">
          <a:xfrm>
            <a:off x="475200" y="5845180"/>
            <a:ext cx="5592011" cy="505645"/>
          </a:xfrm>
          <a:prstGeom prst="rect">
            <a:avLst/>
          </a:prstGeom>
        </p:spPr>
        <p:txBody>
          <a:bodyPr lIns="0" tIns="0" rIns="0" bIns="0" anchor="b" anchorCtr="0">
            <a:noAutofit/>
          </a:bodyPr>
          <a:lstStyle>
            <a:lvl1pPr marL="0" indent="0" algn="l">
              <a:lnSpc>
                <a:spcPct val="100000"/>
              </a:lnSpc>
              <a:spcAft>
                <a:spcPts val="0"/>
              </a:spcAft>
              <a:buNone/>
              <a:defRPr sz="1800" b="1" baseline="0">
                <a:solidFill>
                  <a:schemeClr val="bg1"/>
                </a:solidFill>
              </a:defRPr>
            </a:lvl1pPr>
            <a:lvl2pPr marL="0" indent="0" algn="l">
              <a:buNone/>
              <a:defRPr sz="1600" b="0">
                <a:solidFill>
                  <a:schemeClr val="bg1"/>
                </a:solidFill>
              </a:defRPr>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noProof="0"/>
              <a:t>Overview of SCP Capabilities &amp; Use Cases</a:t>
            </a:r>
          </a:p>
          <a:p>
            <a:endParaRPr lang="en-US" noProof="0"/>
          </a:p>
        </p:txBody>
      </p:sp>
      <p:sp>
        <p:nvSpPr>
          <p:cNvPr id="5" name="Text Placeholder 4"/>
          <p:cNvSpPr>
            <a:spLocks noGrp="1"/>
          </p:cNvSpPr>
          <p:nvPr>
            <p:ph type="body" sz="quarter" idx="10"/>
          </p:nvPr>
        </p:nvSpPr>
        <p:spPr>
          <a:xfrm>
            <a:off x="475200" y="6362699"/>
            <a:ext cx="5594349" cy="298451"/>
          </a:xfrm>
          <a:prstGeom prst="rect">
            <a:avLst/>
          </a:prstGeom>
        </p:spPr>
        <p:txBody>
          <a:bodyPr/>
          <a:lstStyle>
            <a:lvl1pPr>
              <a:spcAft>
                <a:spcPts val="0"/>
              </a:spcAft>
              <a:defRPr sz="105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endParaRPr lang="en-US" noProof="0"/>
          </a:p>
        </p:txBody>
      </p:sp>
      <p:grpSp>
        <p:nvGrpSpPr>
          <p:cNvPr id="22" name="Group 21"/>
          <p:cNvGrpSpPr>
            <a:grpSpLocks noChangeAspect="1"/>
          </p:cNvGrpSpPr>
          <p:nvPr userDrawn="1"/>
        </p:nvGrpSpPr>
        <p:grpSpPr>
          <a:xfrm>
            <a:off x="469900" y="457761"/>
            <a:ext cx="1998000" cy="374400"/>
            <a:chOff x="398463" y="404813"/>
            <a:chExt cx="1627187" cy="307976"/>
          </a:xfrm>
          <a:solidFill>
            <a:schemeClr val="tx1"/>
          </a:solidFill>
        </p:grpSpPr>
        <p:sp>
          <p:nvSpPr>
            <p:cNvPr id="23" name="Oval 5"/>
            <p:cNvSpPr>
              <a:spLocks noChangeArrowheads="1"/>
            </p:cNvSpPr>
            <p:nvPr userDrawn="1"/>
          </p:nvSpPr>
          <p:spPr bwMode="auto">
            <a:xfrm>
              <a:off x="1938338" y="625476"/>
              <a:ext cx="87312" cy="87313"/>
            </a:xfrm>
            <a:prstGeom prst="ellipse">
              <a:avLst/>
            </a:prstGeom>
            <a:solidFill>
              <a:srgbClr val="92D05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4" name="Freeform 6"/>
            <p:cNvSpPr>
              <a:spLocks noEditPoints="1"/>
            </p:cNvSpPr>
            <p:nvPr userDrawn="1"/>
          </p:nvSpPr>
          <p:spPr bwMode="auto">
            <a:xfrm>
              <a:off x="398463" y="406401"/>
              <a:ext cx="247650" cy="301625"/>
            </a:xfrm>
            <a:custGeom>
              <a:avLst/>
              <a:gdLst>
                <a:gd name="T0" fmla="*/ 287 w 287"/>
                <a:gd name="T1" fmla="*/ 166 h 347"/>
                <a:gd name="T2" fmla="*/ 240 w 287"/>
                <a:gd name="T3" fmla="*/ 300 h 347"/>
                <a:gd name="T4" fmla="*/ 109 w 287"/>
                <a:gd name="T5" fmla="*/ 347 h 347"/>
                <a:gd name="T6" fmla="*/ 0 w 287"/>
                <a:gd name="T7" fmla="*/ 347 h 347"/>
                <a:gd name="T8" fmla="*/ 0 w 287"/>
                <a:gd name="T9" fmla="*/ 0 h 347"/>
                <a:gd name="T10" fmla="*/ 117 w 287"/>
                <a:gd name="T11" fmla="*/ 0 h 347"/>
                <a:gd name="T12" fmla="*/ 243 w 287"/>
                <a:gd name="T13" fmla="*/ 43 h 347"/>
                <a:gd name="T14" fmla="*/ 287 w 287"/>
                <a:gd name="T15" fmla="*/ 166 h 347"/>
                <a:gd name="T16" fmla="*/ 192 w 287"/>
                <a:gd name="T17" fmla="*/ 170 h 347"/>
                <a:gd name="T18" fmla="*/ 174 w 287"/>
                <a:gd name="T19" fmla="*/ 99 h 347"/>
                <a:gd name="T20" fmla="*/ 118 w 287"/>
                <a:gd name="T21" fmla="*/ 76 h 347"/>
                <a:gd name="T22" fmla="*/ 91 w 287"/>
                <a:gd name="T23" fmla="*/ 76 h 347"/>
                <a:gd name="T24" fmla="*/ 91 w 287"/>
                <a:gd name="T25" fmla="*/ 270 h 347"/>
                <a:gd name="T26" fmla="*/ 111 w 287"/>
                <a:gd name="T27" fmla="*/ 270 h 347"/>
                <a:gd name="T28" fmla="*/ 173 w 287"/>
                <a:gd name="T29" fmla="*/ 245 h 347"/>
                <a:gd name="T30" fmla="*/ 192 w 287"/>
                <a:gd name="T31" fmla="*/ 170 h 3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87" h="347">
                  <a:moveTo>
                    <a:pt x="287" y="166"/>
                  </a:moveTo>
                  <a:cubicBezTo>
                    <a:pt x="287" y="224"/>
                    <a:pt x="271" y="269"/>
                    <a:pt x="240" y="300"/>
                  </a:cubicBezTo>
                  <a:cubicBezTo>
                    <a:pt x="209" y="331"/>
                    <a:pt x="165" y="347"/>
                    <a:pt x="109" y="347"/>
                  </a:cubicBezTo>
                  <a:cubicBezTo>
                    <a:pt x="0" y="347"/>
                    <a:pt x="0" y="347"/>
                    <a:pt x="0" y="347"/>
                  </a:cubicBezTo>
                  <a:cubicBezTo>
                    <a:pt x="0" y="0"/>
                    <a:pt x="0" y="0"/>
                    <a:pt x="0" y="0"/>
                  </a:cubicBezTo>
                  <a:cubicBezTo>
                    <a:pt x="117" y="0"/>
                    <a:pt x="117" y="0"/>
                    <a:pt x="117" y="0"/>
                  </a:cubicBezTo>
                  <a:cubicBezTo>
                    <a:pt x="171" y="0"/>
                    <a:pt x="213" y="15"/>
                    <a:pt x="243" y="43"/>
                  </a:cubicBezTo>
                  <a:cubicBezTo>
                    <a:pt x="272" y="72"/>
                    <a:pt x="287" y="113"/>
                    <a:pt x="287" y="166"/>
                  </a:cubicBezTo>
                  <a:moveTo>
                    <a:pt x="192" y="170"/>
                  </a:moveTo>
                  <a:cubicBezTo>
                    <a:pt x="192" y="138"/>
                    <a:pt x="186" y="114"/>
                    <a:pt x="174" y="99"/>
                  </a:cubicBezTo>
                  <a:cubicBezTo>
                    <a:pt x="161" y="84"/>
                    <a:pt x="143" y="76"/>
                    <a:pt x="118" y="76"/>
                  </a:cubicBezTo>
                  <a:cubicBezTo>
                    <a:pt x="91" y="76"/>
                    <a:pt x="91" y="76"/>
                    <a:pt x="91" y="76"/>
                  </a:cubicBezTo>
                  <a:cubicBezTo>
                    <a:pt x="91" y="270"/>
                    <a:pt x="91" y="270"/>
                    <a:pt x="91" y="270"/>
                  </a:cubicBezTo>
                  <a:cubicBezTo>
                    <a:pt x="111" y="270"/>
                    <a:pt x="111" y="270"/>
                    <a:pt x="111" y="270"/>
                  </a:cubicBezTo>
                  <a:cubicBezTo>
                    <a:pt x="139" y="270"/>
                    <a:pt x="160" y="262"/>
                    <a:pt x="173" y="245"/>
                  </a:cubicBezTo>
                  <a:cubicBezTo>
                    <a:pt x="186" y="229"/>
                    <a:pt x="192" y="204"/>
                    <a:pt x="192" y="170"/>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5" name="Rectangle 7"/>
            <p:cNvSpPr>
              <a:spLocks noChangeArrowheads="1"/>
            </p:cNvSpPr>
            <p:nvPr userDrawn="1"/>
          </p:nvSpPr>
          <p:spPr bwMode="auto">
            <a:xfrm>
              <a:off x="906463" y="404813"/>
              <a:ext cx="74612" cy="303213"/>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6" name="Freeform 8"/>
            <p:cNvSpPr>
              <a:spLocks noEditPoints="1"/>
            </p:cNvSpPr>
            <p:nvPr userDrawn="1"/>
          </p:nvSpPr>
          <p:spPr bwMode="auto">
            <a:xfrm>
              <a:off x="1011238" y="479426"/>
              <a:ext cx="215900" cy="231775"/>
            </a:xfrm>
            <a:custGeom>
              <a:avLst/>
              <a:gdLst>
                <a:gd name="T0" fmla="*/ 252 w 252"/>
                <a:gd name="T1" fmla="*/ 133 h 267"/>
                <a:gd name="T2" fmla="*/ 218 w 252"/>
                <a:gd name="T3" fmla="*/ 232 h 267"/>
                <a:gd name="T4" fmla="*/ 125 w 252"/>
                <a:gd name="T5" fmla="*/ 267 h 267"/>
                <a:gd name="T6" fmla="*/ 34 w 252"/>
                <a:gd name="T7" fmla="*/ 231 h 267"/>
                <a:gd name="T8" fmla="*/ 0 w 252"/>
                <a:gd name="T9" fmla="*/ 133 h 267"/>
                <a:gd name="T10" fmla="*/ 33 w 252"/>
                <a:gd name="T11" fmla="*/ 35 h 267"/>
                <a:gd name="T12" fmla="*/ 127 w 252"/>
                <a:gd name="T13" fmla="*/ 0 h 267"/>
                <a:gd name="T14" fmla="*/ 192 w 252"/>
                <a:gd name="T15" fmla="*/ 16 h 267"/>
                <a:gd name="T16" fmla="*/ 236 w 252"/>
                <a:gd name="T17" fmla="*/ 63 h 267"/>
                <a:gd name="T18" fmla="*/ 252 w 252"/>
                <a:gd name="T19" fmla="*/ 133 h 267"/>
                <a:gd name="T20" fmla="*/ 88 w 252"/>
                <a:gd name="T21" fmla="*/ 133 h 267"/>
                <a:gd name="T22" fmla="*/ 97 w 252"/>
                <a:gd name="T23" fmla="*/ 184 h 267"/>
                <a:gd name="T24" fmla="*/ 126 w 252"/>
                <a:gd name="T25" fmla="*/ 201 h 267"/>
                <a:gd name="T26" fmla="*/ 155 w 252"/>
                <a:gd name="T27" fmla="*/ 184 h 267"/>
                <a:gd name="T28" fmla="*/ 163 w 252"/>
                <a:gd name="T29" fmla="*/ 133 h 267"/>
                <a:gd name="T30" fmla="*/ 155 w 252"/>
                <a:gd name="T31" fmla="*/ 83 h 267"/>
                <a:gd name="T32" fmla="*/ 126 w 252"/>
                <a:gd name="T33" fmla="*/ 66 h 267"/>
                <a:gd name="T34" fmla="*/ 97 w 252"/>
                <a:gd name="T35" fmla="*/ 83 h 267"/>
                <a:gd name="T36" fmla="*/ 88 w 252"/>
                <a:gd name="T37" fmla="*/ 133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52" h="267">
                  <a:moveTo>
                    <a:pt x="252" y="133"/>
                  </a:moveTo>
                  <a:cubicBezTo>
                    <a:pt x="252" y="175"/>
                    <a:pt x="241" y="208"/>
                    <a:pt x="218" y="232"/>
                  </a:cubicBezTo>
                  <a:cubicBezTo>
                    <a:pt x="196" y="256"/>
                    <a:pt x="165" y="267"/>
                    <a:pt x="125" y="267"/>
                  </a:cubicBezTo>
                  <a:cubicBezTo>
                    <a:pt x="87" y="267"/>
                    <a:pt x="56" y="255"/>
                    <a:pt x="34" y="231"/>
                  </a:cubicBezTo>
                  <a:cubicBezTo>
                    <a:pt x="11" y="207"/>
                    <a:pt x="0" y="174"/>
                    <a:pt x="0" y="133"/>
                  </a:cubicBezTo>
                  <a:cubicBezTo>
                    <a:pt x="0" y="91"/>
                    <a:pt x="11" y="58"/>
                    <a:pt x="33" y="35"/>
                  </a:cubicBezTo>
                  <a:cubicBezTo>
                    <a:pt x="55" y="12"/>
                    <a:pt x="86" y="0"/>
                    <a:pt x="127" y="0"/>
                  </a:cubicBezTo>
                  <a:cubicBezTo>
                    <a:pt x="151" y="0"/>
                    <a:pt x="173" y="5"/>
                    <a:pt x="192" y="16"/>
                  </a:cubicBezTo>
                  <a:cubicBezTo>
                    <a:pt x="211" y="27"/>
                    <a:pt x="226" y="42"/>
                    <a:pt x="236" y="63"/>
                  </a:cubicBezTo>
                  <a:cubicBezTo>
                    <a:pt x="247" y="83"/>
                    <a:pt x="252" y="106"/>
                    <a:pt x="252" y="133"/>
                  </a:cubicBezTo>
                  <a:moveTo>
                    <a:pt x="88" y="133"/>
                  </a:moveTo>
                  <a:cubicBezTo>
                    <a:pt x="88" y="155"/>
                    <a:pt x="91" y="172"/>
                    <a:pt x="97" y="184"/>
                  </a:cubicBezTo>
                  <a:cubicBezTo>
                    <a:pt x="103" y="195"/>
                    <a:pt x="112" y="201"/>
                    <a:pt x="126" y="201"/>
                  </a:cubicBezTo>
                  <a:cubicBezTo>
                    <a:pt x="140" y="201"/>
                    <a:pt x="149" y="195"/>
                    <a:pt x="155" y="184"/>
                  </a:cubicBezTo>
                  <a:cubicBezTo>
                    <a:pt x="160" y="172"/>
                    <a:pt x="163" y="155"/>
                    <a:pt x="163" y="133"/>
                  </a:cubicBezTo>
                  <a:cubicBezTo>
                    <a:pt x="163" y="111"/>
                    <a:pt x="160" y="94"/>
                    <a:pt x="155" y="83"/>
                  </a:cubicBezTo>
                  <a:cubicBezTo>
                    <a:pt x="149" y="72"/>
                    <a:pt x="139" y="66"/>
                    <a:pt x="126" y="66"/>
                  </a:cubicBezTo>
                  <a:cubicBezTo>
                    <a:pt x="112" y="66"/>
                    <a:pt x="103" y="72"/>
                    <a:pt x="97" y="83"/>
                  </a:cubicBezTo>
                  <a:cubicBezTo>
                    <a:pt x="91" y="94"/>
                    <a:pt x="88" y="111"/>
                    <a:pt x="88" y="133"/>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7" name="Rectangle 9"/>
            <p:cNvSpPr>
              <a:spLocks noChangeArrowheads="1"/>
            </p:cNvSpPr>
            <p:nvPr userDrawn="1"/>
          </p:nvSpPr>
          <p:spPr bwMode="auto">
            <a:xfrm>
              <a:off x="1257300" y="482601"/>
              <a:ext cx="74612" cy="22542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8" name="Rectangle 10"/>
            <p:cNvSpPr>
              <a:spLocks noChangeArrowheads="1"/>
            </p:cNvSpPr>
            <p:nvPr userDrawn="1"/>
          </p:nvSpPr>
          <p:spPr bwMode="auto">
            <a:xfrm>
              <a:off x="1257300" y="404813"/>
              <a:ext cx="74612" cy="50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29" name="Freeform 11"/>
            <p:cNvSpPr>
              <a:spLocks/>
            </p:cNvSpPr>
            <p:nvPr userDrawn="1"/>
          </p:nvSpPr>
          <p:spPr bwMode="auto">
            <a:xfrm>
              <a:off x="1362075" y="411163"/>
              <a:ext cx="158750" cy="300038"/>
            </a:xfrm>
            <a:custGeom>
              <a:avLst/>
              <a:gdLst>
                <a:gd name="T0" fmla="*/ 142 w 184"/>
                <a:gd name="T1" fmla="*/ 274 h 344"/>
                <a:gd name="T2" fmla="*/ 184 w 184"/>
                <a:gd name="T3" fmla="*/ 265 h 344"/>
                <a:gd name="T4" fmla="*/ 184 w 184"/>
                <a:gd name="T5" fmla="*/ 330 h 344"/>
                <a:gd name="T6" fmla="*/ 150 w 184"/>
                <a:gd name="T7" fmla="*/ 341 h 344"/>
                <a:gd name="T8" fmla="*/ 113 w 184"/>
                <a:gd name="T9" fmla="*/ 344 h 344"/>
                <a:gd name="T10" fmla="*/ 50 w 184"/>
                <a:gd name="T11" fmla="*/ 322 h 344"/>
                <a:gd name="T12" fmla="*/ 30 w 184"/>
                <a:gd name="T13" fmla="*/ 255 h 344"/>
                <a:gd name="T14" fmla="*/ 30 w 184"/>
                <a:gd name="T15" fmla="*/ 148 h 344"/>
                <a:gd name="T16" fmla="*/ 0 w 184"/>
                <a:gd name="T17" fmla="*/ 148 h 344"/>
                <a:gd name="T18" fmla="*/ 0 w 184"/>
                <a:gd name="T19" fmla="*/ 81 h 344"/>
                <a:gd name="T20" fmla="*/ 30 w 184"/>
                <a:gd name="T21" fmla="*/ 81 h 344"/>
                <a:gd name="T22" fmla="*/ 30 w 184"/>
                <a:gd name="T23" fmla="*/ 16 h 344"/>
                <a:gd name="T24" fmla="*/ 118 w 184"/>
                <a:gd name="T25" fmla="*/ 0 h 344"/>
                <a:gd name="T26" fmla="*/ 118 w 184"/>
                <a:gd name="T27" fmla="*/ 81 h 344"/>
                <a:gd name="T28" fmla="*/ 174 w 184"/>
                <a:gd name="T29" fmla="*/ 81 h 344"/>
                <a:gd name="T30" fmla="*/ 174 w 184"/>
                <a:gd name="T31" fmla="*/ 148 h 344"/>
                <a:gd name="T32" fmla="*/ 118 w 184"/>
                <a:gd name="T33" fmla="*/ 148 h 344"/>
                <a:gd name="T34" fmla="*/ 118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3" y="274"/>
                    <a:pt x="167" y="271"/>
                    <a:pt x="184" y="265"/>
                  </a:cubicBezTo>
                  <a:cubicBezTo>
                    <a:pt x="184" y="330"/>
                    <a:pt x="184" y="330"/>
                    <a:pt x="184" y="330"/>
                  </a:cubicBezTo>
                  <a:cubicBezTo>
                    <a:pt x="172" y="335"/>
                    <a:pt x="161" y="339"/>
                    <a:pt x="150" y="341"/>
                  </a:cubicBezTo>
                  <a:cubicBezTo>
                    <a:pt x="140" y="343"/>
                    <a:pt x="127" y="344"/>
                    <a:pt x="113" y="344"/>
                  </a:cubicBezTo>
                  <a:cubicBezTo>
                    <a:pt x="84" y="344"/>
                    <a:pt x="63" y="337"/>
                    <a:pt x="50" y="322"/>
                  </a:cubicBezTo>
                  <a:cubicBezTo>
                    <a:pt x="37" y="308"/>
                    <a:pt x="30" y="285"/>
                    <a:pt x="30" y="255"/>
                  </a:cubicBezTo>
                  <a:cubicBezTo>
                    <a:pt x="30" y="148"/>
                    <a:pt x="30" y="148"/>
                    <a:pt x="30" y="148"/>
                  </a:cubicBezTo>
                  <a:cubicBezTo>
                    <a:pt x="0" y="148"/>
                    <a:pt x="0" y="148"/>
                    <a:pt x="0" y="148"/>
                  </a:cubicBezTo>
                  <a:cubicBezTo>
                    <a:pt x="0" y="81"/>
                    <a:pt x="0" y="81"/>
                    <a:pt x="0" y="81"/>
                  </a:cubicBezTo>
                  <a:cubicBezTo>
                    <a:pt x="30" y="81"/>
                    <a:pt x="30" y="81"/>
                    <a:pt x="30" y="81"/>
                  </a:cubicBezTo>
                  <a:cubicBezTo>
                    <a:pt x="30" y="16"/>
                    <a:pt x="30" y="16"/>
                    <a:pt x="30" y="16"/>
                  </a:cubicBezTo>
                  <a:cubicBezTo>
                    <a:pt x="118" y="0"/>
                    <a:pt x="118" y="0"/>
                    <a:pt x="118" y="0"/>
                  </a:cubicBezTo>
                  <a:cubicBezTo>
                    <a:pt x="118" y="81"/>
                    <a:pt x="118" y="81"/>
                    <a:pt x="118" y="81"/>
                  </a:cubicBezTo>
                  <a:cubicBezTo>
                    <a:pt x="174" y="81"/>
                    <a:pt x="174" y="81"/>
                    <a:pt x="174" y="81"/>
                  </a:cubicBezTo>
                  <a:cubicBezTo>
                    <a:pt x="174" y="148"/>
                    <a:pt x="174" y="148"/>
                    <a:pt x="174" y="148"/>
                  </a:cubicBezTo>
                  <a:cubicBezTo>
                    <a:pt x="118" y="148"/>
                    <a:pt x="118" y="148"/>
                    <a:pt x="118" y="148"/>
                  </a:cubicBezTo>
                  <a:cubicBezTo>
                    <a:pt x="118" y="249"/>
                    <a:pt x="118" y="249"/>
                    <a:pt x="118" y="249"/>
                  </a:cubicBezTo>
                  <a:cubicBezTo>
                    <a:pt x="118" y="266"/>
                    <a:pt x="126" y="274"/>
                    <a:pt x="142" y="274"/>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0" name="Freeform 12"/>
            <p:cNvSpPr>
              <a:spLocks/>
            </p:cNvSpPr>
            <p:nvPr userDrawn="1"/>
          </p:nvSpPr>
          <p:spPr bwMode="auto">
            <a:xfrm>
              <a:off x="1535113" y="411163"/>
              <a:ext cx="158750" cy="300038"/>
            </a:xfrm>
            <a:custGeom>
              <a:avLst/>
              <a:gdLst>
                <a:gd name="T0" fmla="*/ 142 w 184"/>
                <a:gd name="T1" fmla="*/ 274 h 344"/>
                <a:gd name="T2" fmla="*/ 184 w 184"/>
                <a:gd name="T3" fmla="*/ 265 h 344"/>
                <a:gd name="T4" fmla="*/ 184 w 184"/>
                <a:gd name="T5" fmla="*/ 330 h 344"/>
                <a:gd name="T6" fmla="*/ 151 w 184"/>
                <a:gd name="T7" fmla="*/ 341 h 344"/>
                <a:gd name="T8" fmla="*/ 114 w 184"/>
                <a:gd name="T9" fmla="*/ 344 h 344"/>
                <a:gd name="T10" fmla="*/ 50 w 184"/>
                <a:gd name="T11" fmla="*/ 322 h 344"/>
                <a:gd name="T12" fmla="*/ 31 w 184"/>
                <a:gd name="T13" fmla="*/ 255 h 344"/>
                <a:gd name="T14" fmla="*/ 31 w 184"/>
                <a:gd name="T15" fmla="*/ 148 h 344"/>
                <a:gd name="T16" fmla="*/ 0 w 184"/>
                <a:gd name="T17" fmla="*/ 148 h 344"/>
                <a:gd name="T18" fmla="*/ 0 w 184"/>
                <a:gd name="T19" fmla="*/ 81 h 344"/>
                <a:gd name="T20" fmla="*/ 31 w 184"/>
                <a:gd name="T21" fmla="*/ 81 h 344"/>
                <a:gd name="T22" fmla="*/ 31 w 184"/>
                <a:gd name="T23" fmla="*/ 15 h 344"/>
                <a:gd name="T24" fmla="*/ 119 w 184"/>
                <a:gd name="T25" fmla="*/ 0 h 344"/>
                <a:gd name="T26" fmla="*/ 119 w 184"/>
                <a:gd name="T27" fmla="*/ 81 h 344"/>
                <a:gd name="T28" fmla="*/ 174 w 184"/>
                <a:gd name="T29" fmla="*/ 81 h 344"/>
                <a:gd name="T30" fmla="*/ 174 w 184"/>
                <a:gd name="T31" fmla="*/ 148 h 344"/>
                <a:gd name="T32" fmla="*/ 119 w 184"/>
                <a:gd name="T33" fmla="*/ 148 h 344"/>
                <a:gd name="T34" fmla="*/ 119 w 184"/>
                <a:gd name="T35" fmla="*/ 249 h 344"/>
                <a:gd name="T36" fmla="*/ 142 w 184"/>
                <a:gd name="T37" fmla="*/ 27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84" h="344">
                  <a:moveTo>
                    <a:pt x="142" y="274"/>
                  </a:moveTo>
                  <a:cubicBezTo>
                    <a:pt x="154" y="274"/>
                    <a:pt x="168" y="271"/>
                    <a:pt x="184" y="265"/>
                  </a:cubicBezTo>
                  <a:cubicBezTo>
                    <a:pt x="184" y="330"/>
                    <a:pt x="184" y="330"/>
                    <a:pt x="184" y="330"/>
                  </a:cubicBezTo>
                  <a:cubicBezTo>
                    <a:pt x="173" y="335"/>
                    <a:pt x="161" y="339"/>
                    <a:pt x="151" y="341"/>
                  </a:cubicBezTo>
                  <a:cubicBezTo>
                    <a:pt x="140" y="343"/>
                    <a:pt x="128" y="344"/>
                    <a:pt x="114" y="344"/>
                  </a:cubicBezTo>
                  <a:cubicBezTo>
                    <a:pt x="84" y="344"/>
                    <a:pt x="63" y="337"/>
                    <a:pt x="50" y="322"/>
                  </a:cubicBezTo>
                  <a:cubicBezTo>
                    <a:pt x="37" y="308"/>
                    <a:pt x="31" y="285"/>
                    <a:pt x="31" y="255"/>
                  </a:cubicBezTo>
                  <a:cubicBezTo>
                    <a:pt x="31" y="148"/>
                    <a:pt x="31" y="148"/>
                    <a:pt x="31" y="148"/>
                  </a:cubicBezTo>
                  <a:cubicBezTo>
                    <a:pt x="0" y="148"/>
                    <a:pt x="0" y="148"/>
                    <a:pt x="0" y="148"/>
                  </a:cubicBezTo>
                  <a:cubicBezTo>
                    <a:pt x="0" y="81"/>
                    <a:pt x="0" y="81"/>
                    <a:pt x="0" y="81"/>
                  </a:cubicBezTo>
                  <a:cubicBezTo>
                    <a:pt x="31" y="81"/>
                    <a:pt x="31" y="81"/>
                    <a:pt x="31" y="81"/>
                  </a:cubicBezTo>
                  <a:cubicBezTo>
                    <a:pt x="31" y="15"/>
                    <a:pt x="31" y="15"/>
                    <a:pt x="31" y="15"/>
                  </a:cubicBezTo>
                  <a:cubicBezTo>
                    <a:pt x="119" y="0"/>
                    <a:pt x="119" y="0"/>
                    <a:pt x="119" y="0"/>
                  </a:cubicBezTo>
                  <a:cubicBezTo>
                    <a:pt x="119" y="81"/>
                    <a:pt x="119" y="81"/>
                    <a:pt x="119" y="81"/>
                  </a:cubicBezTo>
                  <a:cubicBezTo>
                    <a:pt x="174" y="81"/>
                    <a:pt x="174" y="81"/>
                    <a:pt x="174" y="81"/>
                  </a:cubicBezTo>
                  <a:cubicBezTo>
                    <a:pt x="174" y="148"/>
                    <a:pt x="174" y="148"/>
                    <a:pt x="174" y="148"/>
                  </a:cubicBezTo>
                  <a:cubicBezTo>
                    <a:pt x="119" y="148"/>
                    <a:pt x="119" y="148"/>
                    <a:pt x="119" y="148"/>
                  </a:cubicBezTo>
                  <a:cubicBezTo>
                    <a:pt x="119" y="249"/>
                    <a:pt x="119" y="249"/>
                    <a:pt x="119" y="249"/>
                  </a:cubicBezTo>
                  <a:cubicBezTo>
                    <a:pt x="119" y="266"/>
                    <a:pt x="127" y="274"/>
                    <a:pt x="142" y="274"/>
                  </a:cubicBez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1" name="Freeform 13"/>
            <p:cNvSpPr>
              <a:spLocks noEditPoints="1"/>
            </p:cNvSpPr>
            <p:nvPr userDrawn="1"/>
          </p:nvSpPr>
          <p:spPr bwMode="auto">
            <a:xfrm>
              <a:off x="1709738" y="479426"/>
              <a:ext cx="211137" cy="231775"/>
            </a:xfrm>
            <a:custGeom>
              <a:avLst/>
              <a:gdLst>
                <a:gd name="T0" fmla="*/ 213 w 244"/>
                <a:gd name="T1" fmla="*/ 30 h 267"/>
                <a:gd name="T2" fmla="*/ 125 w 244"/>
                <a:gd name="T3" fmla="*/ 0 h 267"/>
                <a:gd name="T4" fmla="*/ 33 w 244"/>
                <a:gd name="T5" fmla="*/ 35 h 267"/>
                <a:gd name="T6" fmla="*/ 0 w 244"/>
                <a:gd name="T7" fmla="*/ 135 h 267"/>
                <a:gd name="T8" fmla="*/ 35 w 244"/>
                <a:gd name="T9" fmla="*/ 233 h 267"/>
                <a:gd name="T10" fmla="*/ 133 w 244"/>
                <a:gd name="T11" fmla="*/ 267 h 267"/>
                <a:gd name="T12" fmla="*/ 185 w 244"/>
                <a:gd name="T13" fmla="*/ 263 h 267"/>
                <a:gd name="T14" fmla="*/ 227 w 244"/>
                <a:gd name="T15" fmla="*/ 249 h 267"/>
                <a:gd name="T16" fmla="*/ 214 w 244"/>
                <a:gd name="T17" fmla="*/ 190 h 267"/>
                <a:gd name="T18" fmla="*/ 186 w 244"/>
                <a:gd name="T19" fmla="*/ 200 h 267"/>
                <a:gd name="T20" fmla="*/ 144 w 244"/>
                <a:gd name="T21" fmla="*/ 204 h 267"/>
                <a:gd name="T22" fmla="*/ 104 w 244"/>
                <a:gd name="T23" fmla="*/ 192 h 267"/>
                <a:gd name="T24" fmla="*/ 88 w 244"/>
                <a:gd name="T25" fmla="*/ 158 h 267"/>
                <a:gd name="T26" fmla="*/ 244 w 244"/>
                <a:gd name="T27" fmla="*/ 158 h 267"/>
                <a:gd name="T28" fmla="*/ 244 w 244"/>
                <a:gd name="T29" fmla="*/ 118 h 267"/>
                <a:gd name="T30" fmla="*/ 213 w 244"/>
                <a:gd name="T31" fmla="*/ 30 h 267"/>
                <a:gd name="T32" fmla="*/ 90 w 244"/>
                <a:gd name="T33" fmla="*/ 102 h 267"/>
                <a:gd name="T34" fmla="*/ 102 w 244"/>
                <a:gd name="T35" fmla="*/ 70 h 267"/>
                <a:gd name="T36" fmla="*/ 128 w 244"/>
                <a:gd name="T37" fmla="*/ 61 h 267"/>
                <a:gd name="T38" fmla="*/ 155 w 244"/>
                <a:gd name="T39" fmla="*/ 72 h 267"/>
                <a:gd name="T40" fmla="*/ 165 w 244"/>
                <a:gd name="T41" fmla="*/ 102 h 267"/>
                <a:gd name="T42" fmla="*/ 90 w 244"/>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4" h="267">
                  <a:moveTo>
                    <a:pt x="213" y="30"/>
                  </a:moveTo>
                  <a:cubicBezTo>
                    <a:pt x="192" y="10"/>
                    <a:pt x="163" y="0"/>
                    <a:pt x="125" y="0"/>
                  </a:cubicBezTo>
                  <a:cubicBezTo>
                    <a:pt x="85" y="0"/>
                    <a:pt x="54" y="12"/>
                    <a:pt x="33" y="35"/>
                  </a:cubicBezTo>
                  <a:cubicBezTo>
                    <a:pt x="11" y="58"/>
                    <a:pt x="0" y="92"/>
                    <a:pt x="0" y="135"/>
                  </a:cubicBezTo>
                  <a:cubicBezTo>
                    <a:pt x="0" y="178"/>
                    <a:pt x="12" y="210"/>
                    <a:pt x="35" y="233"/>
                  </a:cubicBezTo>
                  <a:cubicBezTo>
                    <a:pt x="59" y="256"/>
                    <a:pt x="91" y="267"/>
                    <a:pt x="133" y="267"/>
                  </a:cubicBezTo>
                  <a:cubicBezTo>
                    <a:pt x="153" y="267"/>
                    <a:pt x="171" y="266"/>
                    <a:pt x="185" y="263"/>
                  </a:cubicBezTo>
                  <a:cubicBezTo>
                    <a:pt x="200" y="261"/>
                    <a:pt x="214" y="256"/>
                    <a:pt x="227" y="249"/>
                  </a:cubicBezTo>
                  <a:cubicBezTo>
                    <a:pt x="214" y="190"/>
                    <a:pt x="214" y="190"/>
                    <a:pt x="214" y="190"/>
                  </a:cubicBezTo>
                  <a:cubicBezTo>
                    <a:pt x="204" y="194"/>
                    <a:pt x="195" y="197"/>
                    <a:pt x="186" y="200"/>
                  </a:cubicBezTo>
                  <a:cubicBezTo>
                    <a:pt x="173" y="202"/>
                    <a:pt x="159" y="204"/>
                    <a:pt x="144" y="204"/>
                  </a:cubicBezTo>
                  <a:cubicBezTo>
                    <a:pt x="127" y="204"/>
                    <a:pt x="114" y="200"/>
                    <a:pt x="104" y="192"/>
                  </a:cubicBezTo>
                  <a:cubicBezTo>
                    <a:pt x="94" y="183"/>
                    <a:pt x="89" y="172"/>
                    <a:pt x="88" y="158"/>
                  </a:cubicBezTo>
                  <a:cubicBezTo>
                    <a:pt x="244" y="158"/>
                    <a:pt x="244" y="158"/>
                    <a:pt x="244" y="158"/>
                  </a:cubicBezTo>
                  <a:cubicBezTo>
                    <a:pt x="244" y="118"/>
                    <a:pt x="244" y="118"/>
                    <a:pt x="244" y="118"/>
                  </a:cubicBezTo>
                  <a:cubicBezTo>
                    <a:pt x="244" y="80"/>
                    <a:pt x="234" y="51"/>
                    <a:pt x="213" y="30"/>
                  </a:cubicBezTo>
                  <a:moveTo>
                    <a:pt x="90" y="102"/>
                  </a:moveTo>
                  <a:cubicBezTo>
                    <a:pt x="91" y="87"/>
                    <a:pt x="95" y="77"/>
                    <a:pt x="102" y="70"/>
                  </a:cubicBezTo>
                  <a:cubicBezTo>
                    <a:pt x="109" y="64"/>
                    <a:pt x="118" y="61"/>
                    <a:pt x="128" y="61"/>
                  </a:cubicBezTo>
                  <a:cubicBezTo>
                    <a:pt x="139" y="61"/>
                    <a:pt x="148" y="64"/>
                    <a:pt x="155" y="72"/>
                  </a:cubicBezTo>
                  <a:cubicBezTo>
                    <a:pt x="161" y="79"/>
                    <a:pt x="165" y="89"/>
                    <a:pt x="165" y="102"/>
                  </a:cubicBezTo>
                  <a:lnTo>
                    <a:pt x="90" y="102"/>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sp>
          <p:nvSpPr>
            <p:cNvPr id="32" name="Freeform 14"/>
            <p:cNvSpPr>
              <a:spLocks noEditPoints="1"/>
            </p:cNvSpPr>
            <p:nvPr userDrawn="1"/>
          </p:nvSpPr>
          <p:spPr bwMode="auto">
            <a:xfrm>
              <a:off x="668338" y="479426"/>
              <a:ext cx="209550" cy="231775"/>
            </a:xfrm>
            <a:custGeom>
              <a:avLst/>
              <a:gdLst>
                <a:gd name="T0" fmla="*/ 212 w 243"/>
                <a:gd name="T1" fmla="*/ 30 h 267"/>
                <a:gd name="T2" fmla="*/ 124 w 243"/>
                <a:gd name="T3" fmla="*/ 0 h 267"/>
                <a:gd name="T4" fmla="*/ 32 w 243"/>
                <a:gd name="T5" fmla="*/ 35 h 267"/>
                <a:gd name="T6" fmla="*/ 0 w 243"/>
                <a:gd name="T7" fmla="*/ 135 h 267"/>
                <a:gd name="T8" fmla="*/ 35 w 243"/>
                <a:gd name="T9" fmla="*/ 233 h 267"/>
                <a:gd name="T10" fmla="*/ 132 w 243"/>
                <a:gd name="T11" fmla="*/ 267 h 267"/>
                <a:gd name="T12" fmla="*/ 184 w 243"/>
                <a:gd name="T13" fmla="*/ 263 h 267"/>
                <a:gd name="T14" fmla="*/ 227 w 243"/>
                <a:gd name="T15" fmla="*/ 249 h 267"/>
                <a:gd name="T16" fmla="*/ 213 w 243"/>
                <a:gd name="T17" fmla="*/ 190 h 267"/>
                <a:gd name="T18" fmla="*/ 185 w 243"/>
                <a:gd name="T19" fmla="*/ 200 h 267"/>
                <a:gd name="T20" fmla="*/ 143 w 243"/>
                <a:gd name="T21" fmla="*/ 204 h 267"/>
                <a:gd name="T22" fmla="*/ 103 w 243"/>
                <a:gd name="T23" fmla="*/ 192 h 267"/>
                <a:gd name="T24" fmla="*/ 88 w 243"/>
                <a:gd name="T25" fmla="*/ 158 h 267"/>
                <a:gd name="T26" fmla="*/ 243 w 243"/>
                <a:gd name="T27" fmla="*/ 158 h 267"/>
                <a:gd name="T28" fmla="*/ 243 w 243"/>
                <a:gd name="T29" fmla="*/ 118 h 267"/>
                <a:gd name="T30" fmla="*/ 212 w 243"/>
                <a:gd name="T31" fmla="*/ 30 h 267"/>
                <a:gd name="T32" fmla="*/ 89 w 243"/>
                <a:gd name="T33" fmla="*/ 102 h 267"/>
                <a:gd name="T34" fmla="*/ 102 w 243"/>
                <a:gd name="T35" fmla="*/ 70 h 267"/>
                <a:gd name="T36" fmla="*/ 127 w 243"/>
                <a:gd name="T37" fmla="*/ 61 h 267"/>
                <a:gd name="T38" fmla="*/ 154 w 243"/>
                <a:gd name="T39" fmla="*/ 72 h 267"/>
                <a:gd name="T40" fmla="*/ 164 w 243"/>
                <a:gd name="T41" fmla="*/ 102 h 267"/>
                <a:gd name="T42" fmla="*/ 89 w 243"/>
                <a:gd name="T43" fmla="*/ 10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43" h="267">
                  <a:moveTo>
                    <a:pt x="212" y="30"/>
                  </a:moveTo>
                  <a:cubicBezTo>
                    <a:pt x="191" y="10"/>
                    <a:pt x="162" y="0"/>
                    <a:pt x="124" y="0"/>
                  </a:cubicBezTo>
                  <a:cubicBezTo>
                    <a:pt x="84" y="0"/>
                    <a:pt x="53" y="12"/>
                    <a:pt x="32" y="35"/>
                  </a:cubicBezTo>
                  <a:cubicBezTo>
                    <a:pt x="10" y="58"/>
                    <a:pt x="0" y="92"/>
                    <a:pt x="0" y="135"/>
                  </a:cubicBezTo>
                  <a:cubicBezTo>
                    <a:pt x="0" y="178"/>
                    <a:pt x="11" y="210"/>
                    <a:pt x="35" y="233"/>
                  </a:cubicBezTo>
                  <a:cubicBezTo>
                    <a:pt x="58" y="256"/>
                    <a:pt x="90" y="267"/>
                    <a:pt x="132" y="267"/>
                  </a:cubicBezTo>
                  <a:cubicBezTo>
                    <a:pt x="153" y="267"/>
                    <a:pt x="170" y="266"/>
                    <a:pt x="184" y="263"/>
                  </a:cubicBezTo>
                  <a:cubicBezTo>
                    <a:pt x="199" y="261"/>
                    <a:pt x="213" y="256"/>
                    <a:pt x="227" y="249"/>
                  </a:cubicBezTo>
                  <a:cubicBezTo>
                    <a:pt x="213" y="190"/>
                    <a:pt x="213" y="190"/>
                    <a:pt x="213" y="190"/>
                  </a:cubicBezTo>
                  <a:cubicBezTo>
                    <a:pt x="203" y="194"/>
                    <a:pt x="194" y="197"/>
                    <a:pt x="185" y="200"/>
                  </a:cubicBezTo>
                  <a:cubicBezTo>
                    <a:pt x="172" y="202"/>
                    <a:pt x="158" y="204"/>
                    <a:pt x="143" y="204"/>
                  </a:cubicBezTo>
                  <a:cubicBezTo>
                    <a:pt x="126" y="204"/>
                    <a:pt x="113" y="200"/>
                    <a:pt x="103" y="192"/>
                  </a:cubicBezTo>
                  <a:cubicBezTo>
                    <a:pt x="93" y="183"/>
                    <a:pt x="88" y="172"/>
                    <a:pt x="88" y="158"/>
                  </a:cubicBezTo>
                  <a:cubicBezTo>
                    <a:pt x="243" y="158"/>
                    <a:pt x="243" y="158"/>
                    <a:pt x="243" y="158"/>
                  </a:cubicBezTo>
                  <a:cubicBezTo>
                    <a:pt x="243" y="118"/>
                    <a:pt x="243" y="118"/>
                    <a:pt x="243" y="118"/>
                  </a:cubicBezTo>
                  <a:cubicBezTo>
                    <a:pt x="243" y="80"/>
                    <a:pt x="233" y="51"/>
                    <a:pt x="212" y="30"/>
                  </a:cubicBezTo>
                  <a:moveTo>
                    <a:pt x="89" y="102"/>
                  </a:moveTo>
                  <a:cubicBezTo>
                    <a:pt x="91" y="87"/>
                    <a:pt x="95" y="77"/>
                    <a:pt x="102" y="70"/>
                  </a:cubicBezTo>
                  <a:cubicBezTo>
                    <a:pt x="108" y="64"/>
                    <a:pt x="117" y="61"/>
                    <a:pt x="127" y="61"/>
                  </a:cubicBezTo>
                  <a:cubicBezTo>
                    <a:pt x="138" y="61"/>
                    <a:pt x="147" y="64"/>
                    <a:pt x="154" y="72"/>
                  </a:cubicBezTo>
                  <a:cubicBezTo>
                    <a:pt x="160" y="79"/>
                    <a:pt x="164" y="89"/>
                    <a:pt x="164" y="102"/>
                  </a:cubicBezTo>
                  <a:lnTo>
                    <a:pt x="89" y="102"/>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sz="2600">
                <a:solidFill>
                  <a:schemeClr val="bg1"/>
                </a:solidFill>
              </a:endParaRPr>
            </a:p>
          </p:txBody>
        </p:sp>
      </p:grpSp>
      <p:sp>
        <p:nvSpPr>
          <p:cNvPr id="18" name="Rectangle 17"/>
          <p:cNvSpPr/>
          <p:nvPr userDrawn="1"/>
        </p:nvSpPr>
        <p:spPr>
          <a:xfrm>
            <a:off x="462811" y="5421731"/>
            <a:ext cx="2462213" cy="338554"/>
          </a:xfrm>
          <a:prstGeom prst="rect">
            <a:avLst/>
          </a:prstGeom>
        </p:spPr>
        <p:txBody>
          <a:bodyPr wrap="none" lIns="0" tIns="0" rIns="0" bIns="0">
            <a:spAutoFit/>
          </a:bodyPr>
          <a:lstStyle/>
          <a:p>
            <a:pPr>
              <a:spcBef>
                <a:spcPts val="600"/>
              </a:spcBef>
              <a:spcAft>
                <a:spcPts val="600"/>
              </a:spcAft>
            </a:pPr>
            <a:r>
              <a:rPr lang="en-US" sz="2200" b="1">
                <a:solidFill>
                  <a:schemeClr val="bg1"/>
                </a:solidFill>
                <a:latin typeface="Verdana" charset="0"/>
                <a:ea typeface="Verdana" charset="0"/>
                <a:cs typeface="Verdana" charset="0"/>
              </a:rPr>
              <a:t>SAP BTP</a:t>
            </a:r>
            <a:r>
              <a:rPr lang="en-US" sz="2200" b="1" baseline="0">
                <a:solidFill>
                  <a:schemeClr val="bg1"/>
                </a:solidFill>
                <a:latin typeface="Verdana" charset="0"/>
                <a:ea typeface="Verdana" charset="0"/>
                <a:cs typeface="Verdana" charset="0"/>
              </a:rPr>
              <a:t>	</a:t>
            </a:r>
            <a:endParaRPr lang="en-US" sz="2200">
              <a:solidFill>
                <a:schemeClr val="bg1"/>
              </a:solidFill>
              <a:latin typeface="Verdana" charset="0"/>
              <a:ea typeface="Verdana" charset="0"/>
              <a:cs typeface="Verdana" charset="0"/>
            </a:endParaRPr>
          </a:p>
        </p:txBody>
      </p:sp>
      <p:sp>
        <p:nvSpPr>
          <p:cNvPr id="2" name="TextBox 1"/>
          <p:cNvSpPr txBox="1"/>
          <p:nvPr userDrawn="1"/>
        </p:nvSpPr>
        <p:spPr bwMode="gray">
          <a:xfrm>
            <a:off x="172720" y="152400"/>
            <a:ext cx="914400" cy="914400"/>
          </a:xfrm>
          <a:prstGeom prst="rect">
            <a:avLst/>
          </a:prstGeom>
        </p:spPr>
        <p:txBody>
          <a:bodyPr wrap="none" lIns="0" rIns="0" rtlCol="0" anchor="b" anchorCtr="0">
            <a:normAutofit/>
          </a:bodyPr>
          <a:lstStyle/>
          <a:p>
            <a:pPr>
              <a:lnSpc>
                <a:spcPts val="900"/>
              </a:lnSpc>
            </a:pPr>
            <a:endParaRPr lang="en-US" sz="1300" b="1">
              <a:solidFill>
                <a:schemeClr val="tx1"/>
              </a:solidFill>
            </a:endParaRPr>
          </a:p>
        </p:txBody>
      </p:sp>
      <p:pic>
        <p:nvPicPr>
          <p:cNvPr id="6" name="Picture 5">
            <a:extLst>
              <a:ext uri="{FF2B5EF4-FFF2-40B4-BE49-F238E27FC236}">
                <a16:creationId xmlns:a16="http://schemas.microsoft.com/office/drawing/2014/main" id="{17AD5A8C-FC13-4EA7-A25A-6DDF29D7C28F}"/>
              </a:ext>
            </a:extLst>
          </p:cNvPr>
          <p:cNvPicPr>
            <a:picLocks noChangeAspect="1"/>
          </p:cNvPicPr>
          <p:nvPr userDrawn="1"/>
        </p:nvPicPr>
        <p:blipFill>
          <a:blip r:embed="rId2"/>
          <a:stretch>
            <a:fillRect/>
          </a:stretch>
        </p:blipFill>
        <p:spPr>
          <a:xfrm>
            <a:off x="3722367" y="451165"/>
            <a:ext cx="5116785" cy="5461819"/>
          </a:xfrm>
          <a:prstGeom prst="rect">
            <a:avLst/>
          </a:prstGeom>
        </p:spPr>
      </p:pic>
    </p:spTree>
    <p:extLst>
      <p:ext uri="{BB962C8B-B14F-4D97-AF65-F5344CB8AC3E}">
        <p14:creationId xmlns:p14="http://schemas.microsoft.com/office/powerpoint/2010/main" val="1882722224"/>
      </p:ext>
    </p:extLst>
  </p:cSld>
  <p:clrMapOvr>
    <a:masterClrMapping/>
  </p:clrMapOvr>
  <p:transition>
    <p:fade/>
  </p:transition>
  <p:extLst>
    <p:ext uri="{DCECCB84-F9BA-43D5-87BE-67443E8EF086}">
      <p15:sldGuideLst xmlns:p15="http://schemas.microsoft.com/office/powerpoint/2012/main">
        <p15:guide id="1" orient="horz" pos="408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400" b="0" i="0">
                <a:solidFill>
                  <a:schemeClr val="tx1"/>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7/18/2024</a:t>
            </a:fld>
            <a:endParaRPr lang="en-US"/>
          </a:p>
        </p:txBody>
      </p:sp>
      <p:sp>
        <p:nvSpPr>
          <p:cNvPr id="6" name="Holder 6"/>
          <p:cNvSpPr>
            <a:spLocks noGrp="1"/>
          </p:cNvSpPr>
          <p:nvPr>
            <p:ph type="sldNum" sz="quarter" idx="7"/>
          </p:nvPr>
        </p:nvSpPr>
        <p:spPr/>
        <p:txBody>
          <a:bodyPr lIns="0" tIns="0" rIns="0" bIns="0"/>
          <a:lstStyle>
            <a:lvl1pPr>
              <a:defRPr sz="800" b="0" i="0">
                <a:solidFill>
                  <a:srgbClr val="ADADAD"/>
                </a:solidFill>
                <a:latin typeface="Open Sans"/>
                <a:cs typeface="Open Sans"/>
              </a:defRPr>
            </a:lvl1pPr>
          </a:lstStyle>
          <a:p>
            <a:pPr marL="25400">
              <a:lnSpc>
                <a:spcPct val="100000"/>
              </a:lnSpc>
              <a:spcBef>
                <a:spcPts val="160"/>
              </a:spcBef>
            </a:pPr>
            <a:fld id="{81D60167-4931-47E6-BA6A-407CBD079E47}" type="slidenum">
              <a:rPr dirty="0"/>
              <a:t>‹#›</a:t>
            </a:fld>
            <a:r>
              <a:t> | Copyright </a:t>
            </a:r>
            <a:r>
              <a:rPr spc="5"/>
              <a:t>© </a:t>
            </a:r>
            <a:r>
              <a:rPr spc="-5"/>
              <a:t>2017 </a:t>
            </a:r>
            <a:r>
              <a:t>Deloitte Development LLC. </a:t>
            </a:r>
            <a:r>
              <a:rPr spc="-5"/>
              <a:t>All </a:t>
            </a:r>
            <a:r>
              <a:t>rights</a:t>
            </a:r>
            <a:r>
              <a:rPr spc="-40"/>
              <a:t> </a:t>
            </a:r>
            <a:r>
              <a:t>reserved.</a:t>
            </a:r>
          </a:p>
        </p:txBody>
      </p:sp>
    </p:spTree>
    <p:extLst>
      <p:ext uri="{BB962C8B-B14F-4D97-AF65-F5344CB8AC3E}">
        <p14:creationId xmlns:p14="http://schemas.microsoft.com/office/powerpoint/2010/main" val="185133293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240270"/>
            <a:ext cx="11094171" cy="858108"/>
          </a:xfrm>
        </p:spPr>
        <p:txBody>
          <a:bodyPr/>
          <a:lstStyle/>
          <a:p>
            <a:r>
              <a:rPr lang="en-US"/>
              <a:t>Click to edit Master title style</a:t>
            </a:r>
          </a:p>
        </p:txBody>
      </p:sp>
      <p:sp>
        <p:nvSpPr>
          <p:cNvPr id="3" name="Content Placeholder 2"/>
          <p:cNvSpPr>
            <a:spLocks noGrp="1"/>
          </p:cNvSpPr>
          <p:nvPr>
            <p:ph sz="half" idx="1"/>
          </p:nvPr>
        </p:nvSpPr>
        <p:spPr>
          <a:xfrm>
            <a:off x="548640" y="1331626"/>
            <a:ext cx="5384800" cy="4912003"/>
          </a:xfrm>
        </p:spPr>
        <p:txBody>
          <a:bodyPr vert="horz" lIns="0" tIns="0" rIns="0" bIns="0" rtlCol="0">
            <a:noAutofit/>
          </a:bodyPr>
          <a:lstStyle>
            <a:lvl1pPr>
              <a:defRPr lang="en-US" dirty="0" smtClean="0"/>
            </a:lvl1pPr>
            <a:lvl2pPr>
              <a:defRPr lang="en-US" dirty="0" smtClean="0"/>
            </a:lvl2pPr>
            <a:lvl3pPr>
              <a:defRPr lang="en-US" dirty="0" smtClean="0"/>
            </a:lvl3pPr>
            <a:lvl4pPr>
              <a:defRPr lang="en-US" dirty="0" smtClean="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58011" y="1331626"/>
            <a:ext cx="5384800" cy="4912003"/>
          </a:xfrm>
        </p:spPr>
        <p:txBody>
          <a:bodyPr vert="horz" lIns="0" tIns="0" rIns="0" bIns="0" rtlCol="0">
            <a:noAutofit/>
          </a:bodyPr>
          <a:lstStyle>
            <a:lvl1pPr>
              <a:defRPr lang="en-US" smtClean="0"/>
            </a:lvl1pPr>
            <a:lvl2pPr>
              <a:defRPr lang="en-US" smtClean="0"/>
            </a:lvl2pPr>
            <a:lvl3pPr>
              <a:defRPr lang="en-US" smtClean="0"/>
            </a:lvl3pPr>
            <a:lvl4pPr>
              <a:defRPr lang="en-US" smtClean="0"/>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339882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1_Qualifications 2 x 2">
    <p:spTree>
      <p:nvGrpSpPr>
        <p:cNvPr id="1" name=""/>
        <p:cNvGrpSpPr/>
        <p:nvPr/>
      </p:nvGrpSpPr>
      <p:grpSpPr>
        <a:xfrm>
          <a:off x="0" y="0"/>
          <a:ext cx="0" cy="0"/>
          <a:chOff x="0" y="0"/>
          <a:chExt cx="0" cy="0"/>
        </a:xfrm>
      </p:grpSpPr>
      <p:sp>
        <p:nvSpPr>
          <p:cNvPr id="2" name="Title 1"/>
          <p:cNvSpPr>
            <a:spLocks noGrp="1"/>
          </p:cNvSpPr>
          <p:nvPr>
            <p:ph type="title"/>
          </p:nvPr>
        </p:nvSpPr>
        <p:spPr>
          <a:xfrm>
            <a:off x="501651" y="317501"/>
            <a:ext cx="11188700" cy="697888"/>
          </a:xfrm>
        </p:spPr>
        <p:txBody>
          <a:bodyPr/>
          <a:lstStyle/>
          <a:p>
            <a:r>
              <a:rPr lang="en-US"/>
              <a:t>Click to edit Master title style</a:t>
            </a:r>
            <a:endParaRPr lang="en-GB"/>
          </a:p>
        </p:txBody>
      </p:sp>
      <p:sp>
        <p:nvSpPr>
          <p:cNvPr id="7" name="Picture Placeholder 29"/>
          <p:cNvSpPr>
            <a:spLocks noGrp="1"/>
          </p:cNvSpPr>
          <p:nvPr>
            <p:ph type="pic" sz="quarter" idx="20" hasCustomPrompt="1"/>
          </p:nvPr>
        </p:nvSpPr>
        <p:spPr>
          <a:xfrm>
            <a:off x="10424617" y="1857893"/>
            <a:ext cx="1244161" cy="549275"/>
          </a:xfrm>
        </p:spPr>
        <p:txBody>
          <a:bodyPr/>
          <a:lstStyle>
            <a:lvl1pPr marL="0" marR="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sz="900"/>
            </a:lvl1pPr>
          </a:lstStyle>
          <a:p>
            <a:pPr>
              <a:spcBef>
                <a:spcPct val="0"/>
              </a:spcBef>
            </a:pPr>
            <a:r>
              <a:rPr lang="en-US" sz="1200">
                <a:solidFill>
                  <a:schemeClr val="bg1"/>
                </a:solidFill>
              </a:rPr>
              <a:t>Co-brand</a:t>
            </a:r>
            <a:br>
              <a:rPr lang="en-US" sz="1200">
                <a:solidFill>
                  <a:schemeClr val="bg1"/>
                </a:solidFill>
              </a:rPr>
            </a:br>
            <a:r>
              <a:rPr lang="en-US" sz="1200">
                <a:solidFill>
                  <a:schemeClr val="bg1"/>
                </a:solidFill>
              </a:rPr>
              <a:t>Logo</a:t>
            </a:r>
          </a:p>
          <a:p>
            <a:endParaRPr lang="en-GB"/>
          </a:p>
        </p:txBody>
      </p:sp>
      <p:sp>
        <p:nvSpPr>
          <p:cNvPr id="14" name="Picture Placeholder 29"/>
          <p:cNvSpPr>
            <a:spLocks noGrp="1"/>
          </p:cNvSpPr>
          <p:nvPr>
            <p:ph type="pic" sz="quarter" idx="24" hasCustomPrompt="1"/>
          </p:nvPr>
        </p:nvSpPr>
        <p:spPr>
          <a:xfrm>
            <a:off x="4754494" y="4255707"/>
            <a:ext cx="1239381" cy="549275"/>
          </a:xfrm>
        </p:spPr>
        <p:txBody>
          <a:bodyPr/>
          <a:lstStyle>
            <a:lvl1pPr marL="0" marR="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sz="900"/>
            </a:lvl1pPr>
          </a:lstStyle>
          <a:p>
            <a:pPr>
              <a:spcBef>
                <a:spcPct val="0"/>
              </a:spcBef>
            </a:pPr>
            <a:r>
              <a:rPr lang="en-US" sz="1200">
                <a:solidFill>
                  <a:schemeClr val="bg1"/>
                </a:solidFill>
              </a:rPr>
              <a:t>Co-brand</a:t>
            </a:r>
            <a:br>
              <a:rPr lang="en-US" sz="1200">
                <a:solidFill>
                  <a:schemeClr val="bg1"/>
                </a:solidFill>
              </a:rPr>
            </a:br>
            <a:r>
              <a:rPr lang="en-US" sz="1200">
                <a:solidFill>
                  <a:schemeClr val="bg1"/>
                </a:solidFill>
              </a:rPr>
              <a:t>Logo</a:t>
            </a:r>
          </a:p>
          <a:p>
            <a:endParaRPr lang="en-GB"/>
          </a:p>
        </p:txBody>
      </p:sp>
      <p:sp>
        <p:nvSpPr>
          <p:cNvPr id="15" name="Picture Placeholder 29"/>
          <p:cNvSpPr>
            <a:spLocks noGrp="1"/>
          </p:cNvSpPr>
          <p:nvPr>
            <p:ph type="pic" sz="quarter" idx="25" hasCustomPrompt="1"/>
          </p:nvPr>
        </p:nvSpPr>
        <p:spPr>
          <a:xfrm>
            <a:off x="10424617" y="4249683"/>
            <a:ext cx="1244160" cy="549275"/>
          </a:xfrm>
        </p:spPr>
        <p:txBody>
          <a:bodyPr/>
          <a:lstStyle>
            <a:lvl1pPr marL="0" marR="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sz="900"/>
            </a:lvl1pPr>
          </a:lstStyle>
          <a:p>
            <a:pPr>
              <a:spcBef>
                <a:spcPct val="0"/>
              </a:spcBef>
            </a:pPr>
            <a:r>
              <a:rPr lang="en-US" sz="1200">
                <a:solidFill>
                  <a:schemeClr val="bg1"/>
                </a:solidFill>
              </a:rPr>
              <a:t>Co-brand</a:t>
            </a:r>
            <a:br>
              <a:rPr lang="en-US" sz="1200">
                <a:solidFill>
                  <a:schemeClr val="bg1"/>
                </a:solidFill>
              </a:rPr>
            </a:br>
            <a:r>
              <a:rPr lang="en-US" sz="1200">
                <a:solidFill>
                  <a:schemeClr val="bg1"/>
                </a:solidFill>
              </a:rPr>
              <a:t>Logo</a:t>
            </a:r>
          </a:p>
          <a:p>
            <a:endParaRPr lang="en-GB"/>
          </a:p>
        </p:txBody>
      </p:sp>
      <p:sp>
        <p:nvSpPr>
          <p:cNvPr id="16" name="Text Placeholder 8"/>
          <p:cNvSpPr>
            <a:spLocks noGrp="1"/>
          </p:cNvSpPr>
          <p:nvPr>
            <p:ph type="body" sz="quarter" idx="13" hasCustomPrompt="1"/>
          </p:nvPr>
        </p:nvSpPr>
        <p:spPr>
          <a:xfrm>
            <a:off x="501651" y="651600"/>
            <a:ext cx="11197501" cy="594360"/>
          </a:xfrm>
          <a:prstGeom prst="rect">
            <a:avLst/>
          </a:prstGeom>
        </p:spPr>
        <p:txBody>
          <a:bodyPr lIns="0" tIns="0" rIns="0" bIns="0">
            <a:noAutofit/>
          </a:bodyPr>
          <a:lstStyle>
            <a:lvl1pPr marL="0" indent="0">
              <a:buNone/>
              <a:defRPr sz="1800" b="0">
                <a:solidFill>
                  <a:srgbClr val="575757"/>
                </a:solidFill>
              </a:defRPr>
            </a:lvl1pPr>
          </a:lstStyle>
          <a:p>
            <a:pPr lvl="0"/>
            <a:r>
              <a:rPr lang="en-US"/>
              <a:t>Click to add subtitle</a:t>
            </a:r>
          </a:p>
        </p:txBody>
      </p:sp>
      <p:sp>
        <p:nvSpPr>
          <p:cNvPr id="17" name="Picture Placeholder 29"/>
          <p:cNvSpPr>
            <a:spLocks noGrp="1"/>
          </p:cNvSpPr>
          <p:nvPr>
            <p:ph type="pic" sz="quarter" idx="19" hasCustomPrompt="1"/>
          </p:nvPr>
        </p:nvSpPr>
        <p:spPr>
          <a:xfrm>
            <a:off x="4769491" y="1863917"/>
            <a:ext cx="1210207" cy="549275"/>
          </a:xfrm>
        </p:spPr>
        <p:txBody>
          <a:bodyPr/>
          <a:lstStyle>
            <a:lvl1pPr marL="0" marR="0" indent="0" algn="l" defTabSz="914400" rtl="0" eaLnBrk="1" fontAlgn="auto" latinLnBrk="0" hangingPunct="1">
              <a:lnSpc>
                <a:spcPct val="100000"/>
              </a:lnSpc>
              <a:spcBef>
                <a:spcPts val="0"/>
              </a:spcBef>
              <a:spcAft>
                <a:spcPts val="1000"/>
              </a:spcAft>
              <a:buClrTx/>
              <a:buSzTx/>
              <a:buFont typeface="Arial" panose="020B0604020202020204" pitchFamily="34" charset="0"/>
              <a:buNone/>
              <a:tabLst/>
              <a:defRPr sz="900"/>
            </a:lvl1pPr>
          </a:lstStyle>
          <a:p>
            <a:pPr>
              <a:spcBef>
                <a:spcPct val="0"/>
              </a:spcBef>
            </a:pPr>
            <a:r>
              <a:rPr lang="en-US" sz="1200">
                <a:solidFill>
                  <a:schemeClr val="bg1"/>
                </a:solidFill>
              </a:rPr>
              <a:t>Co-brand</a:t>
            </a:r>
            <a:br>
              <a:rPr lang="en-US" sz="1200">
                <a:solidFill>
                  <a:schemeClr val="bg1"/>
                </a:solidFill>
              </a:rPr>
            </a:br>
            <a:r>
              <a:rPr lang="en-US" sz="1200">
                <a:solidFill>
                  <a:schemeClr val="bg1"/>
                </a:solidFill>
              </a:rPr>
              <a:t>Logo</a:t>
            </a:r>
          </a:p>
          <a:p>
            <a:endParaRPr lang="en-GB"/>
          </a:p>
        </p:txBody>
      </p:sp>
    </p:spTree>
    <p:extLst>
      <p:ext uri="{BB962C8B-B14F-4D97-AF65-F5344CB8AC3E}">
        <p14:creationId xmlns:p14="http://schemas.microsoft.com/office/powerpoint/2010/main" val="338947257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1_Title, subtitle, 1 column text with charts">
    <p:bg>
      <p:bgRef idx="1001">
        <a:schemeClr val="bg1"/>
      </p:bgRef>
    </p:bg>
    <p:spTree>
      <p:nvGrpSpPr>
        <p:cNvPr id="1" name=""/>
        <p:cNvGrpSpPr/>
        <p:nvPr/>
      </p:nvGrpSpPr>
      <p:grpSpPr>
        <a:xfrm>
          <a:off x="0" y="0"/>
          <a:ext cx="0" cy="0"/>
          <a:chOff x="0" y="0"/>
          <a:chExt cx="0" cy="0"/>
        </a:xfrm>
      </p:grpSpPr>
      <p:sp>
        <p:nvSpPr>
          <p:cNvPr id="8" name="Text Placeholder 8"/>
          <p:cNvSpPr>
            <a:spLocks noGrp="1"/>
          </p:cNvSpPr>
          <p:nvPr>
            <p:ph type="body" sz="quarter" idx="13" hasCustomPrompt="1"/>
          </p:nvPr>
        </p:nvSpPr>
        <p:spPr>
          <a:xfrm>
            <a:off x="502920" y="651600"/>
            <a:ext cx="11136000" cy="757255"/>
          </a:xfrm>
          <a:prstGeom prst="rect">
            <a:avLst/>
          </a:prstGeom>
        </p:spPr>
        <p:txBody>
          <a:bodyPr lIns="0" tIns="0" rIns="0" bIns="0">
            <a:noAutofit/>
          </a:bodyPr>
          <a:lstStyle>
            <a:lvl1pPr marL="0" indent="0">
              <a:buNone/>
              <a:defRPr sz="1800" b="0">
                <a:solidFill>
                  <a:srgbClr val="BBBCBC"/>
                </a:solidFill>
              </a:defRPr>
            </a:lvl1pPr>
          </a:lstStyle>
          <a:p>
            <a:pPr lvl="0"/>
            <a:r>
              <a:rPr lang="en-US"/>
              <a:t>Click to add subtitle</a:t>
            </a:r>
          </a:p>
        </p:txBody>
      </p:sp>
      <p:sp>
        <p:nvSpPr>
          <p:cNvPr id="9" name="Title Placeholder 1"/>
          <p:cNvSpPr>
            <a:spLocks noGrp="1"/>
          </p:cNvSpPr>
          <p:nvPr>
            <p:ph type="title" hasCustomPrompt="1"/>
          </p:nvPr>
        </p:nvSpPr>
        <p:spPr>
          <a:xfrm>
            <a:off x="502920" y="320040"/>
            <a:ext cx="11136000" cy="469492"/>
          </a:xfrm>
          <a:prstGeom prst="rect">
            <a:avLst/>
          </a:prstGeom>
        </p:spPr>
        <p:txBody>
          <a:bodyPr vert="horz" lIns="0" tIns="0" rIns="0" bIns="0" rtlCol="0" anchor="t" anchorCtr="0">
            <a:noAutofit/>
          </a:bodyPr>
          <a:lstStyle>
            <a:lvl1pPr>
              <a:defRPr/>
            </a:lvl1pPr>
          </a:lstStyle>
          <a:p>
            <a:r>
              <a:rPr lang="en-US"/>
              <a:t>Click to add title</a:t>
            </a:r>
          </a:p>
        </p:txBody>
      </p:sp>
      <p:sp>
        <p:nvSpPr>
          <p:cNvPr id="10" name="Text Placeholder 18"/>
          <p:cNvSpPr>
            <a:spLocks noGrp="1"/>
          </p:cNvSpPr>
          <p:nvPr>
            <p:ph idx="1"/>
          </p:nvPr>
        </p:nvSpPr>
        <p:spPr>
          <a:xfrm>
            <a:off x="502919" y="1700213"/>
            <a:ext cx="11164147" cy="4681538"/>
          </a:xfrm>
          <a:prstGeom prst="rect">
            <a:avLst/>
          </a:prstGeom>
        </p:spPr>
        <p:txBody>
          <a:bodyPr vert="horz" lIns="0" tIns="0" rIns="0" bIns="0" rtlCol="0">
            <a:normAutofit/>
          </a:bodyPr>
          <a:lstStyle>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Box 4"/>
          <p:cNvSpPr txBox="1"/>
          <p:nvPr userDrawn="1"/>
        </p:nvSpPr>
        <p:spPr>
          <a:xfrm>
            <a:off x="11203771" y="6491553"/>
            <a:ext cx="463296" cy="329184"/>
          </a:xfrm>
          <a:prstGeom prst="rect">
            <a:avLst/>
          </a:prstGeom>
          <a:noFill/>
        </p:spPr>
        <p:txBody>
          <a:bodyPr wrap="square" lIns="0" tIns="0" rIns="0" bIns="0" rtlCol="0">
            <a:noAutofit/>
          </a:bodyPr>
          <a:lstStyle/>
          <a:p>
            <a:pPr marL="0" indent="0" algn="r">
              <a:spcBef>
                <a:spcPts val="600"/>
              </a:spcBef>
              <a:buSzPct val="100000"/>
              <a:buFont typeface="Arial"/>
              <a:buNone/>
            </a:pPr>
            <a:fld id="{C58DF478-B544-4ED8-9ED4-6A2648E2D233}" type="slidenum">
              <a:rPr lang="en-US" sz="650" noProof="0" smtClean="0">
                <a:solidFill>
                  <a:schemeClr val="tx1"/>
                </a:solidFill>
              </a:rPr>
              <a:pPr marL="0" indent="0" algn="r">
                <a:spcBef>
                  <a:spcPts val="600"/>
                </a:spcBef>
                <a:buSzPct val="100000"/>
                <a:buFont typeface="Arial"/>
                <a:buNone/>
              </a:pPr>
              <a:t>‹#›</a:t>
            </a:fld>
            <a:endParaRPr lang="en-US" sz="650" noProof="0">
              <a:solidFill>
                <a:schemeClr val="tx1"/>
              </a:solidFill>
            </a:endParaRPr>
          </a:p>
        </p:txBody>
      </p:sp>
    </p:spTree>
    <p:extLst>
      <p:ext uri="{BB962C8B-B14F-4D97-AF65-F5344CB8AC3E}">
        <p14:creationId xmlns:p14="http://schemas.microsoft.com/office/powerpoint/2010/main" val="67272912"/>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tags" Target="../tags/tag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oleObject" Target="../embeddings/oleObject1.bin"/><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47"/>
            </p:custDataLst>
            <p:extLst>
              <p:ext uri="{D42A27DB-BD31-4B8C-83A1-F6EECF244321}">
                <p14:modId xmlns:p14="http://schemas.microsoft.com/office/powerpoint/2010/main" val="1616855049"/>
              </p:ext>
            </p:extLst>
          </p:nvPr>
        </p:nvGraphicFramePr>
        <p:xfrm>
          <a:off x="2119" y="1589"/>
          <a:ext cx="2116" cy="1587"/>
        </p:xfrm>
        <a:graphic>
          <a:graphicData uri="http://schemas.openxmlformats.org/presentationml/2006/ole">
            <mc:AlternateContent xmlns:mc="http://schemas.openxmlformats.org/markup-compatibility/2006">
              <mc:Choice xmlns:v="urn:schemas-microsoft-com:vml" Requires="v">
                <p:oleObj name="think-cell Slide" r:id="rId48" imgW="270" imgH="270" progId="TCLayout.ActiveDocument.1">
                  <p:embed/>
                </p:oleObj>
              </mc:Choice>
              <mc:Fallback>
                <p:oleObj name="think-cell Slide" r:id="rId48" imgW="270" imgH="270" progId="TCLayout.ActiveDocument.1">
                  <p:embed/>
                  <p:pic>
                    <p:nvPicPr>
                      <p:cNvPr id="4" name="Object 3" hidden="1"/>
                      <p:cNvPicPr/>
                      <p:nvPr/>
                    </p:nvPicPr>
                    <p:blipFill>
                      <a:blip r:embed="rId49"/>
                      <a:stretch>
                        <a:fillRect/>
                      </a:stretch>
                    </p:blipFill>
                    <p:spPr>
                      <a:xfrm>
                        <a:off x="2119" y="1589"/>
                        <a:ext cx="2116" cy="1587"/>
                      </a:xfrm>
                      <a:prstGeom prst="rect">
                        <a:avLst/>
                      </a:prstGeom>
                    </p:spPr>
                  </p:pic>
                </p:oleObj>
              </mc:Fallback>
            </mc:AlternateContent>
          </a:graphicData>
        </a:graphic>
      </p:graphicFrame>
      <p:sp>
        <p:nvSpPr>
          <p:cNvPr id="2" name="Title Placeholder 1"/>
          <p:cNvSpPr>
            <a:spLocks noGrp="1"/>
          </p:cNvSpPr>
          <p:nvPr>
            <p:ph type="title"/>
          </p:nvPr>
        </p:nvSpPr>
        <p:spPr bwMode="gray">
          <a:xfrm>
            <a:off x="469900" y="402586"/>
            <a:ext cx="11252200" cy="692151"/>
          </a:xfrm>
          <a:prstGeom prst="rect">
            <a:avLst/>
          </a:prstGeom>
        </p:spPr>
        <p:txBody>
          <a:bodyPr vert="horz" lIns="0" tIns="0" rIns="0" bIns="0" rtlCol="0" anchor="t" anchorCtr="0">
            <a:noAutofit/>
          </a:bodyPr>
          <a:lstStyle/>
          <a:p>
            <a:r>
              <a:rPr lang="en-US" noProof="0"/>
              <a:t>Click to edit Master title style</a:t>
            </a:r>
          </a:p>
        </p:txBody>
      </p:sp>
      <p:sp>
        <p:nvSpPr>
          <p:cNvPr id="19" name="Text Placeholder 18"/>
          <p:cNvSpPr>
            <a:spLocks noGrp="1"/>
          </p:cNvSpPr>
          <p:nvPr>
            <p:ph type="body" idx="1"/>
          </p:nvPr>
        </p:nvSpPr>
        <p:spPr>
          <a:xfrm>
            <a:off x="469900" y="1665290"/>
            <a:ext cx="11252200" cy="4633911"/>
          </a:xfrm>
          <a:prstGeom prst="rect">
            <a:avLst/>
          </a:prstGeom>
        </p:spPr>
        <p:txBody>
          <a:bodyPr vert="horz" lIns="0" tIns="0" rIns="0" bIns="0" rtlCol="0">
            <a:no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CaseCode"/>
          <p:cNvSpPr txBox="1"/>
          <p:nvPr userDrawn="1"/>
        </p:nvSpPr>
        <p:spPr>
          <a:xfrm>
            <a:off x="6336000" y="6476999"/>
            <a:ext cx="4896560" cy="138499"/>
          </a:xfrm>
          <a:prstGeom prst="rect">
            <a:avLst/>
          </a:prstGeom>
          <a:noFill/>
        </p:spPr>
        <p:txBody>
          <a:bodyPr vert="horz" wrap="square" lIns="0" tIns="0" rIns="0" bIns="0" rtlCol="0" anchor="t">
            <a:noAutofit/>
          </a:bodyPr>
          <a:lstStyle/>
          <a:p>
            <a:pPr marL="0" indent="0" algn="r" defTabSz="1219170" rtl="0" eaLnBrk="1" latinLnBrk="0" hangingPunct="1">
              <a:spcBef>
                <a:spcPts val="0"/>
              </a:spcBef>
              <a:buSzPct val="100000"/>
              <a:buFontTx/>
              <a:buNone/>
            </a:pPr>
            <a:r>
              <a:rPr lang="en-US" sz="900" b="0" noProof="0">
                <a:solidFill>
                  <a:schemeClr val="tx1"/>
                </a:solidFill>
                <a:latin typeface="+mn-lt"/>
              </a:rPr>
              <a:t>SAP BTP | SAP Build Process Automation</a:t>
            </a:r>
          </a:p>
        </p:txBody>
      </p:sp>
      <p:sp>
        <p:nvSpPr>
          <p:cNvPr id="11" name="Copyright"/>
          <p:cNvSpPr txBox="1"/>
          <p:nvPr userDrawn="1"/>
        </p:nvSpPr>
        <p:spPr>
          <a:xfrm>
            <a:off x="459740" y="6757973"/>
            <a:ext cx="5355167" cy="100027"/>
          </a:xfrm>
          <a:prstGeom prst="rect">
            <a:avLst/>
          </a:prstGeom>
          <a:noFill/>
        </p:spPr>
        <p:txBody>
          <a:bodyPr vert="horz" wrap="square" lIns="0" tIns="0" rIns="0" bIns="0" rtlCol="0" anchor="t">
            <a:noAutofit/>
          </a:bodyPr>
          <a:lstStyle/>
          <a:p>
            <a:pPr marL="0" indent="0" algn="l" defTabSz="1219170" rtl="0" eaLnBrk="1" latinLnBrk="0" hangingPunct="1">
              <a:spcBef>
                <a:spcPts val="800"/>
              </a:spcBef>
              <a:buSzPct val="100000"/>
              <a:buFont typeface="Arial"/>
              <a:buNone/>
            </a:pPr>
            <a:r>
              <a:rPr lang="en-US" sz="650" b="0" noProof="0">
                <a:solidFill>
                  <a:schemeClr val="tx1"/>
                </a:solidFill>
                <a:latin typeface="+mn-lt"/>
              </a:rPr>
              <a:t>Copyright © 2019 Deloitte Development LLC. All rights reserved.</a:t>
            </a:r>
          </a:p>
        </p:txBody>
      </p:sp>
      <p:sp>
        <p:nvSpPr>
          <p:cNvPr id="12" name="TextBox 11"/>
          <p:cNvSpPr txBox="1"/>
          <p:nvPr userDrawn="1"/>
        </p:nvSpPr>
        <p:spPr>
          <a:xfrm>
            <a:off x="11756393" y="6757973"/>
            <a:ext cx="307975" cy="100027"/>
          </a:xfrm>
          <a:prstGeom prst="rect">
            <a:avLst/>
          </a:prstGeom>
          <a:noFill/>
        </p:spPr>
        <p:txBody>
          <a:bodyPr wrap="square" lIns="0" tIns="0" rIns="0" bIns="0" rtlCol="0">
            <a:spAutoFit/>
          </a:bodyPr>
          <a:lstStyle/>
          <a:p>
            <a:pPr marL="0" indent="0" algn="r">
              <a:spcBef>
                <a:spcPts val="800"/>
              </a:spcBef>
              <a:buSzPct val="100000"/>
              <a:buFont typeface="Arial"/>
              <a:buNone/>
            </a:pPr>
            <a:fld id="{C58DF478-B544-4ED8-9ED4-6A2648E2D233}" type="slidenum">
              <a:rPr lang="en-US" sz="650" noProof="0" smtClean="0">
                <a:solidFill>
                  <a:schemeClr val="tx1"/>
                </a:solidFill>
              </a:rPr>
              <a:pPr marL="0" indent="0" algn="r">
                <a:spcBef>
                  <a:spcPts val="800"/>
                </a:spcBef>
                <a:buSzPct val="100000"/>
                <a:buFont typeface="Arial"/>
                <a:buNone/>
              </a:pPr>
              <a:t>‹#›</a:t>
            </a:fld>
            <a:endParaRPr lang="en-US" sz="650" noProof="0">
              <a:solidFill>
                <a:schemeClr val="tx1"/>
              </a:solidFill>
            </a:endParaRPr>
          </a:p>
        </p:txBody>
      </p:sp>
    </p:spTree>
  </p:cSld>
  <p:clrMap bg1="lt1" tx1="dk1" bg2="lt2" tx2="dk2" accent1="accent1" accent2="accent2" accent3="accent3" accent4="accent4" accent5="accent5" accent6="accent6" hlink="hlink" folHlink="folHlink"/>
  <p:sldLayoutIdLst>
    <p:sldLayoutId id="2147483701" r:id="rId1"/>
    <p:sldLayoutId id="2147483702" r:id="rId2"/>
    <p:sldLayoutId id="2147483755" r:id="rId3"/>
    <p:sldLayoutId id="2147483756" r:id="rId4"/>
    <p:sldLayoutId id="2147483703" r:id="rId5"/>
    <p:sldLayoutId id="2147483704" r:id="rId6"/>
    <p:sldLayoutId id="2147483705" r:id="rId7"/>
    <p:sldLayoutId id="2147483706" r:id="rId8"/>
    <p:sldLayoutId id="2147483707" r:id="rId9"/>
    <p:sldLayoutId id="2147483713" r:id="rId10"/>
    <p:sldLayoutId id="2147483708" r:id="rId11"/>
    <p:sldLayoutId id="2147483710" r:id="rId12"/>
    <p:sldLayoutId id="2147483754" r:id="rId13"/>
    <p:sldLayoutId id="2147483711" r:id="rId14"/>
    <p:sldLayoutId id="2147483753" r:id="rId15"/>
    <p:sldLayoutId id="2147483679" r:id="rId16"/>
    <p:sldLayoutId id="2147483712" r:id="rId17"/>
    <p:sldLayoutId id="2147483678" r:id="rId18"/>
    <p:sldLayoutId id="2147483681" r:id="rId19"/>
    <p:sldLayoutId id="2147483735" r:id="rId20"/>
    <p:sldLayoutId id="2147483699" r:id="rId21"/>
    <p:sldLayoutId id="2147483714" r:id="rId22"/>
    <p:sldLayoutId id="2147483697" r:id="rId23"/>
    <p:sldLayoutId id="2147483718" r:id="rId24"/>
    <p:sldLayoutId id="2147483715" r:id="rId25"/>
    <p:sldLayoutId id="2147483716" r:id="rId26"/>
    <p:sldLayoutId id="2147483717" r:id="rId27"/>
    <p:sldLayoutId id="2147483728" r:id="rId28"/>
    <p:sldLayoutId id="2147483720" r:id="rId29"/>
    <p:sldLayoutId id="2147483721" r:id="rId30"/>
    <p:sldLayoutId id="2147483722" r:id="rId31"/>
    <p:sldLayoutId id="2147483695" r:id="rId32"/>
    <p:sldLayoutId id="2147483751" r:id="rId33"/>
    <p:sldLayoutId id="2147483724" r:id="rId34"/>
    <p:sldLayoutId id="2147483725" r:id="rId35"/>
    <p:sldLayoutId id="2147483726" r:id="rId36"/>
    <p:sldLayoutId id="2147483727" r:id="rId37"/>
    <p:sldLayoutId id="2147483698" r:id="rId38"/>
    <p:sldLayoutId id="2147483752" r:id="rId39"/>
    <p:sldLayoutId id="2147483696" r:id="rId40"/>
    <p:sldLayoutId id="2147483757" r:id="rId41"/>
    <p:sldLayoutId id="2147483759" r:id="rId42"/>
    <p:sldLayoutId id="2147483760" r:id="rId43"/>
    <p:sldLayoutId id="2147483766" r:id="rId44"/>
    <p:sldLayoutId id="2147483767" r:id="rId45"/>
  </p:sldLayoutIdLst>
  <p:transition>
    <p:fade/>
  </p:transition>
  <p:hf hdr="0" dt="0"/>
  <p:txStyles>
    <p:titleStyle>
      <a:lvl1pPr algn="l" defTabSz="1219170" rtl="0" eaLnBrk="1" latinLnBrk="0" hangingPunct="1">
        <a:spcBef>
          <a:spcPct val="0"/>
        </a:spcBef>
        <a:buNone/>
        <a:defRPr sz="2000" kern="1200">
          <a:solidFill>
            <a:schemeClr val="tx1"/>
          </a:solidFill>
          <a:latin typeface="+mj-lt"/>
          <a:ea typeface="+mj-ea"/>
          <a:cs typeface="+mj-cs"/>
        </a:defRPr>
      </a:lvl1pPr>
    </p:titleStyle>
    <p:bodyStyle>
      <a:lvl1pPr marL="0" indent="0" algn="l" defTabSz="1219170" rtl="0" eaLnBrk="1" latinLnBrk="0" hangingPunct="1">
        <a:spcBef>
          <a:spcPts val="0"/>
        </a:spcBef>
        <a:spcAft>
          <a:spcPts val="1333"/>
        </a:spcAft>
        <a:buSzPct val="100000"/>
        <a:buFontTx/>
        <a:buNone/>
        <a:defRPr sz="1200" b="0" kern="1200">
          <a:solidFill>
            <a:schemeClr val="tx1"/>
          </a:solidFill>
          <a:latin typeface="+mn-lt"/>
          <a:ea typeface="+mn-ea"/>
          <a:cs typeface="+mn-cs"/>
        </a:defRPr>
      </a:lvl1pPr>
      <a:lvl2pPr marL="127000" indent="-127000" algn="l" defTabSz="1219170" rtl="0" eaLnBrk="1" latinLnBrk="0" hangingPunct="1">
        <a:spcBef>
          <a:spcPts val="0"/>
        </a:spcBef>
        <a:spcAft>
          <a:spcPts val="1333"/>
        </a:spcAft>
        <a:buClrTx/>
        <a:buSzPct val="100000"/>
        <a:buFont typeface="Arial" panose="020B0604020202020204" pitchFamily="34" charset="0"/>
        <a:buChar char="•"/>
        <a:defRPr lang="en-US" sz="1200" b="0" kern="1200" dirty="0" smtClean="0">
          <a:solidFill>
            <a:schemeClr val="tx1"/>
          </a:solidFill>
          <a:latin typeface="+mn-lt"/>
          <a:ea typeface="+mn-ea"/>
          <a:cs typeface="+mn-cs"/>
        </a:defRPr>
      </a:lvl2pPr>
      <a:lvl3pPr marL="279400" indent="-127000" algn="l" defTabSz="1219170" rtl="0" eaLnBrk="1" latinLnBrk="0" hangingPunct="1">
        <a:spcBef>
          <a:spcPts val="0"/>
        </a:spcBef>
        <a:spcAft>
          <a:spcPts val="1333"/>
        </a:spcAft>
        <a:buClrTx/>
        <a:buSzPct val="100000"/>
        <a:buFont typeface="Arial" panose="020B0604020202020204" pitchFamily="34" charset="0"/>
        <a:buChar char="−"/>
        <a:defRPr lang="en-US" sz="1200" kern="1200" dirty="0" smtClean="0">
          <a:solidFill>
            <a:schemeClr val="tx1"/>
          </a:solidFill>
          <a:latin typeface="+mn-lt"/>
          <a:ea typeface="+mn-ea"/>
          <a:cs typeface="+mn-cs"/>
        </a:defRPr>
      </a:lvl3pPr>
      <a:lvl4pPr marL="431800" indent="-127000" algn="l" defTabSz="1219170" rtl="0" eaLnBrk="1" latinLnBrk="0" hangingPunct="1">
        <a:spcBef>
          <a:spcPts val="0"/>
        </a:spcBef>
        <a:spcAft>
          <a:spcPts val="1333"/>
        </a:spcAft>
        <a:buClrTx/>
        <a:buSzPct val="100000"/>
        <a:buFont typeface="Arial" panose="020B0604020202020204" pitchFamily="34" charset="0"/>
        <a:buChar char="◦"/>
        <a:defRPr lang="en-US" sz="1200" kern="1200" baseline="0" dirty="0" smtClean="0">
          <a:solidFill>
            <a:schemeClr val="tx1"/>
          </a:solidFill>
          <a:latin typeface="+mn-lt"/>
          <a:ea typeface="+mn-ea"/>
          <a:cs typeface="+mn-cs"/>
        </a:defRPr>
      </a:lvl4pPr>
      <a:lvl5pPr marL="584200" indent="-127000" algn="l" defTabSz="1064657" rtl="0" eaLnBrk="1" latinLnBrk="0" hangingPunct="1">
        <a:spcBef>
          <a:spcPts val="0"/>
        </a:spcBef>
        <a:spcAft>
          <a:spcPts val="1333"/>
        </a:spcAft>
        <a:buClrTx/>
        <a:buSzPct val="100000"/>
        <a:buFont typeface="Arial" panose="020B0604020202020204" pitchFamily="34" charset="0"/>
        <a:buChar char="−"/>
        <a:tabLst/>
        <a:defRPr lang="en-US" sz="1200" kern="1200" baseline="0" dirty="0" smtClean="0">
          <a:solidFill>
            <a:schemeClr val="tx1"/>
          </a:solidFill>
          <a:latin typeface="+mn-lt"/>
          <a:ea typeface="+mn-ea"/>
          <a:cs typeface="+mn-cs"/>
        </a:defRPr>
      </a:lvl5pPr>
      <a:lvl6pPr marL="710382" indent="-235194" algn="l" defTabSz="1219170" rtl="0" eaLnBrk="1" latinLnBrk="0" hangingPunct="1">
        <a:spcBef>
          <a:spcPts val="0"/>
        </a:spcBef>
        <a:spcAft>
          <a:spcPts val="1333"/>
        </a:spcAft>
        <a:buFont typeface="Verdana" panose="020B0604030504040204" pitchFamily="34" charset="0"/>
        <a:buChar char="−"/>
        <a:defRPr sz="1600" kern="1200" baseline="0">
          <a:solidFill>
            <a:schemeClr val="tx1"/>
          </a:solidFill>
          <a:latin typeface="+mn-lt"/>
          <a:ea typeface="+mn-ea"/>
          <a:cs typeface="+mn-cs"/>
        </a:defRPr>
      </a:lvl6pPr>
      <a:lvl7pPr marL="710382" indent="-235194" algn="l" defTabSz="1219170" rtl="0" eaLnBrk="1" latinLnBrk="0" hangingPunct="1">
        <a:spcBef>
          <a:spcPts val="0"/>
        </a:spcBef>
        <a:spcAft>
          <a:spcPts val="1333"/>
        </a:spcAft>
        <a:buFont typeface="Verdana" panose="020B0604030504040204" pitchFamily="34" charset="0"/>
        <a:buChar char="−"/>
        <a:defRPr sz="1600" kern="1200">
          <a:solidFill>
            <a:schemeClr val="tx1"/>
          </a:solidFill>
          <a:latin typeface="+mn-lt"/>
          <a:ea typeface="+mn-ea"/>
          <a:cs typeface="+mn-cs"/>
        </a:defRPr>
      </a:lvl7pPr>
      <a:lvl8pPr marL="710382" indent="-235194" algn="l" defTabSz="1219170" rtl="0" eaLnBrk="1" latinLnBrk="0" hangingPunct="1">
        <a:spcBef>
          <a:spcPts val="0"/>
        </a:spcBef>
        <a:spcAft>
          <a:spcPts val="1333"/>
        </a:spcAft>
        <a:buFont typeface="Verdana" panose="020B0604030504040204" pitchFamily="34" charset="0"/>
        <a:buChar char="−"/>
        <a:defRPr sz="1600" kern="1200" baseline="0">
          <a:solidFill>
            <a:schemeClr val="tx1"/>
          </a:solidFill>
          <a:latin typeface="+mn-lt"/>
          <a:ea typeface="+mn-ea"/>
          <a:cs typeface="+mn-cs"/>
        </a:defRPr>
      </a:lvl8pPr>
      <a:lvl9pPr marL="710382" indent="-235194" algn="l" defTabSz="1219170" rtl="0" eaLnBrk="1" latinLnBrk="0" hangingPunct="1">
        <a:spcBef>
          <a:spcPts val="0"/>
        </a:spcBef>
        <a:spcAft>
          <a:spcPts val="1333"/>
        </a:spcAft>
        <a:buFont typeface="Verdana" panose="020B0604030504040204" pitchFamily="34" charset="0"/>
        <a:buChar char="−"/>
        <a:defRPr sz="1600" kern="1200" baseline="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098" userDrawn="1">
          <p15:clr>
            <a:srgbClr val="F26B43"/>
          </p15:clr>
        </p15:guide>
        <p15:guide id="2" orient="horz" pos="2160" userDrawn="1">
          <p15:clr>
            <a:srgbClr val="F26B43"/>
          </p15:clr>
        </p15:guide>
        <p15:guide id="3" orient="horz" pos="3968" userDrawn="1">
          <p15:clr>
            <a:srgbClr val="F26B43"/>
          </p15:clr>
        </p15:guide>
        <p15:guide id="4" pos="296" userDrawn="1">
          <p15:clr>
            <a:srgbClr val="F26B43"/>
          </p15:clr>
        </p15:guide>
        <p15:guide id="5" pos="7384" userDrawn="1">
          <p15:clr>
            <a:srgbClr val="F26B43"/>
          </p15:clr>
        </p15:guide>
        <p15:guide id="6" orient="horz" pos="1071" userDrawn="1">
          <p15:clr>
            <a:srgbClr val="F26B43"/>
          </p15:clr>
        </p15:guide>
        <p15:guide id="7" orient="horz" pos="245" userDrawn="1">
          <p15:clr>
            <a:srgbClr val="F26B43"/>
          </p15:clr>
        </p15:guide>
        <p15:guide id="8" orient="horz" pos="4081" userDrawn="1">
          <p15:clr>
            <a:srgbClr val="F26B43"/>
          </p15:clr>
        </p15:guide>
        <p15:guide id="10" pos="4986" userDrawn="1">
          <p15:clr>
            <a:srgbClr val="F26B43"/>
          </p15:clr>
        </p15:guide>
        <p15:guide id="12" pos="1382" userDrawn="1">
          <p15:clr>
            <a:srgbClr val="F26B43"/>
          </p15:clr>
        </p15:guide>
        <p15:guide id="13" pos="1496" userDrawn="1">
          <p15:clr>
            <a:srgbClr val="F26B43"/>
          </p15:clr>
        </p15:guide>
        <p15:guide id="14" pos="2581" userDrawn="1">
          <p15:clr>
            <a:srgbClr val="F26B43"/>
          </p15:clr>
        </p15:guide>
        <p15:guide id="15" pos="2695" userDrawn="1">
          <p15:clr>
            <a:srgbClr val="F26B43"/>
          </p15:clr>
        </p15:guide>
        <p15:guide id="16" pos="6185" userDrawn="1">
          <p15:clr>
            <a:srgbClr val="F26B43"/>
          </p15:clr>
        </p15:guide>
        <p15:guide id="17" pos="3783" userDrawn="1">
          <p15:clr>
            <a:srgbClr val="F26B43"/>
          </p15:clr>
        </p15:guide>
        <p15:guide id="18" pos="3896" userDrawn="1">
          <p15:clr>
            <a:srgbClr val="F26B43"/>
          </p15:clr>
        </p15:guide>
        <p15:guide id="19" pos="3840" userDrawn="1">
          <p15:clr>
            <a:srgbClr val="F26B43"/>
          </p15:clr>
        </p15:guide>
        <p15:guide id="20" pos="6299" userDrawn="1">
          <p15:clr>
            <a:srgbClr val="F26B43"/>
          </p15:clr>
        </p15:guide>
        <p15:guide id="21" orient="horz" pos="1049" userDrawn="1">
          <p15:clr>
            <a:srgbClr val="F26B43"/>
          </p15:clr>
        </p15:guide>
        <p15:guide id="22" orient="horz" pos="641" userDrawn="1">
          <p15:clr>
            <a:srgbClr val="F26B43"/>
          </p15:clr>
        </p15:guide>
        <p15:guide id="23" orient="horz" pos="2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32.xml"/></Relationships>
</file>

<file path=ppt/slides/_rels/slide3.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hyperlink" Target="https://developers.sap.com/tutorials/spa-setup-desktop-agent.html" TargetMode="External"/><Relationship Id="rId7" Type="http://schemas.openxmlformats.org/officeDocument/2006/relationships/oleObject" Target="../embeddings/oleObject2.bin"/><Relationship Id="rId2" Type="http://schemas.openxmlformats.org/officeDocument/2006/relationships/hyperlink" Target="https://tools.hana.ondemand.com/#cloud" TargetMode="External"/><Relationship Id="rId1" Type="http://schemas.openxmlformats.org/officeDocument/2006/relationships/slideLayout" Target="../slideLayouts/slideLayout3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2.xml"/><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0.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ubtitle 5">
            <a:extLst>
              <a:ext uri="{FF2B5EF4-FFF2-40B4-BE49-F238E27FC236}">
                <a16:creationId xmlns:a16="http://schemas.microsoft.com/office/drawing/2014/main" id="{9A40E202-D37F-4FA8-82FB-20DA95C2575A}"/>
              </a:ext>
            </a:extLst>
          </p:cNvPr>
          <p:cNvSpPr>
            <a:spLocks noGrp="1"/>
          </p:cNvSpPr>
          <p:nvPr>
            <p:ph type="subTitle" idx="1"/>
          </p:nvPr>
        </p:nvSpPr>
        <p:spPr>
          <a:xfrm>
            <a:off x="2835667" y="4561726"/>
            <a:ext cx="6272695" cy="1859623"/>
          </a:xfrm>
        </p:spPr>
        <p:txBody>
          <a:bodyPr anchor="t"/>
          <a:lstStyle/>
          <a:p>
            <a:pPr algn="ctr"/>
            <a:r>
              <a:rPr lang="en-US" sz="3200">
                <a:latin typeface="Calibri" panose="020F0502020204030204" pitchFamily="34" charset="0"/>
                <a:cs typeface="Calibri" panose="020F0502020204030204" pitchFamily="34" charset="0"/>
              </a:rPr>
              <a:t>SAP Build Process Automation</a:t>
            </a:r>
            <a:br>
              <a:rPr lang="en-US" sz="3200">
                <a:latin typeface="Calibri" panose="020F0502020204030204" pitchFamily="34" charset="0"/>
                <a:cs typeface="Calibri" panose="020F0502020204030204" pitchFamily="34" charset="0"/>
              </a:rPr>
            </a:br>
            <a:r>
              <a:rPr lang="en-US" sz="3200">
                <a:latin typeface="Calibri" panose="020F0502020204030204" pitchFamily="34" charset="0"/>
                <a:cs typeface="Calibri" panose="020F0502020204030204" pitchFamily="34" charset="0"/>
              </a:rPr>
              <a:t>Day 2</a:t>
            </a:r>
          </a:p>
        </p:txBody>
      </p:sp>
      <p:sp>
        <p:nvSpPr>
          <p:cNvPr id="12" name="Text Placeholder 4"/>
          <p:cNvSpPr>
            <a:spLocks noGrp="1"/>
          </p:cNvSpPr>
          <p:nvPr>
            <p:ph type="body" sz="quarter" idx="10"/>
          </p:nvPr>
        </p:nvSpPr>
        <p:spPr>
          <a:xfrm>
            <a:off x="9742490" y="6547634"/>
            <a:ext cx="2319371" cy="192213"/>
          </a:xfrm>
        </p:spPr>
        <p:txBody>
          <a:bodyPr/>
          <a:lstStyle/>
          <a:p>
            <a:r>
              <a:rPr lang="en-US" noProof="0"/>
              <a:t>Deloitte Consulting LLP</a:t>
            </a:r>
          </a:p>
        </p:txBody>
      </p:sp>
      <p:pic>
        <p:nvPicPr>
          <p:cNvPr id="9" name="Picture Placeholder 8">
            <a:extLst>
              <a:ext uri="{FF2B5EF4-FFF2-40B4-BE49-F238E27FC236}">
                <a16:creationId xmlns:a16="http://schemas.microsoft.com/office/drawing/2014/main" id="{35C13028-3154-401C-868E-0725508DBD0D}"/>
              </a:ext>
            </a:extLst>
          </p:cNvPr>
          <p:cNvPicPr>
            <a:picLocks noGrp="1" noChangeAspect="1"/>
          </p:cNvPicPr>
          <p:nvPr>
            <p:ph type="pic" sz="quarter" idx="11"/>
          </p:nvPr>
        </p:nvPicPr>
        <p:blipFill rotWithShape="1">
          <a:blip r:embed="rId3"/>
          <a:srcRect l="-12641" t="-8657" r="-12641" b="-8657"/>
          <a:stretch/>
        </p:blipFill>
        <p:spPr>
          <a:xfrm>
            <a:off x="3182276" y="113016"/>
            <a:ext cx="5400000" cy="4479532"/>
          </a:xfrm>
        </p:spPr>
      </p:pic>
    </p:spTree>
    <p:extLst>
      <p:ext uri="{BB962C8B-B14F-4D97-AF65-F5344CB8AC3E}">
        <p14:creationId xmlns:p14="http://schemas.microsoft.com/office/powerpoint/2010/main" val="125988806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sz="3200" b="1">
                <a:latin typeface="Calibri" panose="020F0502020204030204" pitchFamily="34" charset="0"/>
                <a:cs typeface="Calibri" panose="020F0502020204030204" pitchFamily="34" charset="0"/>
              </a:rPr>
              <a:t>Agenda for Day 2</a:t>
            </a:r>
          </a:p>
        </p:txBody>
      </p:sp>
      <p:sp>
        <p:nvSpPr>
          <p:cNvPr id="16" name="Pentagon 23">
            <a:extLst>
              <a:ext uri="{FF2B5EF4-FFF2-40B4-BE49-F238E27FC236}">
                <a16:creationId xmlns:a16="http://schemas.microsoft.com/office/drawing/2014/main" id="{3BD204F7-A057-422A-99CB-BE6A85C02AEF}"/>
              </a:ext>
            </a:extLst>
          </p:cNvPr>
          <p:cNvSpPr/>
          <p:nvPr/>
        </p:nvSpPr>
        <p:spPr bwMode="gray">
          <a:xfrm>
            <a:off x="466426" y="2519331"/>
            <a:ext cx="3678240" cy="674794"/>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88900" rIns="88900" bIns="88900" rtlCol="0" anchor="ctr"/>
          <a:lstStyle/>
          <a:p>
            <a:r>
              <a:rPr lang="en-US" sz="1300"/>
              <a:t>Workflows/Business Process in SAP BPA</a:t>
            </a:r>
          </a:p>
        </p:txBody>
      </p:sp>
      <p:sp>
        <p:nvSpPr>
          <p:cNvPr id="18" name="Pentagon 25">
            <a:extLst>
              <a:ext uri="{FF2B5EF4-FFF2-40B4-BE49-F238E27FC236}">
                <a16:creationId xmlns:a16="http://schemas.microsoft.com/office/drawing/2014/main" id="{CE7621EA-909F-4C47-9E0C-646515D9B00C}"/>
              </a:ext>
            </a:extLst>
          </p:cNvPr>
          <p:cNvSpPr/>
          <p:nvPr/>
        </p:nvSpPr>
        <p:spPr bwMode="gray">
          <a:xfrm>
            <a:off x="466426" y="3514959"/>
            <a:ext cx="3678240" cy="685377"/>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88900" rIns="88900" bIns="88900" rtlCol="0" anchor="ctr"/>
          <a:lstStyle/>
          <a:p>
            <a:r>
              <a:rPr lang="en-US" sz="1300"/>
              <a:t>Process Automation</a:t>
            </a:r>
          </a:p>
        </p:txBody>
      </p:sp>
      <p:sp>
        <p:nvSpPr>
          <p:cNvPr id="20" name="Pentagon 27">
            <a:extLst>
              <a:ext uri="{FF2B5EF4-FFF2-40B4-BE49-F238E27FC236}">
                <a16:creationId xmlns:a16="http://schemas.microsoft.com/office/drawing/2014/main" id="{C29703C2-C8EF-4BB2-9A50-03D06F294381}"/>
              </a:ext>
            </a:extLst>
          </p:cNvPr>
          <p:cNvSpPr/>
          <p:nvPr/>
        </p:nvSpPr>
        <p:spPr bwMode="gray">
          <a:xfrm>
            <a:off x="466426" y="4595394"/>
            <a:ext cx="3678240" cy="685377"/>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88900" rIns="88900" bIns="88900" rtlCol="0" anchor="ctr"/>
          <a:lstStyle/>
          <a:p>
            <a:r>
              <a:rPr lang="en-US" sz="1300"/>
              <a:t>Trigger and Monitor</a:t>
            </a:r>
          </a:p>
        </p:txBody>
      </p:sp>
      <p:sp>
        <p:nvSpPr>
          <p:cNvPr id="22" name="Pentagon 29">
            <a:extLst>
              <a:ext uri="{FF2B5EF4-FFF2-40B4-BE49-F238E27FC236}">
                <a16:creationId xmlns:a16="http://schemas.microsoft.com/office/drawing/2014/main" id="{14710C37-F80E-48AA-AD08-9E0A6E5B9DAB}"/>
              </a:ext>
            </a:extLst>
          </p:cNvPr>
          <p:cNvSpPr/>
          <p:nvPr/>
        </p:nvSpPr>
        <p:spPr bwMode="gray">
          <a:xfrm>
            <a:off x="491038" y="1407371"/>
            <a:ext cx="3508907" cy="685377"/>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88900" rIns="88900" bIns="88900" rtlCol="0" anchor="ctr"/>
          <a:lstStyle/>
          <a:p>
            <a:r>
              <a:rPr lang="en-US" sz="1300"/>
              <a:t>Desktop Agent</a:t>
            </a:r>
          </a:p>
        </p:txBody>
      </p:sp>
      <p:pic>
        <p:nvPicPr>
          <p:cNvPr id="7" name="Picture 6">
            <a:extLst>
              <a:ext uri="{FF2B5EF4-FFF2-40B4-BE49-F238E27FC236}">
                <a16:creationId xmlns:a16="http://schemas.microsoft.com/office/drawing/2014/main" id="{E5884EEB-6879-2B01-676F-71315D87FFCA}"/>
              </a:ext>
            </a:extLst>
          </p:cNvPr>
          <p:cNvPicPr>
            <a:picLocks noChangeAspect="1"/>
          </p:cNvPicPr>
          <p:nvPr/>
        </p:nvPicPr>
        <p:blipFill>
          <a:blip r:embed="rId3"/>
          <a:stretch>
            <a:fillRect/>
          </a:stretch>
        </p:blipFill>
        <p:spPr>
          <a:xfrm>
            <a:off x="5587129" y="1738158"/>
            <a:ext cx="5988671" cy="3545594"/>
          </a:xfrm>
          <a:prstGeom prst="rect">
            <a:avLst/>
          </a:prstGeom>
        </p:spPr>
      </p:pic>
      <p:sp>
        <p:nvSpPr>
          <p:cNvPr id="2" name="Pentagon 27">
            <a:extLst>
              <a:ext uri="{FF2B5EF4-FFF2-40B4-BE49-F238E27FC236}">
                <a16:creationId xmlns:a16="http://schemas.microsoft.com/office/drawing/2014/main" id="{1B98E482-D930-7FDA-8F48-3C7212E821F1}"/>
              </a:ext>
            </a:extLst>
          </p:cNvPr>
          <p:cNvSpPr/>
          <p:nvPr/>
        </p:nvSpPr>
        <p:spPr bwMode="gray">
          <a:xfrm>
            <a:off x="466425" y="5653726"/>
            <a:ext cx="3678240" cy="685377"/>
          </a:xfrm>
          <a:prstGeom prst="homePlat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88900" rIns="88900" bIns="88900" rtlCol="0" anchor="ctr"/>
          <a:lstStyle/>
          <a:p>
            <a:r>
              <a:rPr lang="en-US" sz="1300" dirty="0">
                <a:ea typeface="Verdana"/>
              </a:rPr>
              <a:t>Work Zone</a:t>
            </a:r>
          </a:p>
        </p:txBody>
      </p:sp>
    </p:spTree>
    <p:extLst>
      <p:ext uri="{BB962C8B-B14F-4D97-AF65-F5344CB8AC3E}">
        <p14:creationId xmlns:p14="http://schemas.microsoft.com/office/powerpoint/2010/main" val="567236525"/>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469900" y="1054170"/>
            <a:ext cx="11252200" cy="757255"/>
          </a:xfrm>
        </p:spPr>
        <p:txBody>
          <a:bodyPr/>
          <a:lstStyle/>
          <a:p>
            <a:r>
              <a:rPr lang="en-GB" sz="1800"/>
              <a:t>Desktop Agent will be used to connect SAP BTP account to the machine to run and monitor the BOTs developed.</a:t>
            </a:r>
          </a:p>
        </p:txBody>
      </p:sp>
      <p:sp>
        <p:nvSpPr>
          <p:cNvPr id="3" name="Title 2"/>
          <p:cNvSpPr>
            <a:spLocks noGrp="1"/>
          </p:cNvSpPr>
          <p:nvPr>
            <p:ph type="title"/>
          </p:nvPr>
        </p:nvSpPr>
        <p:spPr/>
        <p:txBody>
          <a:bodyPr/>
          <a:lstStyle/>
          <a:p>
            <a:r>
              <a:rPr lang="en-GB" sz="3200" b="1">
                <a:latin typeface="Calibri" panose="020F0502020204030204" pitchFamily="34" charset="0"/>
                <a:cs typeface="Calibri" panose="020F0502020204030204" pitchFamily="34" charset="0"/>
              </a:rPr>
              <a:t>Desktop Agent Set up</a:t>
            </a:r>
          </a:p>
        </p:txBody>
      </p:sp>
      <p:sp>
        <p:nvSpPr>
          <p:cNvPr id="50" name="TextBox 49"/>
          <p:cNvSpPr txBox="1"/>
          <p:nvPr/>
        </p:nvSpPr>
        <p:spPr>
          <a:xfrm>
            <a:off x="2117094" y="1917573"/>
            <a:ext cx="2051428" cy="1077218"/>
          </a:xfrm>
          <a:prstGeom prst="rect">
            <a:avLst/>
          </a:prstGeom>
          <a:noFill/>
        </p:spPr>
        <p:txBody>
          <a:bodyPr wrap="square" lIns="0" tIns="0" rIns="0" bIns="0" rtlCol="0">
            <a:noAutofit/>
          </a:bodyPr>
          <a:lstStyle/>
          <a:p>
            <a:r>
              <a:rPr lang="en-GB" sz="1100" b="1">
                <a:solidFill>
                  <a:schemeClr val="accent3"/>
                </a:solidFill>
              </a:rPr>
              <a:t>Download Desktop Agent from below link</a:t>
            </a:r>
          </a:p>
          <a:p>
            <a:br>
              <a:rPr lang="en-US" sz="1000">
                <a:solidFill>
                  <a:srgbClr val="00A3E0"/>
                </a:solidFill>
                <a:hlinkClick r:id="rId2">
                  <a:extLst>
                    <a:ext uri="{A12FA001-AC4F-418D-AE19-62706E023703}">
                      <ahyp:hlinkClr xmlns:ahyp="http://schemas.microsoft.com/office/drawing/2018/hyperlinkcolor" val="tx"/>
                    </a:ext>
                  </a:extLst>
                </a:hlinkClick>
              </a:rPr>
            </a:br>
            <a:r>
              <a:rPr lang="en-US" sz="1000">
                <a:hlinkClick r:id="rId2">
                  <a:extLst>
                    <a:ext uri="{A12FA001-AC4F-418D-AE19-62706E023703}">
                      <ahyp:hlinkClr xmlns:ahyp="http://schemas.microsoft.com/office/drawing/2018/hyperlinkcolor" val="tx"/>
                    </a:ext>
                  </a:extLst>
                </a:hlinkClick>
              </a:rPr>
              <a:t>SAP Development Tools (ondemand.com)</a:t>
            </a:r>
            <a:endParaRPr lang="en-GB" sz="1100"/>
          </a:p>
        </p:txBody>
      </p:sp>
      <p:sp>
        <p:nvSpPr>
          <p:cNvPr id="52" name="TextBox 51"/>
          <p:cNvSpPr txBox="1"/>
          <p:nvPr/>
        </p:nvSpPr>
        <p:spPr>
          <a:xfrm>
            <a:off x="2117094" y="3385229"/>
            <a:ext cx="2153518" cy="492443"/>
          </a:xfrm>
          <a:prstGeom prst="rect">
            <a:avLst/>
          </a:prstGeom>
          <a:noFill/>
        </p:spPr>
        <p:txBody>
          <a:bodyPr wrap="square" lIns="0" tIns="0" rIns="0" bIns="0" rtlCol="0">
            <a:spAutoFit/>
          </a:bodyPr>
          <a:lstStyle/>
          <a:p>
            <a:pPr algn="ctr">
              <a:spcBef>
                <a:spcPts val="600"/>
              </a:spcBef>
              <a:buSzPct val="100000"/>
            </a:pPr>
            <a:r>
              <a:rPr lang="en-GB" sz="3200">
                <a:solidFill>
                  <a:schemeClr val="accent6">
                    <a:lumMod val="60000"/>
                    <a:lumOff val="40000"/>
                  </a:schemeClr>
                </a:solidFill>
              </a:rPr>
              <a:t>02</a:t>
            </a:r>
          </a:p>
        </p:txBody>
      </p:sp>
      <p:sp>
        <p:nvSpPr>
          <p:cNvPr id="53" name="TextBox 52"/>
          <p:cNvSpPr txBox="1"/>
          <p:nvPr/>
        </p:nvSpPr>
        <p:spPr>
          <a:xfrm>
            <a:off x="340691" y="1859662"/>
            <a:ext cx="2153518" cy="492443"/>
          </a:xfrm>
          <a:prstGeom prst="rect">
            <a:avLst/>
          </a:prstGeom>
          <a:noFill/>
        </p:spPr>
        <p:txBody>
          <a:bodyPr wrap="square" lIns="0" tIns="0" rIns="0" bIns="0" rtlCol="0">
            <a:spAutoFit/>
          </a:bodyPr>
          <a:lstStyle/>
          <a:p>
            <a:pPr algn="ctr">
              <a:spcBef>
                <a:spcPts val="600"/>
              </a:spcBef>
              <a:buSzPct val="100000"/>
            </a:pPr>
            <a:r>
              <a:rPr lang="en-GB" sz="3200">
                <a:solidFill>
                  <a:schemeClr val="accent3"/>
                </a:solidFill>
              </a:rPr>
              <a:t>01</a:t>
            </a:r>
          </a:p>
        </p:txBody>
      </p:sp>
      <p:sp>
        <p:nvSpPr>
          <p:cNvPr id="58" name="TextBox 57"/>
          <p:cNvSpPr txBox="1"/>
          <p:nvPr/>
        </p:nvSpPr>
        <p:spPr>
          <a:xfrm>
            <a:off x="4935096" y="4852885"/>
            <a:ext cx="2153518" cy="492443"/>
          </a:xfrm>
          <a:prstGeom prst="rect">
            <a:avLst/>
          </a:prstGeom>
          <a:noFill/>
        </p:spPr>
        <p:txBody>
          <a:bodyPr wrap="square" lIns="0" tIns="0" rIns="0" bIns="0" rtlCol="0">
            <a:spAutoFit/>
          </a:bodyPr>
          <a:lstStyle/>
          <a:p>
            <a:pPr algn="ctr">
              <a:spcBef>
                <a:spcPts val="600"/>
              </a:spcBef>
              <a:buSzPct val="100000"/>
            </a:pPr>
            <a:r>
              <a:rPr lang="en-GB" sz="3200">
                <a:solidFill>
                  <a:schemeClr val="accent1">
                    <a:lumMod val="75000"/>
                  </a:schemeClr>
                </a:solidFill>
              </a:rPr>
              <a:t>03</a:t>
            </a:r>
          </a:p>
        </p:txBody>
      </p:sp>
      <p:sp>
        <p:nvSpPr>
          <p:cNvPr id="65" name="TextBox 64"/>
          <p:cNvSpPr txBox="1"/>
          <p:nvPr/>
        </p:nvSpPr>
        <p:spPr>
          <a:xfrm>
            <a:off x="4053048" y="3385229"/>
            <a:ext cx="2051428" cy="1077218"/>
          </a:xfrm>
          <a:prstGeom prst="rect">
            <a:avLst/>
          </a:prstGeom>
          <a:noFill/>
        </p:spPr>
        <p:txBody>
          <a:bodyPr wrap="square" lIns="0" tIns="0" rIns="0" bIns="0" rtlCol="0">
            <a:noAutofit/>
          </a:bodyPr>
          <a:lstStyle/>
          <a:p>
            <a:r>
              <a:rPr lang="en-GB" sz="1100" b="1">
                <a:solidFill>
                  <a:schemeClr val="accent6">
                    <a:lumMod val="60000"/>
                    <a:lumOff val="40000"/>
                  </a:schemeClr>
                </a:solidFill>
              </a:rPr>
              <a:t>Configure</a:t>
            </a:r>
          </a:p>
          <a:p>
            <a:endParaRPr lang="en-GB" sz="1100" b="1">
              <a:solidFill>
                <a:schemeClr val="accent2"/>
              </a:solidFill>
            </a:endParaRPr>
          </a:p>
          <a:p>
            <a:r>
              <a:rPr lang="en-GB" sz="1100">
                <a:solidFill>
                  <a:srgbClr val="53565A"/>
                </a:solidFill>
              </a:rPr>
              <a:t>Follow the steps in this </a:t>
            </a:r>
            <a:r>
              <a:rPr lang="en-US" sz="1000">
                <a:hlinkClick r:id="rId3"/>
              </a:rPr>
              <a:t>TUTORIAL</a:t>
            </a:r>
            <a:r>
              <a:rPr lang="en-GB" sz="1100">
                <a:solidFill>
                  <a:srgbClr val="53565A"/>
                </a:solidFill>
              </a:rPr>
              <a:t> to configure your Desktop Agent on Local Machine</a:t>
            </a:r>
          </a:p>
        </p:txBody>
      </p:sp>
      <p:sp>
        <p:nvSpPr>
          <p:cNvPr id="69" name="TextBox 68"/>
          <p:cNvSpPr txBox="1"/>
          <p:nvPr/>
        </p:nvSpPr>
        <p:spPr>
          <a:xfrm>
            <a:off x="6786287" y="4852885"/>
            <a:ext cx="2051428" cy="1077218"/>
          </a:xfrm>
          <a:prstGeom prst="rect">
            <a:avLst/>
          </a:prstGeom>
          <a:noFill/>
        </p:spPr>
        <p:txBody>
          <a:bodyPr wrap="square" lIns="0" tIns="0" rIns="0" bIns="0" rtlCol="0">
            <a:noAutofit/>
          </a:bodyPr>
          <a:lstStyle/>
          <a:p>
            <a:r>
              <a:rPr lang="en-GB" sz="1100" b="1">
                <a:solidFill>
                  <a:schemeClr val="accent1"/>
                </a:solidFill>
              </a:rPr>
              <a:t>Ready to Trigger process automation from SAP Build</a:t>
            </a:r>
          </a:p>
          <a:p>
            <a:endParaRPr lang="en-GB" sz="1100" b="1">
              <a:solidFill>
                <a:schemeClr val="accent1"/>
              </a:solidFill>
            </a:endParaRPr>
          </a:p>
          <a:p>
            <a:r>
              <a:rPr lang="en-GB" sz="1100">
                <a:solidFill>
                  <a:srgbClr val="53565A"/>
                </a:solidFill>
              </a:rPr>
              <a:t>Now add triggers to the developed project and execute from Desktop Agent</a:t>
            </a:r>
          </a:p>
        </p:txBody>
      </p:sp>
      <p:pic>
        <p:nvPicPr>
          <p:cNvPr id="5" name="Picture 4">
            <a:extLst>
              <a:ext uri="{FF2B5EF4-FFF2-40B4-BE49-F238E27FC236}">
                <a16:creationId xmlns:a16="http://schemas.microsoft.com/office/drawing/2014/main" id="{D7F2BEC6-D06C-BD33-C190-318834BFFB29}"/>
              </a:ext>
            </a:extLst>
          </p:cNvPr>
          <p:cNvPicPr>
            <a:picLocks noChangeAspect="1"/>
          </p:cNvPicPr>
          <p:nvPr/>
        </p:nvPicPr>
        <p:blipFill>
          <a:blip r:embed="rId4"/>
          <a:stretch>
            <a:fillRect/>
          </a:stretch>
        </p:blipFill>
        <p:spPr>
          <a:xfrm>
            <a:off x="10811082" y="5219055"/>
            <a:ext cx="409575" cy="428625"/>
          </a:xfrm>
          <a:prstGeom prst="rect">
            <a:avLst/>
          </a:prstGeom>
        </p:spPr>
      </p:pic>
      <p:pic>
        <p:nvPicPr>
          <p:cNvPr id="7" name="Picture 6">
            <a:extLst>
              <a:ext uri="{FF2B5EF4-FFF2-40B4-BE49-F238E27FC236}">
                <a16:creationId xmlns:a16="http://schemas.microsoft.com/office/drawing/2014/main" id="{56ED138F-7875-C70C-3408-E1A1F2E46A35}"/>
              </a:ext>
            </a:extLst>
          </p:cNvPr>
          <p:cNvPicPr>
            <a:picLocks noChangeAspect="1"/>
          </p:cNvPicPr>
          <p:nvPr/>
        </p:nvPicPr>
        <p:blipFill>
          <a:blip r:embed="rId5"/>
          <a:stretch>
            <a:fillRect/>
          </a:stretch>
        </p:blipFill>
        <p:spPr>
          <a:xfrm>
            <a:off x="6138491" y="1523440"/>
            <a:ext cx="2747021" cy="1955973"/>
          </a:xfrm>
          <a:prstGeom prst="rect">
            <a:avLst/>
          </a:prstGeom>
        </p:spPr>
      </p:pic>
      <p:pic>
        <p:nvPicPr>
          <p:cNvPr id="9" name="Picture 8">
            <a:extLst>
              <a:ext uri="{FF2B5EF4-FFF2-40B4-BE49-F238E27FC236}">
                <a16:creationId xmlns:a16="http://schemas.microsoft.com/office/drawing/2014/main" id="{E7CAE709-EE8C-8122-C2FE-E4768C842E57}"/>
              </a:ext>
            </a:extLst>
          </p:cNvPr>
          <p:cNvPicPr>
            <a:picLocks noChangeAspect="1"/>
          </p:cNvPicPr>
          <p:nvPr/>
        </p:nvPicPr>
        <p:blipFill>
          <a:blip r:embed="rId6"/>
          <a:stretch>
            <a:fillRect/>
          </a:stretch>
        </p:blipFill>
        <p:spPr>
          <a:xfrm>
            <a:off x="8725343" y="2803301"/>
            <a:ext cx="2747021" cy="1930446"/>
          </a:xfrm>
          <a:prstGeom prst="rect">
            <a:avLst/>
          </a:prstGeom>
        </p:spPr>
      </p:pic>
      <p:sp>
        <p:nvSpPr>
          <p:cNvPr id="22" name="Arrow: Curved Down 21">
            <a:extLst>
              <a:ext uri="{FF2B5EF4-FFF2-40B4-BE49-F238E27FC236}">
                <a16:creationId xmlns:a16="http://schemas.microsoft.com/office/drawing/2014/main" id="{312C8598-DB60-7035-419C-C3931967F5CC}"/>
              </a:ext>
            </a:extLst>
          </p:cNvPr>
          <p:cNvSpPr/>
          <p:nvPr/>
        </p:nvSpPr>
        <p:spPr bwMode="gray">
          <a:xfrm>
            <a:off x="6295126" y="2310493"/>
            <a:ext cx="5085178" cy="731520"/>
          </a:xfrm>
          <a:prstGeom prst="curvedDownArrow">
            <a:avLst>
              <a:gd name="adj1" fmla="val 16975"/>
              <a:gd name="adj2" fmla="val 41634"/>
              <a:gd name="adj3" fmla="val 44022"/>
            </a:avLst>
          </a:prstGeom>
          <a:solidFill>
            <a:schemeClr val="accent3"/>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US" sz="1600" b="1">
              <a:solidFill>
                <a:schemeClr val="bg1"/>
              </a:solidFill>
            </a:endParaRPr>
          </a:p>
        </p:txBody>
      </p:sp>
      <p:sp>
        <p:nvSpPr>
          <p:cNvPr id="26" name="Arrow: Striped Right 25">
            <a:extLst>
              <a:ext uri="{FF2B5EF4-FFF2-40B4-BE49-F238E27FC236}">
                <a16:creationId xmlns:a16="http://schemas.microsoft.com/office/drawing/2014/main" id="{5AF4BE38-8EDB-FE61-3D76-2A73558C0E78}"/>
              </a:ext>
            </a:extLst>
          </p:cNvPr>
          <p:cNvSpPr/>
          <p:nvPr/>
        </p:nvSpPr>
        <p:spPr bwMode="gray">
          <a:xfrm>
            <a:off x="464733" y="5045813"/>
            <a:ext cx="2230152" cy="1203731"/>
          </a:xfrm>
          <a:prstGeom prst="stripedRightArrow">
            <a:avLst/>
          </a:prstGeom>
          <a:solidFill>
            <a:schemeClr val="accent3"/>
          </a:solidFill>
          <a:ln w="19050" algn="ctr">
            <a:noFill/>
            <a:miter lim="800000"/>
            <a:headEnd/>
            <a:tailEnd/>
          </a:ln>
        </p:spPr>
        <p:txBody>
          <a:bodyPr wrap="square" lIns="88900" tIns="88900" rIns="88900" bIns="88900" rtlCol="0" anchor="ctr"/>
          <a:lstStyle/>
          <a:p>
            <a:pPr algn="ctr">
              <a:lnSpc>
                <a:spcPct val="106000"/>
              </a:lnSpc>
              <a:buFont typeface="Wingdings 2" pitchFamily="18" charset="2"/>
              <a:buNone/>
            </a:pPr>
            <a:endParaRPr lang="en-US" sz="1600" b="1">
              <a:solidFill>
                <a:schemeClr val="bg1"/>
              </a:solidFill>
            </a:endParaRPr>
          </a:p>
        </p:txBody>
      </p:sp>
      <p:sp>
        <p:nvSpPr>
          <p:cNvPr id="27" name="TextBox 26">
            <a:extLst>
              <a:ext uri="{FF2B5EF4-FFF2-40B4-BE49-F238E27FC236}">
                <a16:creationId xmlns:a16="http://schemas.microsoft.com/office/drawing/2014/main" id="{B3520A5F-5DD1-65E9-F6A9-97E7E0C03E14}"/>
              </a:ext>
            </a:extLst>
          </p:cNvPr>
          <p:cNvSpPr txBox="1"/>
          <p:nvPr/>
        </p:nvSpPr>
        <p:spPr bwMode="gray">
          <a:xfrm>
            <a:off x="717682" y="5519432"/>
            <a:ext cx="874644" cy="302352"/>
          </a:xfrm>
          <a:prstGeom prst="rect">
            <a:avLst/>
          </a:prstGeom>
        </p:spPr>
        <p:txBody>
          <a:bodyPr wrap="square" lIns="0" rIns="0" rtlCol="0" anchor="b" anchorCtr="0">
            <a:noAutofit/>
          </a:bodyPr>
          <a:lstStyle/>
          <a:p>
            <a:pPr>
              <a:lnSpc>
                <a:spcPts val="900"/>
              </a:lnSpc>
            </a:pPr>
            <a:r>
              <a:rPr lang="en-US" sz="2000" b="1">
                <a:solidFill>
                  <a:schemeClr val="tx1"/>
                </a:solidFill>
              </a:rPr>
              <a:t>Guide</a:t>
            </a:r>
          </a:p>
        </p:txBody>
      </p:sp>
      <p:graphicFrame>
        <p:nvGraphicFramePr>
          <p:cNvPr id="28" name="Object 27">
            <a:extLst>
              <a:ext uri="{FF2B5EF4-FFF2-40B4-BE49-F238E27FC236}">
                <a16:creationId xmlns:a16="http://schemas.microsoft.com/office/drawing/2014/main" id="{5520380D-D60B-ECDD-D5BB-2527A6D74C6A}"/>
              </a:ext>
            </a:extLst>
          </p:cNvPr>
          <p:cNvGraphicFramePr>
            <a:graphicFrameLocks noChangeAspect="1"/>
          </p:cNvGraphicFramePr>
          <p:nvPr>
            <p:extLst>
              <p:ext uri="{D42A27DB-BD31-4B8C-83A1-F6EECF244321}">
                <p14:modId xmlns:p14="http://schemas.microsoft.com/office/powerpoint/2010/main" val="2528195601"/>
              </p:ext>
            </p:extLst>
          </p:nvPr>
        </p:nvGraphicFramePr>
        <p:xfrm>
          <a:off x="1780485" y="5292417"/>
          <a:ext cx="914400" cy="792163"/>
        </p:xfrm>
        <a:graphic>
          <a:graphicData uri="http://schemas.openxmlformats.org/presentationml/2006/ole">
            <mc:AlternateContent xmlns:mc="http://schemas.openxmlformats.org/markup-compatibility/2006">
              <mc:Choice xmlns:v="urn:schemas-microsoft-com:vml" Requires="v">
                <p:oleObj name="Acrobat Document" showAsIcon="1" r:id="rId7" imgW="914282" imgH="792690" progId="Acrobat.Document.DC">
                  <p:embed/>
                </p:oleObj>
              </mc:Choice>
              <mc:Fallback>
                <p:oleObj name="Acrobat Document" showAsIcon="1" r:id="rId7" imgW="914282" imgH="792690" progId="Acrobat.Document.DC">
                  <p:embed/>
                  <p:pic>
                    <p:nvPicPr>
                      <p:cNvPr id="25" name="Object 24">
                        <a:extLst>
                          <a:ext uri="{FF2B5EF4-FFF2-40B4-BE49-F238E27FC236}">
                            <a16:creationId xmlns:a16="http://schemas.microsoft.com/office/drawing/2014/main" id="{B7EC519F-D37B-C4B6-335D-DC1800B31D03}"/>
                          </a:ext>
                        </a:extLst>
                      </p:cNvPr>
                      <p:cNvPicPr/>
                      <p:nvPr/>
                    </p:nvPicPr>
                    <p:blipFill>
                      <a:blip r:embed="rId8"/>
                      <a:stretch>
                        <a:fillRect/>
                      </a:stretch>
                    </p:blipFill>
                    <p:spPr>
                      <a:xfrm>
                        <a:off x="1780485" y="5292417"/>
                        <a:ext cx="914400" cy="792163"/>
                      </a:xfrm>
                      <a:prstGeom prst="rect">
                        <a:avLst/>
                      </a:prstGeom>
                    </p:spPr>
                  </p:pic>
                </p:oleObj>
              </mc:Fallback>
            </mc:AlternateContent>
          </a:graphicData>
        </a:graphic>
      </p:graphicFrame>
    </p:spTree>
    <p:extLst>
      <p:ext uri="{BB962C8B-B14F-4D97-AF65-F5344CB8AC3E}">
        <p14:creationId xmlns:p14="http://schemas.microsoft.com/office/powerpoint/2010/main" val="108434578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0305" name="Title 28"/>
          <p:cNvSpPr>
            <a:spLocks noGrp="1"/>
          </p:cNvSpPr>
          <p:nvPr>
            <p:ph type="title"/>
          </p:nvPr>
        </p:nvSpPr>
        <p:spPr/>
        <p:txBody>
          <a:bodyPr/>
          <a:lstStyle/>
          <a:p>
            <a:r>
              <a:rPr lang="en-US" sz="3200" b="1">
                <a:latin typeface="Calibri" panose="020F0502020204030204" pitchFamily="34" charset="0"/>
                <a:cs typeface="Calibri" panose="020F0502020204030204" pitchFamily="34" charset="0"/>
              </a:rPr>
              <a:t>Journey So Far</a:t>
            </a:r>
          </a:p>
        </p:txBody>
      </p:sp>
      <p:cxnSp>
        <p:nvCxnSpPr>
          <p:cNvPr id="9" name="AutoShape 8"/>
          <p:cNvCxnSpPr>
            <a:cxnSpLocks noChangeShapeType="1"/>
            <a:stCxn id="5" idx="1"/>
            <a:endCxn id="4" idx="3"/>
          </p:cNvCxnSpPr>
          <p:nvPr/>
        </p:nvCxnSpPr>
        <p:spPr bwMode="auto">
          <a:xfrm rot="10800000" flipV="1">
            <a:off x="3443524" y="1977545"/>
            <a:ext cx="999952" cy="1949226"/>
          </a:xfrm>
          <a:prstGeom prst="bentConnector3">
            <a:avLst>
              <a:gd name="adj1" fmla="val 50000"/>
            </a:avLst>
          </a:prstGeom>
          <a:noFill/>
          <a:ln w="6350">
            <a:solidFill>
              <a:srgbClr val="BBBCBC"/>
            </a:solidFill>
            <a:miter lim="800000"/>
            <a:headEnd type="none" w="sm" len="sm"/>
            <a:tailEnd type="none" w="med" len="lg"/>
          </a:ln>
        </p:spPr>
      </p:cxnSp>
      <p:cxnSp>
        <p:nvCxnSpPr>
          <p:cNvPr id="10" name="AutoShape 9"/>
          <p:cNvCxnSpPr>
            <a:cxnSpLocks noChangeShapeType="1"/>
            <a:stCxn id="4" idx="3"/>
            <a:endCxn id="6" idx="1"/>
          </p:cNvCxnSpPr>
          <p:nvPr/>
        </p:nvCxnSpPr>
        <p:spPr bwMode="auto">
          <a:xfrm flipV="1">
            <a:off x="3443524" y="3249662"/>
            <a:ext cx="999951" cy="677109"/>
          </a:xfrm>
          <a:prstGeom prst="bentConnector3">
            <a:avLst>
              <a:gd name="adj1" fmla="val 50000"/>
            </a:avLst>
          </a:prstGeom>
          <a:noFill/>
          <a:ln w="6350">
            <a:solidFill>
              <a:srgbClr val="BBBCBC"/>
            </a:solidFill>
            <a:miter lim="800000"/>
            <a:headEnd type="none" w="sm" len="sm"/>
            <a:tailEnd type="none" w="med" len="lg"/>
          </a:ln>
        </p:spPr>
      </p:cxnSp>
      <p:cxnSp>
        <p:nvCxnSpPr>
          <p:cNvPr id="11" name="AutoShape 10"/>
          <p:cNvCxnSpPr>
            <a:cxnSpLocks noChangeShapeType="1"/>
            <a:stCxn id="4" idx="3"/>
            <a:endCxn id="7" idx="1"/>
          </p:cNvCxnSpPr>
          <p:nvPr/>
        </p:nvCxnSpPr>
        <p:spPr bwMode="auto">
          <a:xfrm>
            <a:off x="3443524" y="3926771"/>
            <a:ext cx="999952" cy="595008"/>
          </a:xfrm>
          <a:prstGeom prst="bentConnector3">
            <a:avLst>
              <a:gd name="adj1" fmla="val 50000"/>
            </a:avLst>
          </a:prstGeom>
          <a:noFill/>
          <a:ln w="6350">
            <a:solidFill>
              <a:srgbClr val="BBBCBC"/>
            </a:solidFill>
            <a:miter lim="800000"/>
            <a:headEnd type="none" w="sm" len="sm"/>
            <a:tailEnd type="none" w="med" len="lg"/>
          </a:ln>
        </p:spPr>
      </p:cxnSp>
      <p:cxnSp>
        <p:nvCxnSpPr>
          <p:cNvPr id="12" name="AutoShape 11"/>
          <p:cNvCxnSpPr>
            <a:cxnSpLocks noChangeShapeType="1"/>
            <a:stCxn id="4" idx="3"/>
            <a:endCxn id="8" idx="1"/>
          </p:cNvCxnSpPr>
          <p:nvPr/>
        </p:nvCxnSpPr>
        <p:spPr bwMode="auto">
          <a:xfrm>
            <a:off x="3443524" y="3926771"/>
            <a:ext cx="999952" cy="1867124"/>
          </a:xfrm>
          <a:prstGeom prst="bentConnector3">
            <a:avLst>
              <a:gd name="adj1" fmla="val 50000"/>
            </a:avLst>
          </a:prstGeom>
          <a:noFill/>
          <a:ln w="6350">
            <a:solidFill>
              <a:srgbClr val="BBBCBC"/>
            </a:solidFill>
            <a:miter lim="800000"/>
            <a:headEnd type="none" w="sm" len="sm"/>
            <a:tailEnd type="none" w="med" len="lg"/>
          </a:ln>
        </p:spPr>
      </p:cxnSp>
      <p:sp>
        <p:nvSpPr>
          <p:cNvPr id="4" name="Rectangle 3"/>
          <p:cNvSpPr>
            <a:spLocks noChangeArrowheads="1"/>
          </p:cNvSpPr>
          <p:nvPr/>
        </p:nvSpPr>
        <p:spPr bwMode="auto">
          <a:xfrm>
            <a:off x="1889044" y="3561011"/>
            <a:ext cx="1554480" cy="731520"/>
          </a:xfrm>
          <a:prstGeom prst="rect">
            <a:avLst/>
          </a:prstGeom>
          <a:solidFill>
            <a:schemeClr val="tx1"/>
          </a:solidFill>
          <a:ln w="12700" algn="ctr">
            <a:noFill/>
            <a:miter lim="800000"/>
            <a:headEnd type="none" w="sm" len="sm"/>
            <a:tailEnd type="none" w="med" len="lg"/>
          </a:ln>
        </p:spPr>
        <p:txBody>
          <a:bodyPr lIns="88900" tIns="88900" rIns="88900" bIns="88900" anchor="ctr"/>
          <a:lstStyle/>
          <a:p>
            <a:pPr>
              <a:defRPr/>
            </a:pPr>
            <a:r>
              <a:rPr lang="en-US" altLang="ja-JP" sz="2400">
                <a:solidFill>
                  <a:schemeClr val="bg1"/>
                </a:solidFill>
                <a:ea typeface="ＭＳ Ｐゴシック" pitchFamily="50" charset="-128"/>
              </a:rPr>
              <a:t>SAP BTP</a:t>
            </a:r>
          </a:p>
        </p:txBody>
      </p:sp>
      <p:sp>
        <p:nvSpPr>
          <p:cNvPr id="5" name="Rectangle 4"/>
          <p:cNvSpPr>
            <a:spLocks noChangeArrowheads="1"/>
          </p:cNvSpPr>
          <p:nvPr/>
        </p:nvSpPr>
        <p:spPr bwMode="auto">
          <a:xfrm>
            <a:off x="4443476" y="1611785"/>
            <a:ext cx="4481862" cy="731520"/>
          </a:xfrm>
          <a:prstGeom prst="rect">
            <a:avLst/>
          </a:prstGeom>
          <a:noFill/>
          <a:ln w="12700" algn="ctr">
            <a:solidFill>
              <a:schemeClr val="accent2"/>
            </a:solidFill>
            <a:miter lim="800000"/>
            <a:headEnd type="none" w="sm" len="sm"/>
            <a:tailEnd type="none" w="med" len="lg"/>
          </a:ln>
        </p:spPr>
        <p:txBody>
          <a:bodyPr lIns="88900" tIns="88900" rIns="88900" bIns="88900" anchor="ctr"/>
          <a:lstStyle/>
          <a:p>
            <a:pPr>
              <a:defRPr/>
            </a:pPr>
            <a:r>
              <a:rPr lang="en-US" altLang="ja-JP">
                <a:solidFill>
                  <a:schemeClr val="accent2"/>
                </a:solidFill>
                <a:ea typeface="ＭＳ Ｐゴシック" pitchFamily="50" charset="-128"/>
              </a:rPr>
              <a:t>Trial Account Setup</a:t>
            </a:r>
          </a:p>
        </p:txBody>
      </p:sp>
      <p:sp>
        <p:nvSpPr>
          <p:cNvPr id="6" name="Rectangle 5"/>
          <p:cNvSpPr>
            <a:spLocks noChangeArrowheads="1"/>
          </p:cNvSpPr>
          <p:nvPr/>
        </p:nvSpPr>
        <p:spPr bwMode="auto">
          <a:xfrm>
            <a:off x="4443475" y="2883902"/>
            <a:ext cx="4481863" cy="731520"/>
          </a:xfrm>
          <a:prstGeom prst="rect">
            <a:avLst/>
          </a:prstGeom>
          <a:noFill/>
          <a:ln w="12700" algn="ctr">
            <a:solidFill>
              <a:schemeClr val="accent2"/>
            </a:solidFill>
            <a:miter lim="800000"/>
            <a:headEnd type="none" w="sm" len="sm"/>
            <a:tailEnd type="none" w="med" len="lg"/>
          </a:ln>
        </p:spPr>
        <p:txBody>
          <a:bodyPr lIns="88900" tIns="88900" rIns="88900" bIns="88900" anchor="ctr"/>
          <a:lstStyle/>
          <a:p>
            <a:pPr>
              <a:defRPr/>
            </a:pPr>
            <a:r>
              <a:rPr lang="en-US" altLang="ja-JP">
                <a:solidFill>
                  <a:schemeClr val="accent2"/>
                </a:solidFill>
                <a:ea typeface="ＭＳ Ｐゴシック" pitchFamily="50" charset="-128"/>
              </a:rPr>
              <a:t>Roles Addition to Account for Build</a:t>
            </a:r>
          </a:p>
        </p:txBody>
      </p:sp>
      <p:sp>
        <p:nvSpPr>
          <p:cNvPr id="7" name="Rectangle 6"/>
          <p:cNvSpPr>
            <a:spLocks noChangeArrowheads="1"/>
          </p:cNvSpPr>
          <p:nvPr/>
        </p:nvSpPr>
        <p:spPr bwMode="auto">
          <a:xfrm>
            <a:off x="4443476" y="4156019"/>
            <a:ext cx="4481862" cy="731520"/>
          </a:xfrm>
          <a:prstGeom prst="rect">
            <a:avLst/>
          </a:prstGeom>
          <a:noFill/>
          <a:ln w="12700" algn="ctr">
            <a:solidFill>
              <a:schemeClr val="accent2"/>
            </a:solidFill>
            <a:miter lim="800000"/>
            <a:headEnd type="none" w="sm" len="sm"/>
            <a:tailEnd type="none" w="med" len="lg"/>
          </a:ln>
        </p:spPr>
        <p:txBody>
          <a:bodyPr lIns="88900" tIns="88900" rIns="88900" bIns="88900" anchor="ctr"/>
          <a:lstStyle/>
          <a:p>
            <a:pPr>
              <a:defRPr/>
            </a:pPr>
            <a:r>
              <a:rPr lang="en-US" altLang="ja-JP">
                <a:solidFill>
                  <a:schemeClr val="accent2"/>
                </a:solidFill>
                <a:ea typeface="ＭＳ Ｐゴシック" pitchFamily="50" charset="-128"/>
              </a:rPr>
              <a:t>Subscription to SAP Build Process Automation</a:t>
            </a:r>
          </a:p>
        </p:txBody>
      </p:sp>
      <p:sp>
        <p:nvSpPr>
          <p:cNvPr id="8" name="Rectangle 7"/>
          <p:cNvSpPr>
            <a:spLocks noChangeArrowheads="1"/>
          </p:cNvSpPr>
          <p:nvPr/>
        </p:nvSpPr>
        <p:spPr bwMode="auto">
          <a:xfrm>
            <a:off x="4443476" y="5428135"/>
            <a:ext cx="4481862" cy="731520"/>
          </a:xfrm>
          <a:prstGeom prst="rect">
            <a:avLst/>
          </a:prstGeom>
          <a:noFill/>
          <a:ln w="12700" algn="ctr">
            <a:solidFill>
              <a:schemeClr val="accent2"/>
            </a:solidFill>
            <a:miter lim="800000"/>
            <a:headEnd type="none" w="sm" len="sm"/>
            <a:tailEnd type="none" w="med" len="lg"/>
          </a:ln>
        </p:spPr>
        <p:txBody>
          <a:bodyPr lIns="88900" tIns="88900" rIns="88900" bIns="88900" anchor="ctr"/>
          <a:lstStyle/>
          <a:p>
            <a:pPr>
              <a:defRPr/>
            </a:pPr>
            <a:r>
              <a:rPr lang="en-US" altLang="ja-JP">
                <a:solidFill>
                  <a:schemeClr val="accent2"/>
                </a:solidFill>
                <a:ea typeface="ＭＳ Ｐゴシック" pitchFamily="50" charset="-128"/>
              </a:rPr>
              <a:t>Install Desktop Agent and Add Tenant</a:t>
            </a:r>
          </a:p>
        </p:txBody>
      </p:sp>
      <p:pic>
        <p:nvPicPr>
          <p:cNvPr id="30" name="Graphic 29" descr="Completed with solid fill">
            <a:extLst>
              <a:ext uri="{FF2B5EF4-FFF2-40B4-BE49-F238E27FC236}">
                <a16:creationId xmlns:a16="http://schemas.microsoft.com/office/drawing/2014/main" id="{F8810B29-2B7B-25B0-45BC-98217B04BC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59660" y="1520345"/>
            <a:ext cx="914400" cy="914400"/>
          </a:xfrm>
          <a:prstGeom prst="rect">
            <a:avLst/>
          </a:prstGeom>
        </p:spPr>
      </p:pic>
      <p:pic>
        <p:nvPicPr>
          <p:cNvPr id="31" name="Graphic 30" descr="Completed with solid fill">
            <a:extLst>
              <a:ext uri="{FF2B5EF4-FFF2-40B4-BE49-F238E27FC236}">
                <a16:creationId xmlns:a16="http://schemas.microsoft.com/office/drawing/2014/main" id="{5E424258-1A77-1740-D589-A46694E2A16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59660" y="2701022"/>
            <a:ext cx="914400" cy="914400"/>
          </a:xfrm>
          <a:prstGeom prst="rect">
            <a:avLst/>
          </a:prstGeom>
        </p:spPr>
      </p:pic>
      <p:pic>
        <p:nvPicPr>
          <p:cNvPr id="32" name="Graphic 31" descr="Completed with solid fill">
            <a:extLst>
              <a:ext uri="{FF2B5EF4-FFF2-40B4-BE49-F238E27FC236}">
                <a16:creationId xmlns:a16="http://schemas.microsoft.com/office/drawing/2014/main" id="{C1BDF18B-7771-8A98-6F1F-67615810D3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59660" y="3973139"/>
            <a:ext cx="914400" cy="914400"/>
          </a:xfrm>
          <a:prstGeom prst="rect">
            <a:avLst/>
          </a:prstGeom>
        </p:spPr>
      </p:pic>
      <p:pic>
        <p:nvPicPr>
          <p:cNvPr id="33" name="Graphic 32" descr="Completed with solid fill">
            <a:extLst>
              <a:ext uri="{FF2B5EF4-FFF2-40B4-BE49-F238E27FC236}">
                <a16:creationId xmlns:a16="http://schemas.microsoft.com/office/drawing/2014/main" id="{9EDA0674-9FB7-BE16-DAD1-0BD0D98D439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59660" y="5245255"/>
            <a:ext cx="914400" cy="914400"/>
          </a:xfrm>
          <a:prstGeom prst="rect">
            <a:avLst/>
          </a:prstGeom>
        </p:spPr>
      </p:pic>
    </p:spTree>
    <p:extLst>
      <p:ext uri="{BB962C8B-B14F-4D97-AF65-F5344CB8AC3E}">
        <p14:creationId xmlns:p14="http://schemas.microsoft.com/office/powerpoint/2010/main" val="280508302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517066" y="209973"/>
            <a:ext cx="11188700" cy="698500"/>
          </a:xfrm>
        </p:spPr>
        <p:txBody>
          <a:bodyPr/>
          <a:lstStyle/>
          <a:p>
            <a:r>
              <a:rPr lang="en-US"/>
              <a:t>Tools available for Workflow Business Processes</a:t>
            </a:r>
          </a:p>
        </p:txBody>
      </p:sp>
      <p:sp>
        <p:nvSpPr>
          <p:cNvPr id="8" name="Text Placeholder 7"/>
          <p:cNvSpPr>
            <a:spLocks noGrp="1"/>
          </p:cNvSpPr>
          <p:nvPr>
            <p:ph type="body" sz="quarter" idx="4294967295"/>
          </p:nvPr>
        </p:nvSpPr>
        <p:spPr>
          <a:xfrm>
            <a:off x="993775" y="650875"/>
            <a:ext cx="11198225" cy="595313"/>
          </a:xfrm>
        </p:spPr>
        <p:txBody>
          <a:bodyPr/>
          <a:lstStyle/>
          <a:p>
            <a:r>
              <a:rPr lang="en-US"/>
              <a:t>For any Automation/Process below tools can be utilized to enhance the workflow/process.</a:t>
            </a:r>
          </a:p>
        </p:txBody>
      </p:sp>
      <p:graphicFrame>
        <p:nvGraphicFramePr>
          <p:cNvPr id="26" name="Content Placeholder 6">
            <a:extLst>
              <a:ext uri="{FF2B5EF4-FFF2-40B4-BE49-F238E27FC236}">
                <a16:creationId xmlns:a16="http://schemas.microsoft.com/office/drawing/2014/main" id="{F73874B3-72A2-4321-9D8C-48B69B74830B}"/>
              </a:ext>
            </a:extLst>
          </p:cNvPr>
          <p:cNvGraphicFramePr>
            <a:graphicFrameLocks/>
          </p:cNvGraphicFramePr>
          <p:nvPr>
            <p:extLst>
              <p:ext uri="{D42A27DB-BD31-4B8C-83A1-F6EECF244321}">
                <p14:modId xmlns:p14="http://schemas.microsoft.com/office/powerpoint/2010/main" val="2538837637"/>
              </p:ext>
            </p:extLst>
          </p:nvPr>
        </p:nvGraphicFramePr>
        <p:xfrm>
          <a:off x="517066" y="4113648"/>
          <a:ext cx="5492224" cy="212344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466140">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Automation</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Task automation can be created/used within the business process to automate any recurring/manual task.</a:t>
                      </a:r>
                    </a:p>
                    <a:p>
                      <a:pPr marL="139700" marR="0" lvl="1"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Plays an important role in any SAP BPA Project</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Can have trigger as an API and can also be used within a business process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Can be debugged on the way by viewing the timeline</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7" name="Content Placeholder 6">
            <a:extLst>
              <a:ext uri="{FF2B5EF4-FFF2-40B4-BE49-F238E27FC236}">
                <a16:creationId xmlns:a16="http://schemas.microsoft.com/office/drawing/2014/main" id="{9D2A8436-AAED-429C-85B2-465A89C9CDF1}"/>
              </a:ext>
            </a:extLst>
          </p:cNvPr>
          <p:cNvGraphicFramePr>
            <a:graphicFrameLocks/>
          </p:cNvGraphicFramePr>
          <p:nvPr>
            <p:extLst>
              <p:ext uri="{D42A27DB-BD31-4B8C-83A1-F6EECF244321}">
                <p14:modId xmlns:p14="http://schemas.microsoft.com/office/powerpoint/2010/main" val="2753558396"/>
              </p:ext>
            </p:extLst>
          </p:nvPr>
        </p:nvGraphicFramePr>
        <p:xfrm>
          <a:off x="6159534" y="1381995"/>
          <a:ext cx="5492224" cy="225044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466140">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Approval Forms</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Number of fields can be entered for the approver to decide on the approval request</a:t>
                      </a:r>
                    </a:p>
                    <a:p>
                      <a:pPr marL="139700" marR="0" lvl="1"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Used in between the business process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User can approve and reject based on the set of data </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Mandatory/Optional fields can be provided</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Used to trigger different flow as per approval/rejection</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8" name="Content Placeholder 6">
            <a:extLst>
              <a:ext uri="{FF2B5EF4-FFF2-40B4-BE49-F238E27FC236}">
                <a16:creationId xmlns:a16="http://schemas.microsoft.com/office/drawing/2014/main" id="{C5252B48-0FDA-429C-A005-CF86912F0717}"/>
              </a:ext>
            </a:extLst>
          </p:cNvPr>
          <p:cNvGraphicFramePr>
            <a:graphicFrameLocks/>
          </p:cNvGraphicFramePr>
          <p:nvPr>
            <p:extLst>
              <p:ext uri="{D42A27DB-BD31-4B8C-83A1-F6EECF244321}">
                <p14:modId xmlns:p14="http://schemas.microsoft.com/office/powerpoint/2010/main" val="3874920411"/>
              </p:ext>
            </p:extLst>
          </p:nvPr>
        </p:nvGraphicFramePr>
        <p:xfrm>
          <a:off x="6234694" y="4113648"/>
          <a:ext cx="5492224" cy="212344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466140">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Decision</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Used to define business rules decisions in a specific decision table with curtails inputs and deriving outputs out of it.</a:t>
                      </a:r>
                    </a:p>
                    <a:p>
                      <a:pPr marL="139700" marR="0" lvl="1"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Major role in approval related workflows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Inputs parameters are a pre-requisite to implement this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a:ln>
                            <a:noFill/>
                          </a:ln>
                          <a:solidFill>
                            <a:prstClr val="black"/>
                          </a:solidFill>
                          <a:effectLst/>
                          <a:uLnTx/>
                          <a:uFillTx/>
                          <a:latin typeface="+mn-lt"/>
                          <a:ea typeface="+mn-ea"/>
                          <a:cs typeface="Calibri Light" panose="020F0302020204030204" pitchFamily="34" charset="0"/>
                        </a:rPr>
                        <a:t>Create a decision to determine approvers who will be authorized to approve sales order based on complex rules.</a:t>
                      </a: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 </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9" name="Content Placeholder 6">
            <a:extLst>
              <a:ext uri="{FF2B5EF4-FFF2-40B4-BE49-F238E27FC236}">
                <a16:creationId xmlns:a16="http://schemas.microsoft.com/office/drawing/2014/main" id="{3D6E8747-D0F2-4D9C-8912-5206F8AA86FF}"/>
              </a:ext>
            </a:extLst>
          </p:cNvPr>
          <p:cNvGraphicFramePr>
            <a:graphicFrameLocks/>
          </p:cNvGraphicFramePr>
          <p:nvPr>
            <p:extLst>
              <p:ext uri="{D42A27DB-BD31-4B8C-83A1-F6EECF244321}">
                <p14:modId xmlns:p14="http://schemas.microsoft.com/office/powerpoint/2010/main" val="2060372798"/>
              </p:ext>
            </p:extLst>
          </p:nvPr>
        </p:nvGraphicFramePr>
        <p:xfrm>
          <a:off x="493304" y="1388019"/>
          <a:ext cx="5492224" cy="270256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2385848">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Forms</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Set of fields that can be submitted to trigger next step</a:t>
                      </a:r>
                    </a:p>
                    <a:p>
                      <a:pPr marL="139700" marR="0" lvl="1"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Can be used as a trigger for Business process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Easy to build using Drag and Drop features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Used to instantiate any process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Mandatory/Optional fields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Can be reused in the process</a:t>
                      </a:r>
                    </a:p>
                    <a:p>
                      <a:pPr marL="0" marR="0" lvl="0" indent="0" algn="l" defTabSz="914400" rtl="0" eaLnBrk="1" fontAlgn="auto" latinLnBrk="0" hangingPunct="1">
                        <a:lnSpc>
                          <a:spcPct val="100000"/>
                        </a:lnSpc>
                        <a:spcBef>
                          <a:spcPts val="0"/>
                        </a:spcBef>
                        <a:spcAft>
                          <a:spcPts val="1000"/>
                        </a:spcAft>
                        <a:buClrTx/>
                        <a:buSzPct val="100000"/>
                        <a:buFontTx/>
                        <a:buNone/>
                        <a:tabLst/>
                        <a:defRPr/>
                      </a:pP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1536947741"/>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idx="4294967295"/>
          </p:nvPr>
        </p:nvSpPr>
        <p:spPr>
          <a:xfrm>
            <a:off x="517066" y="263330"/>
            <a:ext cx="11188700" cy="698500"/>
          </a:xfrm>
        </p:spPr>
        <p:txBody>
          <a:bodyPr/>
          <a:lstStyle/>
          <a:p>
            <a:r>
              <a:rPr lang="en-US"/>
              <a:t>Tools available for Workflow Business Processes</a:t>
            </a:r>
          </a:p>
        </p:txBody>
      </p:sp>
      <p:sp>
        <p:nvSpPr>
          <p:cNvPr id="8" name="Text Placeholder 7"/>
          <p:cNvSpPr>
            <a:spLocks noGrp="1"/>
          </p:cNvSpPr>
          <p:nvPr>
            <p:ph type="body" sz="quarter" idx="4294967295"/>
          </p:nvPr>
        </p:nvSpPr>
        <p:spPr>
          <a:xfrm>
            <a:off x="993775" y="650875"/>
            <a:ext cx="11198225" cy="595313"/>
          </a:xfrm>
        </p:spPr>
        <p:txBody>
          <a:bodyPr/>
          <a:lstStyle/>
          <a:p>
            <a:r>
              <a:rPr lang="en-US" err="1"/>
              <a:t>Contd</a:t>
            </a:r>
            <a:r>
              <a:rPr lang="en-US"/>
              <a:t>….</a:t>
            </a:r>
          </a:p>
        </p:txBody>
      </p:sp>
      <p:graphicFrame>
        <p:nvGraphicFramePr>
          <p:cNvPr id="26" name="Content Placeholder 6">
            <a:extLst>
              <a:ext uri="{FF2B5EF4-FFF2-40B4-BE49-F238E27FC236}">
                <a16:creationId xmlns:a16="http://schemas.microsoft.com/office/drawing/2014/main" id="{F73874B3-72A2-4321-9D8C-48B69B74830B}"/>
              </a:ext>
            </a:extLst>
          </p:cNvPr>
          <p:cNvGraphicFramePr>
            <a:graphicFrameLocks/>
          </p:cNvGraphicFramePr>
          <p:nvPr>
            <p:extLst>
              <p:ext uri="{D42A27DB-BD31-4B8C-83A1-F6EECF244321}">
                <p14:modId xmlns:p14="http://schemas.microsoft.com/office/powerpoint/2010/main" val="2328550452"/>
              </p:ext>
            </p:extLst>
          </p:nvPr>
        </p:nvGraphicFramePr>
        <p:xfrm>
          <a:off x="517066" y="4113648"/>
          <a:ext cx="5492224" cy="172720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466140">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Controls</a:t>
                      </a:r>
                    </a:p>
                    <a:p>
                      <a:pPr marL="285750" marR="0" lvl="0" indent="-28575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Branch or switch statements.</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IF, Else</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Branch</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Wait</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7" name="Content Placeholder 6">
            <a:extLst>
              <a:ext uri="{FF2B5EF4-FFF2-40B4-BE49-F238E27FC236}">
                <a16:creationId xmlns:a16="http://schemas.microsoft.com/office/drawing/2014/main" id="{9D2A8436-AAED-429C-85B2-465A89C9CDF1}"/>
              </a:ext>
            </a:extLst>
          </p:cNvPr>
          <p:cNvGraphicFramePr>
            <a:graphicFrameLocks/>
          </p:cNvGraphicFramePr>
          <p:nvPr>
            <p:extLst>
              <p:ext uri="{D42A27DB-BD31-4B8C-83A1-F6EECF244321}">
                <p14:modId xmlns:p14="http://schemas.microsoft.com/office/powerpoint/2010/main" val="3601742634"/>
              </p:ext>
            </p:extLst>
          </p:nvPr>
        </p:nvGraphicFramePr>
        <p:xfrm>
          <a:off x="6159534" y="1381995"/>
          <a:ext cx="5492224" cy="127508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466140">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Visibility Scenario</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T</a:t>
                      </a:r>
                      <a:r>
                        <a:rPr kumimoji="0" lang="en-US" sz="1300" b="0" i="0" u="none" strike="noStrike" kern="1200" cap="none" spc="0" normalizeH="0" baseline="0">
                          <a:ln>
                            <a:noFill/>
                          </a:ln>
                          <a:solidFill>
                            <a:prstClr val="black"/>
                          </a:solidFill>
                          <a:effectLst/>
                          <a:uLnTx/>
                          <a:uFillTx/>
                          <a:latin typeface="+mn-lt"/>
                          <a:ea typeface="+mn-ea"/>
                          <a:cs typeface="Calibri Light" panose="020F0302020204030204" pitchFamily="34" charset="0"/>
                        </a:rPr>
                        <a:t>o measure success and improvements.</a:t>
                      </a:r>
                      <a:endPar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endParaRPr>
                    </a:p>
                    <a:p>
                      <a:pPr marL="139700" marR="0" lvl="1"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Can be used with track down the execution and improve accordingly</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8" name="Content Placeholder 6">
            <a:extLst>
              <a:ext uri="{FF2B5EF4-FFF2-40B4-BE49-F238E27FC236}">
                <a16:creationId xmlns:a16="http://schemas.microsoft.com/office/drawing/2014/main" id="{C5252B48-0FDA-429C-A005-CF86912F0717}"/>
              </a:ext>
            </a:extLst>
          </p:cNvPr>
          <p:cNvGraphicFramePr>
            <a:graphicFrameLocks/>
          </p:cNvGraphicFramePr>
          <p:nvPr>
            <p:extLst>
              <p:ext uri="{D42A27DB-BD31-4B8C-83A1-F6EECF244321}">
                <p14:modId xmlns:p14="http://schemas.microsoft.com/office/powerpoint/2010/main" val="4233472559"/>
              </p:ext>
            </p:extLst>
          </p:nvPr>
        </p:nvGraphicFramePr>
        <p:xfrm>
          <a:off x="6234694" y="4113648"/>
          <a:ext cx="5492224" cy="949960"/>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466140">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Action</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APIs can directly be used within the business process workflows.</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graphicFrame>
        <p:nvGraphicFramePr>
          <p:cNvPr id="29" name="Content Placeholder 6">
            <a:extLst>
              <a:ext uri="{FF2B5EF4-FFF2-40B4-BE49-F238E27FC236}">
                <a16:creationId xmlns:a16="http://schemas.microsoft.com/office/drawing/2014/main" id="{3D6E8747-D0F2-4D9C-8912-5206F8AA86FF}"/>
              </a:ext>
            </a:extLst>
          </p:cNvPr>
          <p:cNvGraphicFramePr>
            <a:graphicFrameLocks/>
          </p:cNvGraphicFramePr>
          <p:nvPr>
            <p:extLst>
              <p:ext uri="{D42A27DB-BD31-4B8C-83A1-F6EECF244321}">
                <p14:modId xmlns:p14="http://schemas.microsoft.com/office/powerpoint/2010/main" val="140036362"/>
              </p:ext>
            </p:extLst>
          </p:nvPr>
        </p:nvGraphicFramePr>
        <p:xfrm>
          <a:off x="493304" y="1388018"/>
          <a:ext cx="5492224" cy="2725629"/>
        </p:xfrm>
        <a:graphic>
          <a:graphicData uri="http://schemas.openxmlformats.org/drawingml/2006/table">
            <a:tbl>
              <a:tblPr firstRow="1" bandRow="1">
                <a:tableStyleId>{5C22544A-7EE6-4342-B048-85BDC9FD1C3A}</a:tableStyleId>
              </a:tblPr>
              <a:tblGrid>
                <a:gridCol w="5492224">
                  <a:extLst>
                    <a:ext uri="{9D8B030D-6E8A-4147-A177-3AD203B41FA5}">
                      <a16:colId xmlns:a16="http://schemas.microsoft.com/office/drawing/2014/main" val="20000"/>
                    </a:ext>
                  </a:extLst>
                </a:gridCol>
              </a:tblGrid>
              <a:tr h="2725629">
                <a:tc>
                  <a:txBody>
                    <a:bodyPr/>
                    <a:lstStyle/>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6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rPr>
                        <a:t>Mail</a:t>
                      </a:r>
                    </a:p>
                    <a:p>
                      <a:pPr marL="0" marR="0" lvl="0" indent="0" algn="l" defTabSz="914400" rtl="0" eaLnBrk="1" fontAlgn="auto" latinLnBrk="0" hangingPunct="1">
                        <a:lnSpc>
                          <a:spcPct val="100000"/>
                        </a:lnSpc>
                        <a:spcBef>
                          <a:spcPts val="0"/>
                        </a:spcBef>
                        <a:spcAft>
                          <a:spcPts val="1000"/>
                        </a:spcAft>
                        <a:buClrTx/>
                        <a:buSzPct val="100000"/>
                        <a:buFontTx/>
                        <a:buNone/>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To trigger emails based on any particular trigger or action.</a:t>
                      </a:r>
                    </a:p>
                    <a:p>
                      <a:pPr marL="139700" marR="0" lvl="1"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1"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   Easy drag and drop simplicity to configure email</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Pre-defined variables can be leveraged to design email.</a:t>
                      </a:r>
                    </a:p>
                    <a:p>
                      <a:pPr marL="304800" marR="0" lvl="2" indent="-139700" algn="l" defTabSz="914400" rtl="0" eaLnBrk="1" fontAlgn="auto" latinLnBrk="0" hangingPunct="1">
                        <a:lnSpc>
                          <a:spcPct val="100000"/>
                        </a:lnSpc>
                        <a:spcBef>
                          <a:spcPts val="0"/>
                        </a:spcBef>
                        <a:spcAft>
                          <a:spcPts val="1000"/>
                        </a:spcAft>
                        <a:buClrTx/>
                        <a:buSzPct val="100000"/>
                        <a:buFont typeface="Arial" panose="020B0604020202020204" pitchFamily="34" charset="0"/>
                        <a:buChar char="−"/>
                        <a:tabLst/>
                        <a:defRPr/>
                      </a:pPr>
                      <a:r>
                        <a:rPr kumimoji="0" lang="en-US" sz="1300" b="0" i="0" u="none" strike="noStrike" kern="1200" cap="none" spc="0" normalizeH="0" baseline="0" noProof="0">
                          <a:ln>
                            <a:noFill/>
                          </a:ln>
                          <a:solidFill>
                            <a:prstClr val="black"/>
                          </a:solidFill>
                          <a:effectLst/>
                          <a:uLnTx/>
                          <a:uFillTx/>
                          <a:latin typeface="+mn-lt"/>
                          <a:ea typeface="+mn-ea"/>
                          <a:cs typeface="Calibri Light" panose="020F0302020204030204" pitchFamily="34" charset="0"/>
                        </a:rPr>
                        <a:t>CC, BCC users can directly be added.</a:t>
                      </a:r>
                      <a:endParaRPr kumimoji="0" lang="en-US" sz="1300" b="1" i="0" u="none" strike="noStrike" kern="1200" cap="none" spc="0" normalizeH="0" baseline="0" noProof="0">
                        <a:ln>
                          <a:noFill/>
                        </a:ln>
                        <a:solidFill>
                          <a:srgbClr val="86BC25"/>
                        </a:solidFill>
                        <a:effectLst/>
                        <a:uLnTx/>
                        <a:uFillTx/>
                        <a:latin typeface="+mn-lt"/>
                        <a:ea typeface="+mn-ea"/>
                        <a:cs typeface="Calibri Light" panose="020F0302020204030204" pitchFamily="34" charset="0"/>
                      </a:endParaRPr>
                    </a:p>
                  </a:txBody>
                  <a:tcPr marL="91510" marR="91510" marT="137160">
                    <a:lnL w="12700" cmpd="sng">
                      <a:noFill/>
                    </a:lnL>
                    <a:lnR w="12700" cmpd="sng">
                      <a:noFill/>
                    </a:lnR>
                    <a:lnT w="38100"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2640207352"/>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4"/>
          <p:cNvSpPr>
            <a:spLocks noGrp="1"/>
          </p:cNvSpPr>
          <p:nvPr>
            <p:ph type="body" sz="quarter" idx="4294967295"/>
          </p:nvPr>
        </p:nvSpPr>
        <p:spPr>
          <a:xfrm>
            <a:off x="561655" y="768479"/>
            <a:ext cx="11136313" cy="757237"/>
          </a:xfrm>
        </p:spPr>
        <p:txBody>
          <a:bodyPr/>
          <a:lstStyle/>
          <a:p>
            <a:r>
              <a:rPr lang="en-US"/>
              <a:t>It helps to automate repetitive or tasks that involve higher volume of manual efforts</a:t>
            </a:r>
          </a:p>
        </p:txBody>
      </p:sp>
      <p:sp>
        <p:nvSpPr>
          <p:cNvPr id="679937" name="Title 1"/>
          <p:cNvSpPr>
            <a:spLocks noGrp="1"/>
          </p:cNvSpPr>
          <p:nvPr>
            <p:ph type="title" idx="4294967295"/>
          </p:nvPr>
        </p:nvSpPr>
        <p:spPr>
          <a:xfrm>
            <a:off x="200101" y="143207"/>
            <a:ext cx="11136313" cy="468313"/>
          </a:xfrm>
        </p:spPr>
        <p:txBody>
          <a:bodyPr/>
          <a:lstStyle/>
          <a:p>
            <a:r>
              <a:rPr lang="en-US" sz="3200" b="1">
                <a:latin typeface="Calibri" panose="020F0502020204030204" pitchFamily="34" charset="0"/>
                <a:cs typeface="Calibri" panose="020F0502020204030204" pitchFamily="34" charset="0"/>
              </a:rPr>
              <a:t>Process Automation</a:t>
            </a:r>
          </a:p>
        </p:txBody>
      </p:sp>
      <p:sp>
        <p:nvSpPr>
          <p:cNvPr id="679946" name="Content Placeholder 679945"/>
          <p:cNvSpPr>
            <a:spLocks noGrp="1"/>
          </p:cNvSpPr>
          <p:nvPr>
            <p:ph idx="4294967295"/>
          </p:nvPr>
        </p:nvSpPr>
        <p:spPr>
          <a:xfrm>
            <a:off x="0" y="1700213"/>
            <a:ext cx="11163300" cy="4681537"/>
          </a:xfrm>
        </p:spPr>
        <p:txBody>
          <a:bodyPr/>
          <a:lstStyle/>
          <a:p>
            <a:pPr lvl="2"/>
            <a:r>
              <a:rPr lang="en-GB"/>
              <a:t>Select your agent version when creating new Automation</a:t>
            </a:r>
          </a:p>
          <a:p>
            <a:pPr lvl="2"/>
            <a:r>
              <a:rPr lang="en-GB"/>
              <a:t>Give name and description for the Automation project</a:t>
            </a:r>
          </a:p>
          <a:p>
            <a:pPr lvl="2"/>
            <a:r>
              <a:rPr lang="en-GB"/>
              <a:t>Selection Trigger as API</a:t>
            </a:r>
          </a:p>
          <a:p>
            <a:pPr lvl="2"/>
            <a:r>
              <a:rPr lang="en-GB"/>
              <a:t>Configure your inputs to build the API inputs</a:t>
            </a:r>
          </a:p>
          <a:p>
            <a:pPr lvl="2"/>
            <a:r>
              <a:rPr lang="en-GB"/>
              <a:t>Go ahead to use drag and drop features for the Automation design.</a:t>
            </a:r>
          </a:p>
        </p:txBody>
      </p:sp>
      <p:grpSp>
        <p:nvGrpSpPr>
          <p:cNvPr id="16" name="Group 15"/>
          <p:cNvGrpSpPr/>
          <p:nvPr/>
        </p:nvGrpSpPr>
        <p:grpSpPr bwMode="gray">
          <a:xfrm>
            <a:off x="7974559" y="1738376"/>
            <a:ext cx="3723409" cy="3984625"/>
            <a:chOff x="2473036" y="1584329"/>
            <a:chExt cx="4186238" cy="4479925"/>
          </a:xfrm>
        </p:grpSpPr>
        <p:sp>
          <p:nvSpPr>
            <p:cNvPr id="17" name="Freeform 4"/>
            <p:cNvSpPr>
              <a:spLocks/>
            </p:cNvSpPr>
            <p:nvPr/>
          </p:nvSpPr>
          <p:spPr bwMode="gray">
            <a:xfrm>
              <a:off x="2473036" y="2727215"/>
              <a:ext cx="2520915" cy="1141333"/>
            </a:xfrm>
            <a:custGeom>
              <a:avLst/>
              <a:gdLst>
                <a:gd name="T0" fmla="*/ 15642060 w 1136"/>
                <a:gd name="T1" fmla="*/ 5102294 h 491"/>
                <a:gd name="T2" fmla="*/ 15442507 w 1136"/>
                <a:gd name="T3" fmla="*/ 4270120 h 491"/>
                <a:gd name="T4" fmla="*/ 15069848 w 1136"/>
                <a:gd name="T5" fmla="*/ 3479787 h 491"/>
                <a:gd name="T6" fmla="*/ 14519275 w 1136"/>
                <a:gd name="T7" fmla="*/ 2717349 h 491"/>
                <a:gd name="T8" fmla="*/ 13853297 w 1136"/>
                <a:gd name="T9" fmla="*/ 2024646 h 491"/>
                <a:gd name="T10" fmla="*/ 13033448 w 1136"/>
                <a:gd name="T11" fmla="*/ 1434221 h 491"/>
                <a:gd name="T12" fmla="*/ 12105407 w 1136"/>
                <a:gd name="T13" fmla="*/ 911207 h 491"/>
                <a:gd name="T14" fmla="*/ 11098026 w 1136"/>
                <a:gd name="T15" fmla="*/ 516041 h 491"/>
                <a:gd name="T16" fmla="*/ 10006496 w 1136"/>
                <a:gd name="T17" fmla="*/ 218504 h 491"/>
                <a:gd name="T18" fmla="*/ 8871688 w 1136"/>
                <a:gd name="T19" fmla="*/ 44166 h 491"/>
                <a:gd name="T20" fmla="*/ 7729668 w 1136"/>
                <a:gd name="T21" fmla="*/ 0 h 491"/>
                <a:gd name="T22" fmla="*/ 6556394 w 1136"/>
                <a:gd name="T23" fmla="*/ 65086 h 491"/>
                <a:gd name="T24" fmla="*/ 5445630 w 1136"/>
                <a:gd name="T25" fmla="*/ 281265 h 491"/>
                <a:gd name="T26" fmla="*/ 4363716 w 1136"/>
                <a:gd name="T27" fmla="*/ 595074 h 491"/>
                <a:gd name="T28" fmla="*/ 3353931 w 1136"/>
                <a:gd name="T29" fmla="*/ 1029757 h 491"/>
                <a:gd name="T30" fmla="*/ 2471571 w 1136"/>
                <a:gd name="T31" fmla="*/ 1569042 h 491"/>
                <a:gd name="T32" fmla="*/ 1690189 w 1136"/>
                <a:gd name="T33" fmla="*/ 2182712 h 491"/>
                <a:gd name="T34" fmla="*/ 1038637 w 1136"/>
                <a:gd name="T35" fmla="*/ 2884714 h 491"/>
                <a:gd name="T36" fmla="*/ 536148 w 1136"/>
                <a:gd name="T37" fmla="*/ 3640178 h 491"/>
                <a:gd name="T38" fmla="*/ 197149 w 1136"/>
                <a:gd name="T39" fmla="*/ 4458405 h 491"/>
                <a:gd name="T40" fmla="*/ 28851 w 1136"/>
                <a:gd name="T41" fmla="*/ 5302202 h 491"/>
                <a:gd name="T42" fmla="*/ 7854689 w 1136"/>
                <a:gd name="T43" fmla="*/ 5722937 h 491"/>
                <a:gd name="T44" fmla="*/ 8999113 w 1136"/>
                <a:gd name="T45" fmla="*/ 5448646 h 491"/>
                <a:gd name="T46" fmla="*/ 9376580 w 1136"/>
                <a:gd name="T47" fmla="*/ 4958175 h 491"/>
                <a:gd name="T48" fmla="*/ 9898305 w 1136"/>
                <a:gd name="T49" fmla="*/ 4537438 h 491"/>
                <a:gd name="T50" fmla="*/ 10513793 w 1136"/>
                <a:gd name="T51" fmla="*/ 4209682 h 491"/>
                <a:gd name="T52" fmla="*/ 11213430 w 1136"/>
                <a:gd name="T53" fmla="*/ 3970258 h 491"/>
                <a:gd name="T54" fmla="*/ 11941918 w 1136"/>
                <a:gd name="T55" fmla="*/ 3849384 h 491"/>
                <a:gd name="T56" fmla="*/ 12699257 w 1136"/>
                <a:gd name="T57" fmla="*/ 3849384 h 491"/>
                <a:gd name="T58" fmla="*/ 13461405 w 1136"/>
                <a:gd name="T59" fmla="*/ 3974907 h 491"/>
                <a:gd name="T60" fmla="*/ 14161041 w 1136"/>
                <a:gd name="T61" fmla="*/ 4223630 h 491"/>
                <a:gd name="T62" fmla="*/ 14790955 w 1136"/>
                <a:gd name="T63" fmla="*/ 4579279 h 491"/>
                <a:gd name="T64" fmla="*/ 15295848 w 1136"/>
                <a:gd name="T65" fmla="*/ 5006989 h 491"/>
                <a:gd name="T66" fmla="*/ 15682932 w 1136"/>
                <a:gd name="T67" fmla="*/ 5523030 h 49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136"/>
                <a:gd name="T103" fmla="*/ 0 h 491"/>
                <a:gd name="T104" fmla="*/ 1136 w 1136"/>
                <a:gd name="T105" fmla="*/ 491 h 49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136" h="491">
                  <a:moveTo>
                    <a:pt x="1135" y="473"/>
                  </a:moveTo>
                  <a:lnTo>
                    <a:pt x="1132" y="437"/>
                  </a:lnTo>
                  <a:lnTo>
                    <a:pt x="1126" y="401"/>
                  </a:lnTo>
                  <a:lnTo>
                    <a:pt x="1117" y="366"/>
                  </a:lnTo>
                  <a:lnTo>
                    <a:pt x="1104" y="331"/>
                  </a:lnTo>
                  <a:lnTo>
                    <a:pt x="1090" y="298"/>
                  </a:lnTo>
                  <a:lnTo>
                    <a:pt x="1072" y="264"/>
                  </a:lnTo>
                  <a:lnTo>
                    <a:pt x="1051" y="233"/>
                  </a:lnTo>
                  <a:lnTo>
                    <a:pt x="1027" y="203"/>
                  </a:lnTo>
                  <a:lnTo>
                    <a:pt x="1002" y="174"/>
                  </a:lnTo>
                  <a:lnTo>
                    <a:pt x="974" y="148"/>
                  </a:lnTo>
                  <a:lnTo>
                    <a:pt x="943" y="123"/>
                  </a:lnTo>
                  <a:lnTo>
                    <a:pt x="911" y="99"/>
                  </a:lnTo>
                  <a:lnTo>
                    <a:pt x="876" y="78"/>
                  </a:lnTo>
                  <a:lnTo>
                    <a:pt x="840" y="60"/>
                  </a:lnTo>
                  <a:lnTo>
                    <a:pt x="803" y="44"/>
                  </a:lnTo>
                  <a:lnTo>
                    <a:pt x="764" y="30"/>
                  </a:lnTo>
                  <a:lnTo>
                    <a:pt x="724" y="19"/>
                  </a:lnTo>
                  <a:lnTo>
                    <a:pt x="683" y="10"/>
                  </a:lnTo>
                  <a:lnTo>
                    <a:pt x="642" y="4"/>
                  </a:lnTo>
                  <a:lnTo>
                    <a:pt x="600" y="1"/>
                  </a:lnTo>
                  <a:lnTo>
                    <a:pt x="559" y="0"/>
                  </a:lnTo>
                  <a:lnTo>
                    <a:pt x="517" y="2"/>
                  </a:lnTo>
                  <a:lnTo>
                    <a:pt x="474" y="6"/>
                  </a:lnTo>
                  <a:lnTo>
                    <a:pt x="433" y="14"/>
                  </a:lnTo>
                  <a:lnTo>
                    <a:pt x="394" y="24"/>
                  </a:lnTo>
                  <a:lnTo>
                    <a:pt x="354" y="37"/>
                  </a:lnTo>
                  <a:lnTo>
                    <a:pt x="316" y="51"/>
                  </a:lnTo>
                  <a:lnTo>
                    <a:pt x="279" y="68"/>
                  </a:lnTo>
                  <a:lnTo>
                    <a:pt x="243" y="88"/>
                  </a:lnTo>
                  <a:lnTo>
                    <a:pt x="210" y="110"/>
                  </a:lnTo>
                  <a:lnTo>
                    <a:pt x="179" y="134"/>
                  </a:lnTo>
                  <a:lnTo>
                    <a:pt x="149" y="159"/>
                  </a:lnTo>
                  <a:lnTo>
                    <a:pt x="122" y="187"/>
                  </a:lnTo>
                  <a:lnTo>
                    <a:pt x="97" y="217"/>
                  </a:lnTo>
                  <a:lnTo>
                    <a:pt x="75" y="247"/>
                  </a:lnTo>
                  <a:lnTo>
                    <a:pt x="56" y="280"/>
                  </a:lnTo>
                  <a:lnTo>
                    <a:pt x="39" y="312"/>
                  </a:lnTo>
                  <a:lnTo>
                    <a:pt x="25" y="347"/>
                  </a:lnTo>
                  <a:lnTo>
                    <a:pt x="14" y="382"/>
                  </a:lnTo>
                  <a:lnTo>
                    <a:pt x="7" y="417"/>
                  </a:lnTo>
                  <a:lnTo>
                    <a:pt x="2" y="454"/>
                  </a:lnTo>
                  <a:lnTo>
                    <a:pt x="0" y="490"/>
                  </a:lnTo>
                  <a:lnTo>
                    <a:pt x="568" y="490"/>
                  </a:lnTo>
                  <a:lnTo>
                    <a:pt x="640" y="490"/>
                  </a:lnTo>
                  <a:lnTo>
                    <a:pt x="651" y="467"/>
                  </a:lnTo>
                  <a:lnTo>
                    <a:pt x="664" y="445"/>
                  </a:lnTo>
                  <a:lnTo>
                    <a:pt x="679" y="425"/>
                  </a:lnTo>
                  <a:lnTo>
                    <a:pt x="696" y="406"/>
                  </a:lnTo>
                  <a:lnTo>
                    <a:pt x="716" y="389"/>
                  </a:lnTo>
                  <a:lnTo>
                    <a:pt x="738" y="374"/>
                  </a:lnTo>
                  <a:lnTo>
                    <a:pt x="761" y="361"/>
                  </a:lnTo>
                  <a:lnTo>
                    <a:pt x="785" y="350"/>
                  </a:lnTo>
                  <a:lnTo>
                    <a:pt x="811" y="340"/>
                  </a:lnTo>
                  <a:lnTo>
                    <a:pt x="837" y="334"/>
                  </a:lnTo>
                  <a:lnTo>
                    <a:pt x="864" y="330"/>
                  </a:lnTo>
                  <a:lnTo>
                    <a:pt x="891" y="330"/>
                  </a:lnTo>
                  <a:lnTo>
                    <a:pt x="919" y="330"/>
                  </a:lnTo>
                  <a:lnTo>
                    <a:pt x="947" y="335"/>
                  </a:lnTo>
                  <a:lnTo>
                    <a:pt x="974" y="341"/>
                  </a:lnTo>
                  <a:lnTo>
                    <a:pt x="1000" y="351"/>
                  </a:lnTo>
                  <a:lnTo>
                    <a:pt x="1025" y="362"/>
                  </a:lnTo>
                  <a:lnTo>
                    <a:pt x="1048" y="375"/>
                  </a:lnTo>
                  <a:lnTo>
                    <a:pt x="1070" y="392"/>
                  </a:lnTo>
                  <a:lnTo>
                    <a:pt x="1090" y="410"/>
                  </a:lnTo>
                  <a:lnTo>
                    <a:pt x="1107" y="429"/>
                  </a:lnTo>
                  <a:lnTo>
                    <a:pt x="1122" y="451"/>
                  </a:lnTo>
                  <a:lnTo>
                    <a:pt x="1135" y="473"/>
                  </a:lnTo>
                </a:path>
              </a:pathLst>
            </a:custGeom>
            <a:solidFill>
              <a:schemeClr val="accent5">
                <a:lumMod val="20000"/>
                <a:lumOff val="80000"/>
              </a:schemeClr>
            </a:solidFill>
            <a:ln w="19050" cap="rnd">
              <a:solidFill>
                <a:schemeClr val="bg1"/>
              </a:solidFill>
              <a:round/>
              <a:headEnd/>
              <a:tailEnd/>
            </a:ln>
          </p:spPr>
          <p:txBody>
            <a:bodyPr lIns="0" tIns="0" rIns="0" bIns="0"/>
            <a:lstStyle/>
            <a:p>
              <a:pPr eaLnBrk="1" hangingPunct="1">
                <a:spcBef>
                  <a:spcPct val="20000"/>
                </a:spcBef>
              </a:pPr>
              <a:endParaRPr lang="en-GB" sz="1600">
                <a:cs typeface="Arial" pitchFamily="34" charset="0"/>
              </a:endParaRPr>
            </a:p>
          </p:txBody>
        </p:sp>
        <p:sp>
          <p:nvSpPr>
            <p:cNvPr id="18" name="Freeform 5"/>
            <p:cNvSpPr>
              <a:spLocks/>
            </p:cNvSpPr>
            <p:nvPr/>
          </p:nvSpPr>
          <p:spPr bwMode="gray">
            <a:xfrm>
              <a:off x="3540734" y="3425990"/>
              <a:ext cx="1094928" cy="2638264"/>
            </a:xfrm>
            <a:custGeom>
              <a:avLst/>
              <a:gdLst>
                <a:gd name="T0" fmla="*/ 6090193 w 493"/>
                <a:gd name="T1" fmla="*/ 30245 h 1134"/>
                <a:gd name="T2" fmla="*/ 5096416 w 493"/>
                <a:gd name="T3" fmla="*/ 209386 h 1134"/>
                <a:gd name="T4" fmla="*/ 4150763 w 493"/>
                <a:gd name="T5" fmla="*/ 523465 h 1134"/>
                <a:gd name="T6" fmla="*/ 3250830 w 493"/>
                <a:gd name="T7" fmla="*/ 986441 h 1134"/>
                <a:gd name="T8" fmla="*/ 2447145 w 493"/>
                <a:gd name="T9" fmla="*/ 1554110 h 1134"/>
                <a:gd name="T10" fmla="*/ 1710836 w 493"/>
                <a:gd name="T11" fmla="*/ 2233451 h 1134"/>
                <a:gd name="T12" fmla="*/ 1111683 w 493"/>
                <a:gd name="T13" fmla="*/ 3029118 h 1134"/>
                <a:gd name="T14" fmla="*/ 623216 w 493"/>
                <a:gd name="T15" fmla="*/ 3889927 h 1134"/>
                <a:gd name="T16" fmla="*/ 276718 w 493"/>
                <a:gd name="T17" fmla="*/ 4820532 h 1134"/>
                <a:gd name="T18" fmla="*/ 69781 w 493"/>
                <a:gd name="T19" fmla="*/ 5765095 h 1134"/>
                <a:gd name="T20" fmla="*/ 0 w 493"/>
                <a:gd name="T21" fmla="*/ 6751536 h 1134"/>
                <a:gd name="T22" fmla="*/ 96250 w 493"/>
                <a:gd name="T23" fmla="*/ 7724017 h 1134"/>
                <a:gd name="T24" fmla="*/ 346499 w 493"/>
                <a:gd name="T25" fmla="*/ 8687192 h 1134"/>
                <a:gd name="T26" fmla="*/ 726684 w 493"/>
                <a:gd name="T27" fmla="*/ 9592207 h 1134"/>
                <a:gd name="T28" fmla="*/ 1236807 w 493"/>
                <a:gd name="T29" fmla="*/ 10429751 h 1134"/>
                <a:gd name="T30" fmla="*/ 1872054 w 493"/>
                <a:gd name="T31" fmla="*/ 11195173 h 1134"/>
                <a:gd name="T32" fmla="*/ 2605958 w 493"/>
                <a:gd name="T33" fmla="*/ 11855902 h 1134"/>
                <a:gd name="T34" fmla="*/ 3457766 w 493"/>
                <a:gd name="T35" fmla="*/ 12402632 h 1134"/>
                <a:gd name="T36" fmla="*/ 4362512 w 493"/>
                <a:gd name="T37" fmla="*/ 12842342 h 1134"/>
                <a:gd name="T38" fmla="*/ 5329821 w 493"/>
                <a:gd name="T39" fmla="*/ 13123850 h 1134"/>
                <a:gd name="T40" fmla="*/ 6316379 w 493"/>
                <a:gd name="T41" fmla="*/ 13265767 h 1134"/>
                <a:gd name="T42" fmla="*/ 6824095 w 493"/>
                <a:gd name="T43" fmla="*/ 6637537 h 1134"/>
                <a:gd name="T44" fmla="*/ 6496847 w 493"/>
                <a:gd name="T45" fmla="*/ 5672035 h 1134"/>
                <a:gd name="T46" fmla="*/ 5909725 w 493"/>
                <a:gd name="T47" fmla="*/ 5343997 h 1134"/>
                <a:gd name="T48" fmla="*/ 5426071 w 493"/>
                <a:gd name="T49" fmla="*/ 4897307 h 1134"/>
                <a:gd name="T50" fmla="*/ 5021823 w 493"/>
                <a:gd name="T51" fmla="*/ 4380820 h 1134"/>
                <a:gd name="T52" fmla="*/ 4742698 w 493"/>
                <a:gd name="T53" fmla="*/ 3796866 h 1134"/>
                <a:gd name="T54" fmla="*/ 4605542 w 493"/>
                <a:gd name="T55" fmla="*/ 3175688 h 1134"/>
                <a:gd name="T56" fmla="*/ 4605542 w 493"/>
                <a:gd name="T57" fmla="*/ 2517285 h 1134"/>
                <a:gd name="T58" fmla="*/ 4761948 w 493"/>
                <a:gd name="T59" fmla="*/ 1886801 h 1134"/>
                <a:gd name="T60" fmla="*/ 5038666 w 493"/>
                <a:gd name="T61" fmla="*/ 1288887 h 1134"/>
                <a:gd name="T62" fmla="*/ 5454946 w 493"/>
                <a:gd name="T63" fmla="*/ 756116 h 1134"/>
                <a:gd name="T64" fmla="*/ 5981912 w 493"/>
                <a:gd name="T65" fmla="*/ 328038 h 1134"/>
                <a:gd name="T66" fmla="*/ 6593097 w 493"/>
                <a:gd name="T67" fmla="*/ 0 h 113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493"/>
                <a:gd name="T103" fmla="*/ 0 h 1134"/>
                <a:gd name="T104" fmla="*/ 493 w 493"/>
                <a:gd name="T105" fmla="*/ 1134 h 113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493" h="1134">
                  <a:moveTo>
                    <a:pt x="475" y="0"/>
                  </a:moveTo>
                  <a:lnTo>
                    <a:pt x="439" y="3"/>
                  </a:lnTo>
                  <a:lnTo>
                    <a:pt x="403" y="9"/>
                  </a:lnTo>
                  <a:lnTo>
                    <a:pt x="367" y="18"/>
                  </a:lnTo>
                  <a:lnTo>
                    <a:pt x="333" y="30"/>
                  </a:lnTo>
                  <a:lnTo>
                    <a:pt x="299" y="45"/>
                  </a:lnTo>
                  <a:lnTo>
                    <a:pt x="266" y="63"/>
                  </a:lnTo>
                  <a:lnTo>
                    <a:pt x="234" y="84"/>
                  </a:lnTo>
                  <a:lnTo>
                    <a:pt x="204" y="107"/>
                  </a:lnTo>
                  <a:lnTo>
                    <a:pt x="176" y="133"/>
                  </a:lnTo>
                  <a:lnTo>
                    <a:pt x="148" y="161"/>
                  </a:lnTo>
                  <a:lnTo>
                    <a:pt x="123" y="191"/>
                  </a:lnTo>
                  <a:lnTo>
                    <a:pt x="101" y="224"/>
                  </a:lnTo>
                  <a:lnTo>
                    <a:pt x="80" y="258"/>
                  </a:lnTo>
                  <a:lnTo>
                    <a:pt x="61" y="294"/>
                  </a:lnTo>
                  <a:lnTo>
                    <a:pt x="45" y="332"/>
                  </a:lnTo>
                  <a:lnTo>
                    <a:pt x="31" y="370"/>
                  </a:lnTo>
                  <a:lnTo>
                    <a:pt x="20" y="411"/>
                  </a:lnTo>
                  <a:lnTo>
                    <a:pt x="11" y="451"/>
                  </a:lnTo>
                  <a:lnTo>
                    <a:pt x="5" y="492"/>
                  </a:lnTo>
                  <a:lnTo>
                    <a:pt x="1" y="534"/>
                  </a:lnTo>
                  <a:lnTo>
                    <a:pt x="0" y="576"/>
                  </a:lnTo>
                  <a:lnTo>
                    <a:pt x="3" y="617"/>
                  </a:lnTo>
                  <a:lnTo>
                    <a:pt x="7" y="659"/>
                  </a:lnTo>
                  <a:lnTo>
                    <a:pt x="14" y="701"/>
                  </a:lnTo>
                  <a:lnTo>
                    <a:pt x="25" y="741"/>
                  </a:lnTo>
                  <a:lnTo>
                    <a:pt x="37" y="780"/>
                  </a:lnTo>
                  <a:lnTo>
                    <a:pt x="52" y="818"/>
                  </a:lnTo>
                  <a:lnTo>
                    <a:pt x="69" y="855"/>
                  </a:lnTo>
                  <a:lnTo>
                    <a:pt x="89" y="890"/>
                  </a:lnTo>
                  <a:lnTo>
                    <a:pt x="111" y="924"/>
                  </a:lnTo>
                  <a:lnTo>
                    <a:pt x="135" y="955"/>
                  </a:lnTo>
                  <a:lnTo>
                    <a:pt x="161" y="984"/>
                  </a:lnTo>
                  <a:lnTo>
                    <a:pt x="188" y="1011"/>
                  </a:lnTo>
                  <a:lnTo>
                    <a:pt x="218" y="1036"/>
                  </a:lnTo>
                  <a:lnTo>
                    <a:pt x="249" y="1058"/>
                  </a:lnTo>
                  <a:lnTo>
                    <a:pt x="281" y="1078"/>
                  </a:lnTo>
                  <a:lnTo>
                    <a:pt x="314" y="1095"/>
                  </a:lnTo>
                  <a:lnTo>
                    <a:pt x="349" y="1108"/>
                  </a:lnTo>
                  <a:lnTo>
                    <a:pt x="384" y="1119"/>
                  </a:lnTo>
                  <a:lnTo>
                    <a:pt x="419" y="1126"/>
                  </a:lnTo>
                  <a:lnTo>
                    <a:pt x="455" y="1131"/>
                  </a:lnTo>
                  <a:lnTo>
                    <a:pt x="492" y="1133"/>
                  </a:lnTo>
                  <a:lnTo>
                    <a:pt x="492" y="566"/>
                  </a:lnTo>
                  <a:lnTo>
                    <a:pt x="492" y="494"/>
                  </a:lnTo>
                  <a:lnTo>
                    <a:pt x="468" y="484"/>
                  </a:lnTo>
                  <a:lnTo>
                    <a:pt x="447" y="470"/>
                  </a:lnTo>
                  <a:lnTo>
                    <a:pt x="426" y="456"/>
                  </a:lnTo>
                  <a:lnTo>
                    <a:pt x="408" y="438"/>
                  </a:lnTo>
                  <a:lnTo>
                    <a:pt x="391" y="418"/>
                  </a:lnTo>
                  <a:lnTo>
                    <a:pt x="375" y="397"/>
                  </a:lnTo>
                  <a:lnTo>
                    <a:pt x="362" y="374"/>
                  </a:lnTo>
                  <a:lnTo>
                    <a:pt x="351" y="349"/>
                  </a:lnTo>
                  <a:lnTo>
                    <a:pt x="342" y="324"/>
                  </a:lnTo>
                  <a:lnTo>
                    <a:pt x="336" y="298"/>
                  </a:lnTo>
                  <a:lnTo>
                    <a:pt x="332" y="271"/>
                  </a:lnTo>
                  <a:lnTo>
                    <a:pt x="331" y="243"/>
                  </a:lnTo>
                  <a:lnTo>
                    <a:pt x="332" y="215"/>
                  </a:lnTo>
                  <a:lnTo>
                    <a:pt x="336" y="188"/>
                  </a:lnTo>
                  <a:lnTo>
                    <a:pt x="343" y="161"/>
                  </a:lnTo>
                  <a:lnTo>
                    <a:pt x="352" y="135"/>
                  </a:lnTo>
                  <a:lnTo>
                    <a:pt x="363" y="110"/>
                  </a:lnTo>
                  <a:lnTo>
                    <a:pt x="377" y="86"/>
                  </a:lnTo>
                  <a:lnTo>
                    <a:pt x="393" y="65"/>
                  </a:lnTo>
                  <a:lnTo>
                    <a:pt x="412" y="45"/>
                  </a:lnTo>
                  <a:lnTo>
                    <a:pt x="431" y="28"/>
                  </a:lnTo>
                  <a:lnTo>
                    <a:pt x="452" y="12"/>
                  </a:lnTo>
                  <a:lnTo>
                    <a:pt x="475" y="0"/>
                  </a:lnTo>
                </a:path>
              </a:pathLst>
            </a:custGeom>
            <a:solidFill>
              <a:schemeClr val="accent5"/>
            </a:solidFill>
            <a:ln w="19050" cap="rnd">
              <a:solidFill>
                <a:schemeClr val="bg1"/>
              </a:solidFill>
              <a:round/>
              <a:headEnd/>
              <a:tailEnd/>
            </a:ln>
          </p:spPr>
          <p:txBody>
            <a:bodyPr lIns="0" tIns="0" rIns="0" bIns="0"/>
            <a:lstStyle/>
            <a:p>
              <a:pPr eaLnBrk="1" hangingPunct="1">
                <a:spcBef>
                  <a:spcPct val="20000"/>
                </a:spcBef>
              </a:pPr>
              <a:endParaRPr lang="en-GB" sz="1600">
                <a:cs typeface="Arial" pitchFamily="34" charset="0"/>
              </a:endParaRPr>
            </a:p>
          </p:txBody>
        </p:sp>
        <p:sp>
          <p:nvSpPr>
            <p:cNvPr id="19" name="Freeform 6"/>
            <p:cNvSpPr>
              <a:spLocks/>
            </p:cNvSpPr>
            <p:nvPr/>
          </p:nvSpPr>
          <p:spPr bwMode="gray">
            <a:xfrm>
              <a:off x="4138359" y="3811092"/>
              <a:ext cx="2520915" cy="1142886"/>
            </a:xfrm>
            <a:custGeom>
              <a:avLst/>
              <a:gdLst>
                <a:gd name="T0" fmla="*/ 45681 w 1136"/>
                <a:gd name="T1" fmla="*/ 616833 h 491"/>
                <a:gd name="T2" fmla="*/ 250042 w 1136"/>
                <a:gd name="T3" fmla="*/ 1466432 h 491"/>
                <a:gd name="T4" fmla="*/ 622701 w 1136"/>
                <a:gd name="T5" fmla="*/ 2264823 h 491"/>
                <a:gd name="T6" fmla="*/ 1158849 w 1136"/>
                <a:gd name="T7" fmla="*/ 3018988 h 491"/>
                <a:gd name="T8" fmla="*/ 1839252 w 1136"/>
                <a:gd name="T9" fmla="*/ 3719617 h 491"/>
                <a:gd name="T10" fmla="*/ 2649485 w 1136"/>
                <a:gd name="T11" fmla="*/ 4327139 h 491"/>
                <a:gd name="T12" fmla="*/ 3582335 w 1136"/>
                <a:gd name="T13" fmla="*/ 4843882 h 491"/>
                <a:gd name="T14" fmla="*/ 4589716 w 1136"/>
                <a:gd name="T15" fmla="*/ 5251225 h 491"/>
                <a:gd name="T16" fmla="*/ 5676438 w 1136"/>
                <a:gd name="T17" fmla="*/ 5546839 h 491"/>
                <a:gd name="T18" fmla="*/ 6808840 w 1136"/>
                <a:gd name="T19" fmla="*/ 5714431 h 491"/>
                <a:gd name="T20" fmla="*/ 7960477 w 1136"/>
                <a:gd name="T21" fmla="*/ 5763312 h 491"/>
                <a:gd name="T22" fmla="*/ 9121730 w 1136"/>
                <a:gd name="T23" fmla="*/ 5691154 h 491"/>
                <a:gd name="T24" fmla="*/ 10237304 w 1136"/>
                <a:gd name="T25" fmla="*/ 5483992 h 491"/>
                <a:gd name="T26" fmla="*/ 11316813 w 1136"/>
                <a:gd name="T27" fmla="*/ 5169756 h 491"/>
                <a:gd name="T28" fmla="*/ 12326598 w 1136"/>
                <a:gd name="T29" fmla="*/ 4727498 h 491"/>
                <a:gd name="T30" fmla="*/ 13211362 w 1136"/>
                <a:gd name="T31" fmla="*/ 4194462 h 491"/>
                <a:gd name="T32" fmla="*/ 14002361 w 1136"/>
                <a:gd name="T33" fmla="*/ 3561335 h 491"/>
                <a:gd name="T34" fmla="*/ 14649104 w 1136"/>
                <a:gd name="T35" fmla="*/ 2853724 h 491"/>
                <a:gd name="T36" fmla="*/ 15149189 w 1136"/>
                <a:gd name="T37" fmla="*/ 2092575 h 491"/>
                <a:gd name="T38" fmla="*/ 15495401 w 1136"/>
                <a:gd name="T39" fmla="*/ 1270908 h 491"/>
                <a:gd name="T40" fmla="*/ 15654081 w 1136"/>
                <a:gd name="T41" fmla="*/ 428291 h 491"/>
                <a:gd name="T42" fmla="*/ 7840264 w 1136"/>
                <a:gd name="T43" fmla="*/ 0 h 491"/>
                <a:gd name="T44" fmla="*/ 6686224 w 1136"/>
                <a:gd name="T45" fmla="*/ 253716 h 491"/>
                <a:gd name="T46" fmla="*/ 6294331 w 1136"/>
                <a:gd name="T47" fmla="*/ 726233 h 491"/>
                <a:gd name="T48" fmla="*/ 5748566 w 1136"/>
                <a:gd name="T49" fmla="*/ 1112626 h 491"/>
                <a:gd name="T50" fmla="*/ 5125865 w 1136"/>
                <a:gd name="T51" fmla="*/ 1396602 h 491"/>
                <a:gd name="T52" fmla="*/ 4414206 w 1136"/>
                <a:gd name="T53" fmla="*/ 1573505 h 491"/>
                <a:gd name="T54" fmla="*/ 3707356 w 1136"/>
                <a:gd name="T55" fmla="*/ 1622386 h 491"/>
                <a:gd name="T56" fmla="*/ 2899528 w 1136"/>
                <a:gd name="T57" fmla="*/ 1634025 h 491"/>
                <a:gd name="T58" fmla="*/ 2125358 w 1136"/>
                <a:gd name="T59" fmla="*/ 1510658 h 491"/>
                <a:gd name="T60" fmla="*/ 1396870 w 1136"/>
                <a:gd name="T61" fmla="*/ 1270908 h 491"/>
                <a:gd name="T62" fmla="*/ 747722 w 1136"/>
                <a:gd name="T63" fmla="*/ 900808 h 491"/>
                <a:gd name="T64" fmla="*/ 223595 w 1136"/>
                <a:gd name="T65" fmla="*/ 453896 h 49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136"/>
                <a:gd name="T100" fmla="*/ 0 h 491"/>
                <a:gd name="T101" fmla="*/ 1136 w 1136"/>
                <a:gd name="T102" fmla="*/ 491 h 491"/>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136" h="491">
                  <a:moveTo>
                    <a:pt x="0" y="17"/>
                  </a:moveTo>
                  <a:lnTo>
                    <a:pt x="3" y="53"/>
                  </a:lnTo>
                  <a:lnTo>
                    <a:pt x="9" y="89"/>
                  </a:lnTo>
                  <a:lnTo>
                    <a:pt x="18" y="125"/>
                  </a:lnTo>
                  <a:lnTo>
                    <a:pt x="31" y="159"/>
                  </a:lnTo>
                  <a:lnTo>
                    <a:pt x="45" y="193"/>
                  </a:lnTo>
                  <a:lnTo>
                    <a:pt x="63" y="226"/>
                  </a:lnTo>
                  <a:lnTo>
                    <a:pt x="84" y="257"/>
                  </a:lnTo>
                  <a:lnTo>
                    <a:pt x="108" y="287"/>
                  </a:lnTo>
                  <a:lnTo>
                    <a:pt x="133" y="316"/>
                  </a:lnTo>
                  <a:lnTo>
                    <a:pt x="161" y="343"/>
                  </a:lnTo>
                  <a:lnTo>
                    <a:pt x="192" y="368"/>
                  </a:lnTo>
                  <a:lnTo>
                    <a:pt x="224" y="391"/>
                  </a:lnTo>
                  <a:lnTo>
                    <a:pt x="259" y="412"/>
                  </a:lnTo>
                  <a:lnTo>
                    <a:pt x="295" y="430"/>
                  </a:lnTo>
                  <a:lnTo>
                    <a:pt x="332" y="447"/>
                  </a:lnTo>
                  <a:lnTo>
                    <a:pt x="371" y="460"/>
                  </a:lnTo>
                  <a:lnTo>
                    <a:pt x="411" y="472"/>
                  </a:lnTo>
                  <a:lnTo>
                    <a:pt x="452" y="480"/>
                  </a:lnTo>
                  <a:lnTo>
                    <a:pt x="493" y="486"/>
                  </a:lnTo>
                  <a:lnTo>
                    <a:pt x="534" y="489"/>
                  </a:lnTo>
                  <a:lnTo>
                    <a:pt x="576" y="490"/>
                  </a:lnTo>
                  <a:lnTo>
                    <a:pt x="618" y="489"/>
                  </a:lnTo>
                  <a:lnTo>
                    <a:pt x="660" y="484"/>
                  </a:lnTo>
                  <a:lnTo>
                    <a:pt x="701" y="476"/>
                  </a:lnTo>
                  <a:lnTo>
                    <a:pt x="741" y="467"/>
                  </a:lnTo>
                  <a:lnTo>
                    <a:pt x="781" y="454"/>
                  </a:lnTo>
                  <a:lnTo>
                    <a:pt x="819" y="440"/>
                  </a:lnTo>
                  <a:lnTo>
                    <a:pt x="856" y="422"/>
                  </a:lnTo>
                  <a:lnTo>
                    <a:pt x="892" y="402"/>
                  </a:lnTo>
                  <a:lnTo>
                    <a:pt x="925" y="381"/>
                  </a:lnTo>
                  <a:lnTo>
                    <a:pt x="956" y="357"/>
                  </a:lnTo>
                  <a:lnTo>
                    <a:pt x="986" y="331"/>
                  </a:lnTo>
                  <a:lnTo>
                    <a:pt x="1013" y="303"/>
                  </a:lnTo>
                  <a:lnTo>
                    <a:pt x="1038" y="274"/>
                  </a:lnTo>
                  <a:lnTo>
                    <a:pt x="1060" y="243"/>
                  </a:lnTo>
                  <a:lnTo>
                    <a:pt x="1079" y="211"/>
                  </a:lnTo>
                  <a:lnTo>
                    <a:pt x="1096" y="178"/>
                  </a:lnTo>
                  <a:lnTo>
                    <a:pt x="1110" y="143"/>
                  </a:lnTo>
                  <a:lnTo>
                    <a:pt x="1121" y="108"/>
                  </a:lnTo>
                  <a:lnTo>
                    <a:pt x="1128" y="73"/>
                  </a:lnTo>
                  <a:lnTo>
                    <a:pt x="1133" y="37"/>
                  </a:lnTo>
                  <a:lnTo>
                    <a:pt x="1135" y="0"/>
                  </a:lnTo>
                  <a:lnTo>
                    <a:pt x="567" y="0"/>
                  </a:lnTo>
                  <a:lnTo>
                    <a:pt x="495" y="0"/>
                  </a:lnTo>
                  <a:lnTo>
                    <a:pt x="484" y="22"/>
                  </a:lnTo>
                  <a:lnTo>
                    <a:pt x="470" y="43"/>
                  </a:lnTo>
                  <a:lnTo>
                    <a:pt x="455" y="62"/>
                  </a:lnTo>
                  <a:lnTo>
                    <a:pt x="436" y="80"/>
                  </a:lnTo>
                  <a:lnTo>
                    <a:pt x="416" y="95"/>
                  </a:lnTo>
                  <a:lnTo>
                    <a:pt x="394" y="108"/>
                  </a:lnTo>
                  <a:lnTo>
                    <a:pt x="371" y="119"/>
                  </a:lnTo>
                  <a:lnTo>
                    <a:pt x="346" y="128"/>
                  </a:lnTo>
                  <a:lnTo>
                    <a:pt x="320" y="134"/>
                  </a:lnTo>
                  <a:lnTo>
                    <a:pt x="295" y="137"/>
                  </a:lnTo>
                  <a:lnTo>
                    <a:pt x="268" y="138"/>
                  </a:lnTo>
                  <a:lnTo>
                    <a:pt x="238" y="140"/>
                  </a:lnTo>
                  <a:lnTo>
                    <a:pt x="210" y="139"/>
                  </a:lnTo>
                  <a:lnTo>
                    <a:pt x="181" y="136"/>
                  </a:lnTo>
                  <a:lnTo>
                    <a:pt x="154" y="129"/>
                  </a:lnTo>
                  <a:lnTo>
                    <a:pt x="126" y="119"/>
                  </a:lnTo>
                  <a:lnTo>
                    <a:pt x="101" y="108"/>
                  </a:lnTo>
                  <a:lnTo>
                    <a:pt x="76" y="94"/>
                  </a:lnTo>
                  <a:lnTo>
                    <a:pt x="54" y="77"/>
                  </a:lnTo>
                  <a:lnTo>
                    <a:pt x="34" y="60"/>
                  </a:lnTo>
                  <a:lnTo>
                    <a:pt x="16" y="39"/>
                  </a:lnTo>
                  <a:lnTo>
                    <a:pt x="0" y="17"/>
                  </a:lnTo>
                </a:path>
              </a:pathLst>
            </a:custGeom>
            <a:solidFill>
              <a:srgbClr val="FFFF00"/>
            </a:solidFill>
            <a:ln w="19050" cap="rnd">
              <a:solidFill>
                <a:schemeClr val="bg1"/>
              </a:solidFill>
              <a:round/>
              <a:headEnd/>
              <a:tailEnd/>
            </a:ln>
          </p:spPr>
          <p:txBody>
            <a:bodyPr lIns="0" tIns="0" rIns="0" bIns="0"/>
            <a:lstStyle/>
            <a:p>
              <a:pPr eaLnBrk="1" hangingPunct="1">
                <a:spcBef>
                  <a:spcPct val="20000"/>
                </a:spcBef>
              </a:pPr>
              <a:endParaRPr lang="en-GB" sz="1600">
                <a:cs typeface="Arial" pitchFamily="34" charset="0"/>
              </a:endParaRPr>
            </a:p>
          </p:txBody>
        </p:sp>
        <p:sp>
          <p:nvSpPr>
            <p:cNvPr id="20" name="Freeform 7"/>
            <p:cNvSpPr>
              <a:spLocks/>
            </p:cNvSpPr>
            <p:nvPr/>
          </p:nvSpPr>
          <p:spPr bwMode="gray">
            <a:xfrm>
              <a:off x="4503813" y="1584329"/>
              <a:ext cx="1100661" cy="2646028"/>
            </a:xfrm>
            <a:custGeom>
              <a:avLst/>
              <a:gdLst>
                <a:gd name="T0" fmla="*/ 778963 w 496"/>
                <a:gd name="T1" fmla="*/ 13318572 h 1137"/>
                <a:gd name="T2" fmla="*/ 1743051 w 496"/>
                <a:gd name="T3" fmla="*/ 13134724 h 1137"/>
                <a:gd name="T4" fmla="*/ 2668671 w 496"/>
                <a:gd name="T5" fmla="*/ 12832188 h 1137"/>
                <a:gd name="T6" fmla="*/ 3531781 w 496"/>
                <a:gd name="T7" fmla="*/ 12380711 h 1137"/>
                <a:gd name="T8" fmla="*/ 4358829 w 496"/>
                <a:gd name="T9" fmla="*/ 11840800 h 1137"/>
                <a:gd name="T10" fmla="*/ 5058454 w 496"/>
                <a:gd name="T11" fmla="*/ 11163585 h 1137"/>
                <a:gd name="T12" fmla="*/ 5676335 w 496"/>
                <a:gd name="T13" fmla="*/ 10411899 h 1137"/>
                <a:gd name="T14" fmla="*/ 6169198 w 496"/>
                <a:gd name="T15" fmla="*/ 9581089 h 1137"/>
                <a:gd name="T16" fmla="*/ 6525020 w 496"/>
                <a:gd name="T17" fmla="*/ 8687441 h 1137"/>
                <a:gd name="T18" fmla="*/ 6748612 w 496"/>
                <a:gd name="T19" fmla="*/ 7747252 h 1137"/>
                <a:gd name="T20" fmla="*/ 6835163 w 496"/>
                <a:gd name="T21" fmla="*/ 6783791 h 1137"/>
                <a:gd name="T22" fmla="*/ 6782270 w 496"/>
                <a:gd name="T23" fmla="*/ 5824985 h 1137"/>
                <a:gd name="T24" fmla="*/ 6577913 w 496"/>
                <a:gd name="T25" fmla="*/ 4882469 h 1137"/>
                <a:gd name="T26" fmla="*/ 6246132 w 496"/>
                <a:gd name="T27" fmla="*/ 3974859 h 1137"/>
                <a:gd name="T28" fmla="*/ 5774908 w 496"/>
                <a:gd name="T29" fmla="*/ 3125431 h 1137"/>
                <a:gd name="T30" fmla="*/ 5193090 w 496"/>
                <a:gd name="T31" fmla="*/ 2350473 h 1137"/>
                <a:gd name="T32" fmla="*/ 4512698 w 496"/>
                <a:gd name="T33" fmla="*/ 1666276 h 1137"/>
                <a:gd name="T34" fmla="*/ 3728926 w 496"/>
                <a:gd name="T35" fmla="*/ 1082148 h 1137"/>
                <a:gd name="T36" fmla="*/ 2865816 w 496"/>
                <a:gd name="T37" fmla="*/ 609727 h 1137"/>
                <a:gd name="T38" fmla="*/ 1947408 w 496"/>
                <a:gd name="T39" fmla="*/ 281591 h 1137"/>
                <a:gd name="T40" fmla="*/ 978513 w 496"/>
                <a:gd name="T41" fmla="*/ 76798 h 1137"/>
                <a:gd name="T42" fmla="*/ 0 w 496"/>
                <a:gd name="T43" fmla="*/ 0 h 1137"/>
                <a:gd name="T44" fmla="*/ 346206 w 496"/>
                <a:gd name="T45" fmla="*/ 7181743 h 1137"/>
                <a:gd name="T46" fmla="*/ 964087 w 496"/>
                <a:gd name="T47" fmla="*/ 7693727 h 1137"/>
                <a:gd name="T48" fmla="*/ 1493013 w 496"/>
                <a:gd name="T49" fmla="*/ 8289490 h 1137"/>
                <a:gd name="T50" fmla="*/ 1892112 w 496"/>
                <a:gd name="T51" fmla="*/ 8973687 h 1137"/>
                <a:gd name="T52" fmla="*/ 2163787 w 496"/>
                <a:gd name="T53" fmla="*/ 9723048 h 1137"/>
                <a:gd name="T54" fmla="*/ 2267168 w 496"/>
                <a:gd name="T55" fmla="*/ 10495678 h 1137"/>
                <a:gd name="T56" fmla="*/ 2197446 w 496"/>
                <a:gd name="T57" fmla="*/ 11140313 h 1137"/>
                <a:gd name="T58" fmla="*/ 1988280 w 496"/>
                <a:gd name="T59" fmla="*/ 11768657 h 1137"/>
                <a:gd name="T60" fmla="*/ 1642074 w 496"/>
                <a:gd name="T61" fmla="*/ 12329512 h 1137"/>
                <a:gd name="T62" fmla="*/ 1158828 w 496"/>
                <a:gd name="T63" fmla="*/ 12806588 h 1137"/>
                <a:gd name="T64" fmla="*/ 598648 w 496"/>
                <a:gd name="T65" fmla="*/ 13197558 h 1137"/>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496"/>
                <a:gd name="T100" fmla="*/ 0 h 1137"/>
                <a:gd name="T101" fmla="*/ 496 w 496"/>
                <a:gd name="T102" fmla="*/ 1137 h 1137"/>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496" h="1137">
                  <a:moveTo>
                    <a:pt x="20" y="1136"/>
                  </a:moveTo>
                  <a:lnTo>
                    <a:pt x="56" y="1134"/>
                  </a:lnTo>
                  <a:lnTo>
                    <a:pt x="91" y="1128"/>
                  </a:lnTo>
                  <a:lnTo>
                    <a:pt x="126" y="1119"/>
                  </a:lnTo>
                  <a:lnTo>
                    <a:pt x="160" y="1107"/>
                  </a:lnTo>
                  <a:lnTo>
                    <a:pt x="193" y="1093"/>
                  </a:lnTo>
                  <a:lnTo>
                    <a:pt x="225" y="1076"/>
                  </a:lnTo>
                  <a:lnTo>
                    <a:pt x="256" y="1055"/>
                  </a:lnTo>
                  <a:lnTo>
                    <a:pt x="287" y="1033"/>
                  </a:lnTo>
                  <a:lnTo>
                    <a:pt x="315" y="1008"/>
                  </a:lnTo>
                  <a:lnTo>
                    <a:pt x="341" y="981"/>
                  </a:lnTo>
                  <a:lnTo>
                    <a:pt x="366" y="951"/>
                  </a:lnTo>
                  <a:lnTo>
                    <a:pt x="390" y="920"/>
                  </a:lnTo>
                  <a:lnTo>
                    <a:pt x="411" y="887"/>
                  </a:lnTo>
                  <a:lnTo>
                    <a:pt x="429" y="852"/>
                  </a:lnTo>
                  <a:lnTo>
                    <a:pt x="446" y="816"/>
                  </a:lnTo>
                  <a:lnTo>
                    <a:pt x="460" y="779"/>
                  </a:lnTo>
                  <a:lnTo>
                    <a:pt x="472" y="740"/>
                  </a:lnTo>
                  <a:lnTo>
                    <a:pt x="481" y="700"/>
                  </a:lnTo>
                  <a:lnTo>
                    <a:pt x="488" y="660"/>
                  </a:lnTo>
                  <a:lnTo>
                    <a:pt x="492" y="619"/>
                  </a:lnTo>
                  <a:lnTo>
                    <a:pt x="495" y="578"/>
                  </a:lnTo>
                  <a:lnTo>
                    <a:pt x="494" y="537"/>
                  </a:lnTo>
                  <a:lnTo>
                    <a:pt x="491" y="496"/>
                  </a:lnTo>
                  <a:lnTo>
                    <a:pt x="485" y="456"/>
                  </a:lnTo>
                  <a:lnTo>
                    <a:pt x="476" y="416"/>
                  </a:lnTo>
                  <a:lnTo>
                    <a:pt x="465" y="377"/>
                  </a:lnTo>
                  <a:lnTo>
                    <a:pt x="452" y="339"/>
                  </a:lnTo>
                  <a:lnTo>
                    <a:pt x="436" y="302"/>
                  </a:lnTo>
                  <a:lnTo>
                    <a:pt x="418" y="266"/>
                  </a:lnTo>
                  <a:lnTo>
                    <a:pt x="399" y="232"/>
                  </a:lnTo>
                  <a:lnTo>
                    <a:pt x="376" y="200"/>
                  </a:lnTo>
                  <a:lnTo>
                    <a:pt x="352" y="170"/>
                  </a:lnTo>
                  <a:lnTo>
                    <a:pt x="327" y="142"/>
                  </a:lnTo>
                  <a:lnTo>
                    <a:pt x="299" y="115"/>
                  </a:lnTo>
                  <a:lnTo>
                    <a:pt x="270" y="92"/>
                  </a:lnTo>
                  <a:lnTo>
                    <a:pt x="239" y="71"/>
                  </a:lnTo>
                  <a:lnTo>
                    <a:pt x="207" y="52"/>
                  </a:lnTo>
                  <a:lnTo>
                    <a:pt x="175" y="37"/>
                  </a:lnTo>
                  <a:lnTo>
                    <a:pt x="141" y="24"/>
                  </a:lnTo>
                  <a:lnTo>
                    <a:pt x="106" y="14"/>
                  </a:lnTo>
                  <a:lnTo>
                    <a:pt x="71" y="7"/>
                  </a:lnTo>
                  <a:lnTo>
                    <a:pt x="36" y="2"/>
                  </a:lnTo>
                  <a:lnTo>
                    <a:pt x="0" y="0"/>
                  </a:lnTo>
                  <a:lnTo>
                    <a:pt x="0" y="594"/>
                  </a:lnTo>
                  <a:lnTo>
                    <a:pt x="25" y="612"/>
                  </a:lnTo>
                  <a:lnTo>
                    <a:pt x="49" y="632"/>
                  </a:lnTo>
                  <a:lnTo>
                    <a:pt x="70" y="655"/>
                  </a:lnTo>
                  <a:lnTo>
                    <a:pt x="91" y="680"/>
                  </a:lnTo>
                  <a:lnTo>
                    <a:pt x="108" y="706"/>
                  </a:lnTo>
                  <a:lnTo>
                    <a:pt x="124" y="735"/>
                  </a:lnTo>
                  <a:lnTo>
                    <a:pt x="137" y="765"/>
                  </a:lnTo>
                  <a:lnTo>
                    <a:pt x="148" y="796"/>
                  </a:lnTo>
                  <a:lnTo>
                    <a:pt x="156" y="828"/>
                  </a:lnTo>
                  <a:lnTo>
                    <a:pt x="161" y="860"/>
                  </a:lnTo>
                  <a:lnTo>
                    <a:pt x="164" y="894"/>
                  </a:lnTo>
                  <a:lnTo>
                    <a:pt x="164" y="921"/>
                  </a:lnTo>
                  <a:lnTo>
                    <a:pt x="159" y="949"/>
                  </a:lnTo>
                  <a:lnTo>
                    <a:pt x="153" y="976"/>
                  </a:lnTo>
                  <a:lnTo>
                    <a:pt x="144" y="1002"/>
                  </a:lnTo>
                  <a:lnTo>
                    <a:pt x="132" y="1027"/>
                  </a:lnTo>
                  <a:lnTo>
                    <a:pt x="119" y="1050"/>
                  </a:lnTo>
                  <a:lnTo>
                    <a:pt x="102" y="1072"/>
                  </a:lnTo>
                  <a:lnTo>
                    <a:pt x="84" y="1091"/>
                  </a:lnTo>
                  <a:lnTo>
                    <a:pt x="65" y="1109"/>
                  </a:lnTo>
                  <a:lnTo>
                    <a:pt x="43" y="1124"/>
                  </a:lnTo>
                  <a:lnTo>
                    <a:pt x="20" y="1136"/>
                  </a:lnTo>
                </a:path>
              </a:pathLst>
            </a:custGeom>
            <a:solidFill>
              <a:schemeClr val="accent1"/>
            </a:solidFill>
            <a:ln w="19050" cap="rnd">
              <a:solidFill>
                <a:schemeClr val="bg1"/>
              </a:solidFill>
              <a:round/>
              <a:headEnd/>
              <a:tailEnd/>
            </a:ln>
          </p:spPr>
          <p:txBody>
            <a:bodyPr lIns="0" tIns="0" rIns="0" bIns="0"/>
            <a:lstStyle/>
            <a:p>
              <a:pPr eaLnBrk="1" hangingPunct="1">
                <a:spcBef>
                  <a:spcPct val="20000"/>
                </a:spcBef>
              </a:pPr>
              <a:endParaRPr lang="en-GB" sz="1600">
                <a:cs typeface="Arial" pitchFamily="34" charset="0"/>
              </a:endParaRPr>
            </a:p>
          </p:txBody>
        </p:sp>
        <p:sp>
          <p:nvSpPr>
            <p:cNvPr id="21" name="Oval 8"/>
            <p:cNvSpPr>
              <a:spLocks noChangeArrowheads="1"/>
            </p:cNvSpPr>
            <p:nvPr/>
          </p:nvSpPr>
          <p:spPr bwMode="gray">
            <a:xfrm>
              <a:off x="4139031" y="3413129"/>
              <a:ext cx="832104" cy="828675"/>
            </a:xfrm>
            <a:prstGeom prst="ellipse">
              <a:avLst/>
            </a:prstGeom>
            <a:solidFill>
              <a:schemeClr val="bg1"/>
            </a:solidFill>
            <a:ln w="9525">
              <a:solidFill>
                <a:schemeClr val="bg1"/>
              </a:solidFill>
              <a:round/>
              <a:headEnd/>
              <a:tailEnd/>
            </a:ln>
          </p:spPr>
          <p:txBody>
            <a:bodyPr wrap="none" lIns="0" tIns="0" rIns="0" bIns="0" anchor="ctr"/>
            <a:lstStyle/>
            <a:p>
              <a:pPr eaLnBrk="1" hangingPunct="1">
                <a:spcBef>
                  <a:spcPct val="20000"/>
                </a:spcBef>
              </a:pPr>
              <a:endParaRPr lang="en-GB" sz="1600">
                <a:cs typeface="Arial" pitchFamily="34" charset="0"/>
              </a:endParaRPr>
            </a:p>
          </p:txBody>
        </p:sp>
        <p:sp>
          <p:nvSpPr>
            <p:cNvPr id="22" name="Rectangle 9"/>
            <p:cNvSpPr>
              <a:spLocks noChangeArrowheads="1"/>
            </p:cNvSpPr>
            <p:nvPr/>
          </p:nvSpPr>
          <p:spPr bwMode="gray">
            <a:xfrm rot="5400000">
              <a:off x="4431481" y="2792288"/>
              <a:ext cx="1233487" cy="230112"/>
            </a:xfrm>
            <a:prstGeom prst="rect">
              <a:avLst/>
            </a:prstGeom>
            <a:noFill/>
            <a:ln w="9525">
              <a:noFill/>
              <a:miter lim="800000"/>
              <a:headEnd/>
              <a:tailEnd/>
            </a:ln>
          </p:spPr>
          <p:txBody>
            <a:bodyPr lIns="0" tIns="0" rIns="0" bIns="0" anchor="ctr" anchorCtr="0">
              <a:spAutoFit/>
            </a:bodyPr>
            <a:lstStyle/>
            <a:p>
              <a:pPr algn="ctr" defTabSz="787400">
                <a:lnSpc>
                  <a:spcPct val="95000"/>
                </a:lnSpc>
                <a:spcBef>
                  <a:spcPct val="80000"/>
                </a:spcBef>
                <a:buClr>
                  <a:schemeClr val="tx2"/>
                </a:buClr>
              </a:pPr>
              <a:r>
                <a:rPr lang="en-GB" sz="1400">
                  <a:cs typeface="Arial" pitchFamily="34" charset="0"/>
                </a:rPr>
                <a:t>Manual Task</a:t>
              </a:r>
            </a:p>
          </p:txBody>
        </p:sp>
        <p:sp>
          <p:nvSpPr>
            <p:cNvPr id="23" name="Rectangle 10"/>
            <p:cNvSpPr>
              <a:spLocks noChangeArrowheads="1"/>
            </p:cNvSpPr>
            <p:nvPr/>
          </p:nvSpPr>
          <p:spPr bwMode="gray">
            <a:xfrm>
              <a:off x="4811249" y="4145777"/>
              <a:ext cx="1175136" cy="460225"/>
            </a:xfrm>
            <a:prstGeom prst="rect">
              <a:avLst/>
            </a:prstGeom>
            <a:noFill/>
            <a:ln w="9525">
              <a:noFill/>
              <a:miter lim="800000"/>
              <a:headEnd/>
              <a:tailEnd/>
            </a:ln>
          </p:spPr>
          <p:txBody>
            <a:bodyPr lIns="0" tIns="0" rIns="0" bIns="0" anchor="ctr" anchorCtr="0">
              <a:spAutoFit/>
            </a:bodyPr>
            <a:lstStyle/>
            <a:p>
              <a:pPr algn="ctr" defTabSz="787400">
                <a:lnSpc>
                  <a:spcPct val="95000"/>
                </a:lnSpc>
                <a:spcBef>
                  <a:spcPct val="80000"/>
                </a:spcBef>
                <a:buClr>
                  <a:schemeClr val="tx2"/>
                </a:buClr>
              </a:pPr>
              <a:r>
                <a:rPr lang="en-GB" sz="1400">
                  <a:cs typeface="Arial" pitchFamily="34" charset="0"/>
                </a:rPr>
                <a:t>Drag &amp; Drop</a:t>
              </a:r>
            </a:p>
          </p:txBody>
        </p:sp>
        <p:sp>
          <p:nvSpPr>
            <p:cNvPr id="24" name="Rectangle 11"/>
            <p:cNvSpPr>
              <a:spLocks noChangeArrowheads="1"/>
            </p:cNvSpPr>
            <p:nvPr/>
          </p:nvSpPr>
          <p:spPr bwMode="gray">
            <a:xfrm rot="16200000" flipH="1">
              <a:off x="3471188" y="4515010"/>
              <a:ext cx="1228725" cy="460225"/>
            </a:xfrm>
            <a:prstGeom prst="rect">
              <a:avLst/>
            </a:prstGeom>
            <a:noFill/>
            <a:ln w="9525">
              <a:noFill/>
              <a:miter lim="800000"/>
              <a:headEnd/>
              <a:tailEnd/>
            </a:ln>
          </p:spPr>
          <p:txBody>
            <a:bodyPr lIns="0" tIns="0" rIns="0" bIns="0" anchor="ctr" anchorCtr="0">
              <a:spAutoFit/>
            </a:bodyPr>
            <a:lstStyle/>
            <a:p>
              <a:pPr algn="ctr" defTabSz="787400">
                <a:lnSpc>
                  <a:spcPct val="95000"/>
                </a:lnSpc>
                <a:spcBef>
                  <a:spcPct val="80000"/>
                </a:spcBef>
                <a:buClr>
                  <a:schemeClr val="tx2"/>
                </a:buClr>
              </a:pPr>
              <a:r>
                <a:rPr lang="en-GB" sz="1400">
                  <a:cs typeface="Arial" pitchFamily="34" charset="0"/>
                </a:rPr>
                <a:t>Error Free Run</a:t>
              </a:r>
            </a:p>
          </p:txBody>
        </p:sp>
        <p:sp>
          <p:nvSpPr>
            <p:cNvPr id="25" name="Rectangle 12"/>
            <p:cNvSpPr>
              <a:spLocks noChangeArrowheads="1"/>
            </p:cNvSpPr>
            <p:nvPr/>
          </p:nvSpPr>
          <p:spPr bwMode="gray">
            <a:xfrm>
              <a:off x="3147392" y="3189271"/>
              <a:ext cx="1172205" cy="230112"/>
            </a:xfrm>
            <a:prstGeom prst="rect">
              <a:avLst/>
            </a:prstGeom>
            <a:noFill/>
            <a:ln w="9525">
              <a:noFill/>
              <a:miter lim="800000"/>
              <a:headEnd/>
              <a:tailEnd/>
            </a:ln>
          </p:spPr>
          <p:txBody>
            <a:bodyPr lIns="0" tIns="0" rIns="0" bIns="0" anchor="ctr" anchorCtr="0">
              <a:spAutoFit/>
            </a:bodyPr>
            <a:lstStyle/>
            <a:p>
              <a:pPr algn="ctr" defTabSz="787400">
                <a:lnSpc>
                  <a:spcPct val="95000"/>
                </a:lnSpc>
                <a:spcBef>
                  <a:spcPct val="80000"/>
                </a:spcBef>
                <a:buClr>
                  <a:schemeClr val="tx2"/>
                </a:buClr>
              </a:pPr>
              <a:r>
                <a:rPr lang="en-GB" sz="1400">
                  <a:cs typeface="Arial" pitchFamily="34" charset="0"/>
                </a:rPr>
                <a:t>Repetitive</a:t>
              </a:r>
            </a:p>
          </p:txBody>
        </p:sp>
      </p:grpSp>
      <p:sp>
        <p:nvSpPr>
          <p:cNvPr id="81" name="Text Placeholder 7"/>
          <p:cNvSpPr txBox="1">
            <a:spLocks/>
          </p:cNvSpPr>
          <p:nvPr/>
        </p:nvSpPr>
        <p:spPr>
          <a:xfrm>
            <a:off x="6279917" y="1665289"/>
            <a:ext cx="4011847" cy="420687"/>
          </a:xfrm>
          <a:prstGeom prst="rect">
            <a:avLst/>
          </a:prstGeom>
        </p:spPr>
        <p:txBody>
          <a:bodyPr lIns="0" tIns="0" rIns="0" bIns="0"/>
          <a:lstStyle>
            <a:lvl1pPr marL="0" indent="0" algn="l" defTabSz="914400" rtl="0" eaLnBrk="1" latinLnBrk="0" hangingPunct="1">
              <a:spcBef>
                <a:spcPts val="0"/>
              </a:spcBef>
              <a:spcAft>
                <a:spcPts val="1000"/>
              </a:spcAft>
              <a:buSzPct val="100000"/>
              <a:buFont typeface="Arial" panose="020B0604020202020204" pitchFamily="34" charset="0"/>
              <a:buNone/>
              <a:defRPr sz="1200" b="0" kern="1200">
                <a:solidFill>
                  <a:schemeClr val="tx1"/>
                </a:solidFill>
                <a:latin typeface="+mn-lt"/>
                <a:ea typeface="+mn-ea"/>
                <a:cs typeface="+mn-cs"/>
              </a:defRPr>
            </a:lvl1pPr>
            <a:lvl2pPr marL="0" indent="0" algn="l" defTabSz="914400" rtl="0" eaLnBrk="1" latinLnBrk="0" hangingPunct="1">
              <a:spcBef>
                <a:spcPts val="0"/>
              </a:spcBef>
              <a:spcAft>
                <a:spcPts val="1000"/>
              </a:spcAft>
              <a:buClrTx/>
              <a:buSzPct val="100000"/>
              <a:buFont typeface="Arial"/>
              <a:buNone/>
              <a:defRPr lang="en-US" sz="1200" b="1" kern="1200" dirty="0" smtClean="0">
                <a:solidFill>
                  <a:schemeClr val="tx1"/>
                </a:solidFill>
                <a:latin typeface="+mn-lt"/>
                <a:ea typeface="+mn-ea"/>
                <a:cs typeface="+mn-cs"/>
              </a:defRPr>
            </a:lvl2pPr>
            <a:lvl3pPr marL="176400" indent="-176400" algn="l" defTabSz="914400" rtl="0" eaLnBrk="1" latinLnBrk="0" hangingPunct="1">
              <a:spcBef>
                <a:spcPts val="0"/>
              </a:spcBef>
              <a:spcAft>
                <a:spcPts val="1000"/>
              </a:spcAft>
              <a:buClrTx/>
              <a:buSzPct val="100000"/>
              <a:buFont typeface="Arial" panose="020B0604020202020204" pitchFamily="34" charset="0"/>
              <a:buChar char="•"/>
              <a:defRPr lang="en-US" sz="1200" kern="1200" dirty="0" smtClean="0">
                <a:solidFill>
                  <a:schemeClr val="tx1"/>
                </a:solidFill>
                <a:latin typeface="+mn-lt"/>
                <a:ea typeface="+mn-ea"/>
                <a:cs typeface="+mn-cs"/>
              </a:defRPr>
            </a:lvl3pPr>
            <a:lvl4pPr marL="356400" indent="-176400" algn="l" defTabSz="914400" rtl="0" eaLnBrk="1" latinLnBrk="0" hangingPunct="1">
              <a:spcBef>
                <a:spcPts val="0"/>
              </a:spcBef>
              <a:spcAft>
                <a:spcPts val="1000"/>
              </a:spcAft>
              <a:buClrTx/>
              <a:buSzPct val="100000"/>
              <a:buFont typeface="Verdana" panose="020B0604030504040204" pitchFamily="34" charset="0"/>
              <a:buChar char="−"/>
              <a:defRPr lang="en-US" sz="1200" kern="1200" baseline="0" dirty="0" smtClean="0">
                <a:solidFill>
                  <a:schemeClr val="tx1"/>
                </a:solidFill>
                <a:latin typeface="+mn-lt"/>
                <a:ea typeface="+mn-ea"/>
                <a:cs typeface="+mn-cs"/>
              </a:defRPr>
            </a:lvl4pPr>
            <a:lvl5pPr marL="532800" indent="-176400" algn="l" defTabSz="798513" rtl="0" eaLnBrk="1" latinLnBrk="0" hangingPunct="1">
              <a:spcBef>
                <a:spcPts val="0"/>
              </a:spcBef>
              <a:spcAft>
                <a:spcPts val="1000"/>
              </a:spcAft>
              <a:buClrTx/>
              <a:buSzPct val="100000"/>
              <a:buFont typeface="Verdana" panose="020B0604030504040204" pitchFamily="34" charset="0"/>
              <a:buChar char="−"/>
              <a:tabLst/>
              <a:defRPr lang="en-US" sz="1200" kern="1200" baseline="0" dirty="0" smtClean="0">
                <a:solidFill>
                  <a:schemeClr val="tx1"/>
                </a:solidFill>
                <a:latin typeface="+mn-lt"/>
                <a:ea typeface="+mn-ea"/>
                <a:cs typeface="+mn-cs"/>
              </a:defRPr>
            </a:lvl5pPr>
            <a:lvl6pPr marL="532800" indent="-176400" algn="l" defTabSz="914400" rtl="0" eaLnBrk="1" latinLnBrk="0" hangingPunct="1">
              <a:spcBef>
                <a:spcPts val="0"/>
              </a:spcBef>
              <a:spcAft>
                <a:spcPts val="1000"/>
              </a:spcAft>
              <a:buFont typeface="Verdana" panose="020B0604030504040204" pitchFamily="34" charset="0"/>
              <a:buChar char="−"/>
              <a:defRPr sz="1200" kern="1200" baseline="0">
                <a:solidFill>
                  <a:schemeClr val="tx1"/>
                </a:solidFill>
                <a:latin typeface="+mn-lt"/>
                <a:ea typeface="+mn-ea"/>
                <a:cs typeface="+mn-cs"/>
              </a:defRPr>
            </a:lvl6pPr>
            <a:lvl7pPr marL="532800" indent="-176400" algn="l" defTabSz="914400" rtl="0" eaLnBrk="1" latinLnBrk="0" hangingPunct="1">
              <a:spcBef>
                <a:spcPts val="0"/>
              </a:spcBef>
              <a:spcAft>
                <a:spcPts val="1000"/>
              </a:spcAft>
              <a:buFont typeface="Verdana" panose="020B0604030504040204" pitchFamily="34" charset="0"/>
              <a:buChar char="−"/>
              <a:defRPr sz="1200" kern="1200">
                <a:solidFill>
                  <a:schemeClr val="tx1"/>
                </a:solidFill>
                <a:latin typeface="+mn-lt"/>
                <a:ea typeface="+mn-ea"/>
                <a:cs typeface="+mn-cs"/>
              </a:defRPr>
            </a:lvl7pPr>
            <a:lvl8pPr marL="532800" indent="-176400" algn="l" defTabSz="914400" rtl="0" eaLnBrk="1" latinLnBrk="0" hangingPunct="1">
              <a:spcBef>
                <a:spcPts val="0"/>
              </a:spcBef>
              <a:spcAft>
                <a:spcPts val="1000"/>
              </a:spcAft>
              <a:buFont typeface="Verdana" panose="020B0604030504040204" pitchFamily="34" charset="0"/>
              <a:buChar char="−"/>
              <a:defRPr sz="1200" kern="1200" baseline="0">
                <a:solidFill>
                  <a:schemeClr val="tx1"/>
                </a:solidFill>
                <a:latin typeface="+mn-lt"/>
                <a:ea typeface="+mn-ea"/>
                <a:cs typeface="+mn-cs"/>
              </a:defRPr>
            </a:lvl8pPr>
            <a:lvl9pPr marL="532800" indent="-176400" algn="l" defTabSz="914400" rtl="0" eaLnBrk="1" latinLnBrk="0" hangingPunct="1">
              <a:spcBef>
                <a:spcPts val="0"/>
              </a:spcBef>
              <a:spcAft>
                <a:spcPts val="1000"/>
              </a:spcAft>
              <a:buFont typeface="Verdana" panose="020B0604030504040204" pitchFamily="34" charset="0"/>
              <a:buChar char="−"/>
              <a:defRPr sz="1200" kern="1200" baseline="0">
                <a:solidFill>
                  <a:schemeClr val="tx1"/>
                </a:solidFill>
                <a:latin typeface="+mn-lt"/>
                <a:ea typeface="+mn-ea"/>
                <a:cs typeface="+mn-cs"/>
              </a:defRPr>
            </a:lvl9pPr>
          </a:lstStyle>
          <a:p>
            <a:endParaRPr lang="en-GB" sz="1300"/>
          </a:p>
        </p:txBody>
      </p:sp>
      <p:pic>
        <p:nvPicPr>
          <p:cNvPr id="9" name="Picture 8">
            <a:extLst>
              <a:ext uri="{FF2B5EF4-FFF2-40B4-BE49-F238E27FC236}">
                <a16:creationId xmlns:a16="http://schemas.microsoft.com/office/drawing/2014/main" id="{C2A1EC67-0222-56F3-9C43-9DDEFAA1ADE2}"/>
              </a:ext>
            </a:extLst>
          </p:cNvPr>
          <p:cNvPicPr>
            <a:picLocks noChangeAspect="1"/>
          </p:cNvPicPr>
          <p:nvPr/>
        </p:nvPicPr>
        <p:blipFill>
          <a:blip r:embed="rId3"/>
          <a:stretch>
            <a:fillRect/>
          </a:stretch>
        </p:blipFill>
        <p:spPr>
          <a:xfrm>
            <a:off x="200101" y="3664774"/>
            <a:ext cx="3871295" cy="2141406"/>
          </a:xfrm>
          <a:prstGeom prst="rect">
            <a:avLst/>
          </a:prstGeom>
        </p:spPr>
      </p:pic>
      <p:pic>
        <p:nvPicPr>
          <p:cNvPr id="11" name="Picture 10">
            <a:extLst>
              <a:ext uri="{FF2B5EF4-FFF2-40B4-BE49-F238E27FC236}">
                <a16:creationId xmlns:a16="http://schemas.microsoft.com/office/drawing/2014/main" id="{F7C2422B-33F2-8F1B-B00B-FF29D31345D7}"/>
              </a:ext>
            </a:extLst>
          </p:cNvPr>
          <p:cNvPicPr>
            <a:picLocks noChangeAspect="1"/>
          </p:cNvPicPr>
          <p:nvPr/>
        </p:nvPicPr>
        <p:blipFill>
          <a:blip r:embed="rId4"/>
          <a:stretch>
            <a:fillRect/>
          </a:stretch>
        </p:blipFill>
        <p:spPr>
          <a:xfrm>
            <a:off x="4676068" y="4772025"/>
            <a:ext cx="3444538" cy="1478408"/>
          </a:xfrm>
          <a:prstGeom prst="rect">
            <a:avLst/>
          </a:prstGeom>
        </p:spPr>
      </p:pic>
    </p:spTree>
    <p:extLst>
      <p:ext uri="{BB962C8B-B14F-4D97-AF65-F5344CB8AC3E}">
        <p14:creationId xmlns:p14="http://schemas.microsoft.com/office/powerpoint/2010/main" val="244411024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5E3A1B8-CAD5-1002-2F19-A0E627A8D5C1}"/>
              </a:ext>
            </a:extLst>
          </p:cNvPr>
          <p:cNvPicPr>
            <a:picLocks noChangeAspect="1"/>
          </p:cNvPicPr>
          <p:nvPr/>
        </p:nvPicPr>
        <p:blipFill>
          <a:blip r:embed="rId3"/>
          <a:stretch>
            <a:fillRect/>
          </a:stretch>
        </p:blipFill>
        <p:spPr>
          <a:xfrm>
            <a:off x="8262615" y="1626099"/>
            <a:ext cx="2651985" cy="4673101"/>
          </a:xfrm>
          <a:prstGeom prst="rect">
            <a:avLst/>
          </a:prstGeom>
          <a:noFill/>
        </p:spPr>
      </p:pic>
      <p:sp>
        <p:nvSpPr>
          <p:cNvPr id="679946" name="Content Placeholder 679945"/>
          <p:cNvSpPr>
            <a:spLocks noGrp="1"/>
          </p:cNvSpPr>
          <p:nvPr>
            <p:ph sz="quarter" idx="16"/>
          </p:nvPr>
        </p:nvSpPr>
        <p:spPr>
          <a:xfrm>
            <a:off x="469900" y="1665288"/>
            <a:ext cx="6660866" cy="4633913"/>
          </a:xfrm>
        </p:spPr>
        <p:txBody>
          <a:bodyPr>
            <a:normAutofit/>
          </a:bodyPr>
          <a:lstStyle/>
          <a:p>
            <a:pPr lvl="2"/>
            <a:r>
              <a:rPr lang="en-GB"/>
              <a:t>Out of SDKs there are couple of tools available for automation like JS to XML and XML to JSON converters and others as well</a:t>
            </a:r>
          </a:p>
          <a:p>
            <a:pPr lvl="2"/>
            <a:r>
              <a:rPr lang="en-GB"/>
              <a:t>HTTP requests can be handled</a:t>
            </a:r>
          </a:p>
          <a:p>
            <a:pPr lvl="2"/>
            <a:r>
              <a:rPr lang="en-GB"/>
              <a:t>File transfer can be handled</a:t>
            </a:r>
          </a:p>
          <a:p>
            <a:pPr lvl="2"/>
            <a:r>
              <a:rPr lang="en-GB"/>
              <a:t>S4 connectivity can be achieved to trigger processes in SAP</a:t>
            </a:r>
          </a:p>
          <a:p>
            <a:pPr lvl="2"/>
            <a:r>
              <a:rPr lang="en-GB"/>
              <a:t>Timeline can be monitored during execution for debug purpose</a:t>
            </a:r>
          </a:p>
        </p:txBody>
      </p:sp>
      <p:sp>
        <p:nvSpPr>
          <p:cNvPr id="15" name="Text Placeholder 14"/>
          <p:cNvSpPr>
            <a:spLocks noGrp="1"/>
          </p:cNvSpPr>
          <p:nvPr>
            <p:ph type="body" sz="quarter" idx="13"/>
          </p:nvPr>
        </p:nvSpPr>
        <p:spPr>
          <a:xfrm>
            <a:off x="469900" y="978458"/>
            <a:ext cx="11252200" cy="757255"/>
          </a:xfrm>
        </p:spPr>
        <p:txBody>
          <a:bodyPr>
            <a:normAutofit/>
          </a:bodyPr>
          <a:lstStyle/>
          <a:p>
            <a:r>
              <a:rPr lang="en-US" sz="1800"/>
              <a:t>Tools available to design automation</a:t>
            </a:r>
          </a:p>
        </p:txBody>
      </p:sp>
      <p:sp>
        <p:nvSpPr>
          <p:cNvPr id="679937" name="Title 1"/>
          <p:cNvSpPr>
            <a:spLocks noGrp="1"/>
          </p:cNvSpPr>
          <p:nvPr>
            <p:ph type="title"/>
          </p:nvPr>
        </p:nvSpPr>
        <p:spPr>
          <a:xfrm>
            <a:off x="469900" y="402587"/>
            <a:ext cx="11252200" cy="334102"/>
          </a:xfrm>
        </p:spPr>
        <p:txBody>
          <a:bodyPr anchor="t">
            <a:noAutofit/>
          </a:bodyPr>
          <a:lstStyle/>
          <a:p>
            <a:r>
              <a:rPr lang="en-US" sz="3200" b="1">
                <a:latin typeface="Calibri" panose="020F0502020204030204" pitchFamily="34" charset="0"/>
                <a:cs typeface="Calibri" panose="020F0502020204030204" pitchFamily="34" charset="0"/>
              </a:rPr>
              <a:t>Process Automation</a:t>
            </a:r>
          </a:p>
        </p:txBody>
      </p:sp>
      <p:sp>
        <p:nvSpPr>
          <p:cNvPr id="81" name="Text Placeholder 7"/>
          <p:cNvSpPr txBox="1">
            <a:spLocks/>
          </p:cNvSpPr>
          <p:nvPr/>
        </p:nvSpPr>
        <p:spPr>
          <a:xfrm>
            <a:off x="6279917" y="1665289"/>
            <a:ext cx="4011847" cy="420687"/>
          </a:xfrm>
          <a:prstGeom prst="rect">
            <a:avLst/>
          </a:prstGeom>
        </p:spPr>
        <p:txBody>
          <a:bodyPr lIns="0" tIns="0" rIns="0" bIns="0"/>
          <a:lstStyle>
            <a:lvl1pPr marL="0" indent="0" algn="l" defTabSz="914400" rtl="0" eaLnBrk="1" latinLnBrk="0" hangingPunct="1">
              <a:spcBef>
                <a:spcPts val="0"/>
              </a:spcBef>
              <a:spcAft>
                <a:spcPts val="1000"/>
              </a:spcAft>
              <a:buSzPct val="100000"/>
              <a:buFont typeface="Arial" panose="020B0604020202020204" pitchFamily="34" charset="0"/>
              <a:buNone/>
              <a:defRPr sz="1200" b="0" kern="1200">
                <a:solidFill>
                  <a:schemeClr val="tx1"/>
                </a:solidFill>
                <a:latin typeface="+mn-lt"/>
                <a:ea typeface="+mn-ea"/>
                <a:cs typeface="+mn-cs"/>
              </a:defRPr>
            </a:lvl1pPr>
            <a:lvl2pPr marL="0" indent="0" algn="l" defTabSz="914400" rtl="0" eaLnBrk="1" latinLnBrk="0" hangingPunct="1">
              <a:spcBef>
                <a:spcPts val="0"/>
              </a:spcBef>
              <a:spcAft>
                <a:spcPts val="1000"/>
              </a:spcAft>
              <a:buClrTx/>
              <a:buSzPct val="100000"/>
              <a:buFont typeface="Arial"/>
              <a:buNone/>
              <a:defRPr lang="en-US" sz="1200" b="1" kern="1200" dirty="0" smtClean="0">
                <a:solidFill>
                  <a:schemeClr val="tx1"/>
                </a:solidFill>
                <a:latin typeface="+mn-lt"/>
                <a:ea typeface="+mn-ea"/>
                <a:cs typeface="+mn-cs"/>
              </a:defRPr>
            </a:lvl2pPr>
            <a:lvl3pPr marL="176400" indent="-176400" algn="l" defTabSz="914400" rtl="0" eaLnBrk="1" latinLnBrk="0" hangingPunct="1">
              <a:spcBef>
                <a:spcPts val="0"/>
              </a:spcBef>
              <a:spcAft>
                <a:spcPts val="1000"/>
              </a:spcAft>
              <a:buClrTx/>
              <a:buSzPct val="100000"/>
              <a:buFont typeface="Arial" panose="020B0604020202020204" pitchFamily="34" charset="0"/>
              <a:buChar char="•"/>
              <a:defRPr lang="en-US" sz="1200" kern="1200" dirty="0" smtClean="0">
                <a:solidFill>
                  <a:schemeClr val="tx1"/>
                </a:solidFill>
                <a:latin typeface="+mn-lt"/>
                <a:ea typeface="+mn-ea"/>
                <a:cs typeface="+mn-cs"/>
              </a:defRPr>
            </a:lvl3pPr>
            <a:lvl4pPr marL="356400" indent="-176400" algn="l" defTabSz="914400" rtl="0" eaLnBrk="1" latinLnBrk="0" hangingPunct="1">
              <a:spcBef>
                <a:spcPts val="0"/>
              </a:spcBef>
              <a:spcAft>
                <a:spcPts val="1000"/>
              </a:spcAft>
              <a:buClrTx/>
              <a:buSzPct val="100000"/>
              <a:buFont typeface="Verdana" panose="020B0604030504040204" pitchFamily="34" charset="0"/>
              <a:buChar char="−"/>
              <a:defRPr lang="en-US" sz="1200" kern="1200" baseline="0" dirty="0" smtClean="0">
                <a:solidFill>
                  <a:schemeClr val="tx1"/>
                </a:solidFill>
                <a:latin typeface="+mn-lt"/>
                <a:ea typeface="+mn-ea"/>
                <a:cs typeface="+mn-cs"/>
              </a:defRPr>
            </a:lvl4pPr>
            <a:lvl5pPr marL="532800" indent="-176400" algn="l" defTabSz="798513" rtl="0" eaLnBrk="1" latinLnBrk="0" hangingPunct="1">
              <a:spcBef>
                <a:spcPts val="0"/>
              </a:spcBef>
              <a:spcAft>
                <a:spcPts val="1000"/>
              </a:spcAft>
              <a:buClrTx/>
              <a:buSzPct val="100000"/>
              <a:buFont typeface="Verdana" panose="020B0604030504040204" pitchFamily="34" charset="0"/>
              <a:buChar char="−"/>
              <a:tabLst/>
              <a:defRPr lang="en-US" sz="1200" kern="1200" baseline="0" dirty="0" smtClean="0">
                <a:solidFill>
                  <a:schemeClr val="tx1"/>
                </a:solidFill>
                <a:latin typeface="+mn-lt"/>
                <a:ea typeface="+mn-ea"/>
                <a:cs typeface="+mn-cs"/>
              </a:defRPr>
            </a:lvl5pPr>
            <a:lvl6pPr marL="532800" indent="-176400" algn="l" defTabSz="914400" rtl="0" eaLnBrk="1" latinLnBrk="0" hangingPunct="1">
              <a:spcBef>
                <a:spcPts val="0"/>
              </a:spcBef>
              <a:spcAft>
                <a:spcPts val="1000"/>
              </a:spcAft>
              <a:buFont typeface="Verdana" panose="020B0604030504040204" pitchFamily="34" charset="0"/>
              <a:buChar char="−"/>
              <a:defRPr sz="1200" kern="1200" baseline="0">
                <a:solidFill>
                  <a:schemeClr val="tx1"/>
                </a:solidFill>
                <a:latin typeface="+mn-lt"/>
                <a:ea typeface="+mn-ea"/>
                <a:cs typeface="+mn-cs"/>
              </a:defRPr>
            </a:lvl6pPr>
            <a:lvl7pPr marL="532800" indent="-176400" algn="l" defTabSz="914400" rtl="0" eaLnBrk="1" latinLnBrk="0" hangingPunct="1">
              <a:spcBef>
                <a:spcPts val="0"/>
              </a:spcBef>
              <a:spcAft>
                <a:spcPts val="1000"/>
              </a:spcAft>
              <a:buFont typeface="Verdana" panose="020B0604030504040204" pitchFamily="34" charset="0"/>
              <a:buChar char="−"/>
              <a:defRPr sz="1200" kern="1200">
                <a:solidFill>
                  <a:schemeClr val="tx1"/>
                </a:solidFill>
                <a:latin typeface="+mn-lt"/>
                <a:ea typeface="+mn-ea"/>
                <a:cs typeface="+mn-cs"/>
              </a:defRPr>
            </a:lvl7pPr>
            <a:lvl8pPr marL="532800" indent="-176400" algn="l" defTabSz="914400" rtl="0" eaLnBrk="1" latinLnBrk="0" hangingPunct="1">
              <a:spcBef>
                <a:spcPts val="0"/>
              </a:spcBef>
              <a:spcAft>
                <a:spcPts val="1000"/>
              </a:spcAft>
              <a:buFont typeface="Verdana" panose="020B0604030504040204" pitchFamily="34" charset="0"/>
              <a:buChar char="−"/>
              <a:defRPr sz="1200" kern="1200" baseline="0">
                <a:solidFill>
                  <a:schemeClr val="tx1"/>
                </a:solidFill>
                <a:latin typeface="+mn-lt"/>
                <a:ea typeface="+mn-ea"/>
                <a:cs typeface="+mn-cs"/>
              </a:defRPr>
            </a:lvl8pPr>
            <a:lvl9pPr marL="532800" indent="-176400" algn="l" defTabSz="914400" rtl="0" eaLnBrk="1" latinLnBrk="0" hangingPunct="1">
              <a:spcBef>
                <a:spcPts val="0"/>
              </a:spcBef>
              <a:spcAft>
                <a:spcPts val="1000"/>
              </a:spcAft>
              <a:buFont typeface="Verdana" panose="020B0604030504040204" pitchFamily="34" charset="0"/>
              <a:buChar char="−"/>
              <a:defRPr sz="1200" kern="1200" baseline="0">
                <a:solidFill>
                  <a:schemeClr val="tx1"/>
                </a:solidFill>
                <a:latin typeface="+mn-lt"/>
                <a:ea typeface="+mn-ea"/>
                <a:cs typeface="+mn-cs"/>
              </a:defRPr>
            </a:lvl9pPr>
          </a:lstStyle>
          <a:p>
            <a:endParaRPr lang="en-GB" sz="1300"/>
          </a:p>
        </p:txBody>
      </p:sp>
      <p:pic>
        <p:nvPicPr>
          <p:cNvPr id="5" name="Picture 4">
            <a:extLst>
              <a:ext uri="{FF2B5EF4-FFF2-40B4-BE49-F238E27FC236}">
                <a16:creationId xmlns:a16="http://schemas.microsoft.com/office/drawing/2014/main" id="{E170DE8E-6312-F80D-6D0F-581B7BD57EAA}"/>
              </a:ext>
            </a:extLst>
          </p:cNvPr>
          <p:cNvPicPr>
            <a:picLocks noChangeAspect="1"/>
          </p:cNvPicPr>
          <p:nvPr/>
        </p:nvPicPr>
        <p:blipFill>
          <a:blip r:embed="rId4"/>
          <a:stretch>
            <a:fillRect/>
          </a:stretch>
        </p:blipFill>
        <p:spPr>
          <a:xfrm>
            <a:off x="3623844" y="3816556"/>
            <a:ext cx="2126164" cy="1325995"/>
          </a:xfrm>
          <a:prstGeom prst="rect">
            <a:avLst/>
          </a:prstGeom>
        </p:spPr>
      </p:pic>
      <p:pic>
        <p:nvPicPr>
          <p:cNvPr id="7" name="Picture 6">
            <a:extLst>
              <a:ext uri="{FF2B5EF4-FFF2-40B4-BE49-F238E27FC236}">
                <a16:creationId xmlns:a16="http://schemas.microsoft.com/office/drawing/2014/main" id="{0AC71EC5-EEFA-E8C2-8657-C8FBDA0C147F}"/>
              </a:ext>
            </a:extLst>
          </p:cNvPr>
          <p:cNvPicPr>
            <a:picLocks noChangeAspect="1"/>
          </p:cNvPicPr>
          <p:nvPr/>
        </p:nvPicPr>
        <p:blipFill>
          <a:blip r:embed="rId5"/>
          <a:stretch>
            <a:fillRect/>
          </a:stretch>
        </p:blipFill>
        <p:spPr>
          <a:xfrm>
            <a:off x="631204" y="3816556"/>
            <a:ext cx="2819644" cy="2469094"/>
          </a:xfrm>
          <a:prstGeom prst="rect">
            <a:avLst/>
          </a:prstGeom>
        </p:spPr>
      </p:pic>
      <p:pic>
        <p:nvPicPr>
          <p:cNvPr id="10" name="Picture 9">
            <a:extLst>
              <a:ext uri="{FF2B5EF4-FFF2-40B4-BE49-F238E27FC236}">
                <a16:creationId xmlns:a16="http://schemas.microsoft.com/office/drawing/2014/main" id="{767D1A36-4F03-76AD-F14D-735BB2C7F563}"/>
              </a:ext>
            </a:extLst>
          </p:cNvPr>
          <p:cNvPicPr>
            <a:picLocks noChangeAspect="1"/>
          </p:cNvPicPr>
          <p:nvPr/>
        </p:nvPicPr>
        <p:blipFill>
          <a:blip r:embed="rId6"/>
          <a:stretch>
            <a:fillRect/>
          </a:stretch>
        </p:blipFill>
        <p:spPr>
          <a:xfrm>
            <a:off x="6096000" y="3816556"/>
            <a:ext cx="1641438" cy="2752310"/>
          </a:xfrm>
          <a:prstGeom prst="rect">
            <a:avLst/>
          </a:prstGeom>
        </p:spPr>
      </p:pic>
    </p:spTree>
    <p:extLst>
      <p:ext uri="{BB962C8B-B14F-4D97-AF65-F5344CB8AC3E}">
        <p14:creationId xmlns:p14="http://schemas.microsoft.com/office/powerpoint/2010/main" val="105774662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sz="3200" b="1">
                <a:latin typeface="Calibri" panose="020F0502020204030204" pitchFamily="34" charset="0"/>
                <a:cs typeface="Calibri" panose="020F0502020204030204" pitchFamily="34" charset="0"/>
              </a:rPr>
              <a:t>Process flow for Automation</a:t>
            </a:r>
          </a:p>
        </p:txBody>
      </p:sp>
      <p:grpSp>
        <p:nvGrpSpPr>
          <p:cNvPr id="9" name="Group 8"/>
          <p:cNvGrpSpPr/>
          <p:nvPr/>
        </p:nvGrpSpPr>
        <p:grpSpPr>
          <a:xfrm>
            <a:off x="2402435" y="1487214"/>
            <a:ext cx="7698006" cy="4751719"/>
            <a:chOff x="805559" y="1700213"/>
            <a:chExt cx="7556703" cy="4664497"/>
          </a:xfrm>
        </p:grpSpPr>
        <p:sp>
          <p:nvSpPr>
            <p:cNvPr id="5" name="Oval 4"/>
            <p:cNvSpPr>
              <a:spLocks noChangeAspect="1"/>
            </p:cNvSpPr>
            <p:nvPr/>
          </p:nvSpPr>
          <p:spPr bwMode="gray">
            <a:xfrm>
              <a:off x="805559" y="1700213"/>
              <a:ext cx="1818000" cy="1818000"/>
            </a:xfrm>
            <a:prstGeom prst="ellipse">
              <a:avLst/>
            </a:prstGeom>
            <a:solidFill>
              <a:schemeClr val="accent3"/>
            </a:solidFill>
            <a:ln w="19050" algn="ctr">
              <a:noFill/>
              <a:miter lim="800000"/>
              <a:headEnd/>
              <a:tailEnd/>
            </a:ln>
          </p:spPr>
          <p:txBody>
            <a:bodyPr wrap="square" lIns="0" tIns="0" rIns="0" bIns="0" rtlCol="0" anchor="ctr"/>
            <a:lstStyle/>
            <a:p>
              <a:pPr algn="ctr">
                <a:buFont typeface="Wingdings 2" pitchFamily="18" charset="2"/>
                <a:buNone/>
              </a:pPr>
              <a:r>
                <a:rPr lang="en-GB" sz="4400">
                  <a:solidFill>
                    <a:schemeClr val="bg1"/>
                  </a:solidFill>
                </a:rPr>
                <a:t>1</a:t>
              </a:r>
            </a:p>
            <a:p>
              <a:pPr algn="ctr">
                <a:buFont typeface="Wingdings 2" pitchFamily="18" charset="2"/>
                <a:buNone/>
              </a:pPr>
              <a:r>
                <a:rPr lang="en-GB" sz="1400">
                  <a:solidFill>
                    <a:schemeClr val="bg1"/>
                  </a:solidFill>
                </a:rPr>
                <a:t>Create Project from Lobby</a:t>
              </a:r>
            </a:p>
          </p:txBody>
        </p:sp>
        <p:grpSp>
          <p:nvGrpSpPr>
            <p:cNvPr id="6" name="Group 5"/>
            <p:cNvGrpSpPr>
              <a:grpSpLocks noChangeAspect="1"/>
            </p:cNvGrpSpPr>
            <p:nvPr/>
          </p:nvGrpSpPr>
          <p:grpSpPr bwMode="auto">
            <a:xfrm>
              <a:off x="2915901" y="2373014"/>
              <a:ext cx="472398" cy="472398"/>
              <a:chOff x="3852" y="1696"/>
              <a:chExt cx="340" cy="340"/>
            </a:xfrm>
            <a:solidFill>
              <a:schemeClr val="accent6"/>
            </a:solidFill>
          </p:grpSpPr>
          <p:sp>
            <p:nvSpPr>
              <p:cNvPr id="7" name="Freeform 236"/>
              <p:cNvSpPr>
                <a:spLocks/>
              </p:cNvSpPr>
              <p:nvPr/>
            </p:nvSpPr>
            <p:spPr bwMode="auto">
              <a:xfrm>
                <a:off x="3916" y="1802"/>
                <a:ext cx="212" cy="128"/>
              </a:xfrm>
              <a:custGeom>
                <a:avLst/>
                <a:gdLst>
                  <a:gd name="T0" fmla="*/ 319 w 320"/>
                  <a:gd name="T1" fmla="*/ 101 h 193"/>
                  <a:gd name="T2" fmla="*/ 319 w 320"/>
                  <a:gd name="T3" fmla="*/ 93 h 193"/>
                  <a:gd name="T4" fmla="*/ 317 w 320"/>
                  <a:gd name="T5" fmla="*/ 89 h 193"/>
                  <a:gd name="T6" fmla="*/ 231 w 320"/>
                  <a:gd name="T7" fmla="*/ 4 h 193"/>
                  <a:gd name="T8" fmla="*/ 216 w 320"/>
                  <a:gd name="T9" fmla="*/ 4 h 193"/>
                  <a:gd name="T10" fmla="*/ 216 w 320"/>
                  <a:gd name="T11" fmla="*/ 19 h 193"/>
                  <a:gd name="T12" fmla="*/ 283 w 320"/>
                  <a:gd name="T13" fmla="*/ 86 h 193"/>
                  <a:gd name="T14" fmla="*/ 10 w 320"/>
                  <a:gd name="T15" fmla="*/ 86 h 193"/>
                  <a:gd name="T16" fmla="*/ 0 w 320"/>
                  <a:gd name="T17" fmla="*/ 97 h 193"/>
                  <a:gd name="T18" fmla="*/ 10 w 320"/>
                  <a:gd name="T19" fmla="*/ 107 h 193"/>
                  <a:gd name="T20" fmla="*/ 283 w 320"/>
                  <a:gd name="T21" fmla="*/ 107 h 193"/>
                  <a:gd name="T22" fmla="*/ 216 w 320"/>
                  <a:gd name="T23" fmla="*/ 174 h 193"/>
                  <a:gd name="T24" fmla="*/ 216 w 320"/>
                  <a:gd name="T25" fmla="*/ 190 h 193"/>
                  <a:gd name="T26" fmla="*/ 224 w 320"/>
                  <a:gd name="T27" fmla="*/ 193 h 193"/>
                  <a:gd name="T28" fmla="*/ 231 w 320"/>
                  <a:gd name="T29" fmla="*/ 190 h 193"/>
                  <a:gd name="T30" fmla="*/ 317 w 320"/>
                  <a:gd name="T31" fmla="*/ 104 h 193"/>
                  <a:gd name="T32" fmla="*/ 319 w 320"/>
                  <a:gd name="T33" fmla="*/ 101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0" h="193">
                    <a:moveTo>
                      <a:pt x="319" y="101"/>
                    </a:moveTo>
                    <a:cubicBezTo>
                      <a:pt x="320" y="98"/>
                      <a:pt x="320" y="95"/>
                      <a:pt x="319" y="93"/>
                    </a:cubicBezTo>
                    <a:cubicBezTo>
                      <a:pt x="318" y="91"/>
                      <a:pt x="318" y="90"/>
                      <a:pt x="317" y="89"/>
                    </a:cubicBezTo>
                    <a:cubicBezTo>
                      <a:pt x="231" y="4"/>
                      <a:pt x="231" y="4"/>
                      <a:pt x="231" y="4"/>
                    </a:cubicBezTo>
                    <a:cubicBezTo>
                      <a:pt x="227" y="0"/>
                      <a:pt x="220" y="0"/>
                      <a:pt x="216" y="4"/>
                    </a:cubicBezTo>
                    <a:cubicBezTo>
                      <a:pt x="212" y="8"/>
                      <a:pt x="212" y="15"/>
                      <a:pt x="216" y="19"/>
                    </a:cubicBezTo>
                    <a:cubicBezTo>
                      <a:pt x="283" y="86"/>
                      <a:pt x="283" y="86"/>
                      <a:pt x="283" y="86"/>
                    </a:cubicBezTo>
                    <a:cubicBezTo>
                      <a:pt x="10" y="86"/>
                      <a:pt x="10" y="86"/>
                      <a:pt x="10" y="86"/>
                    </a:cubicBezTo>
                    <a:cubicBezTo>
                      <a:pt x="4" y="86"/>
                      <a:pt x="0" y="91"/>
                      <a:pt x="0" y="97"/>
                    </a:cubicBezTo>
                    <a:cubicBezTo>
                      <a:pt x="0" y="103"/>
                      <a:pt x="4" y="107"/>
                      <a:pt x="10" y="107"/>
                    </a:cubicBezTo>
                    <a:cubicBezTo>
                      <a:pt x="283" y="107"/>
                      <a:pt x="283" y="107"/>
                      <a:pt x="283" y="107"/>
                    </a:cubicBezTo>
                    <a:cubicBezTo>
                      <a:pt x="216" y="174"/>
                      <a:pt x="216" y="174"/>
                      <a:pt x="216" y="174"/>
                    </a:cubicBezTo>
                    <a:cubicBezTo>
                      <a:pt x="212" y="179"/>
                      <a:pt x="212" y="185"/>
                      <a:pt x="216" y="190"/>
                    </a:cubicBezTo>
                    <a:cubicBezTo>
                      <a:pt x="218" y="192"/>
                      <a:pt x="221" y="193"/>
                      <a:pt x="224" y="193"/>
                    </a:cubicBezTo>
                    <a:cubicBezTo>
                      <a:pt x="226" y="193"/>
                      <a:pt x="229" y="192"/>
                      <a:pt x="231" y="190"/>
                    </a:cubicBezTo>
                    <a:cubicBezTo>
                      <a:pt x="317" y="104"/>
                      <a:pt x="317" y="104"/>
                      <a:pt x="317" y="104"/>
                    </a:cubicBezTo>
                    <a:cubicBezTo>
                      <a:pt x="318" y="103"/>
                      <a:pt x="318" y="102"/>
                      <a:pt x="319" y="1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sp>
            <p:nvSpPr>
              <p:cNvPr id="8" name="Freeform 237"/>
              <p:cNvSpPr>
                <a:spLocks noEditPoints="1"/>
              </p:cNvSpPr>
              <p:nvPr/>
            </p:nvSpPr>
            <p:spPr bwMode="auto">
              <a:xfrm>
                <a:off x="3852" y="1696"/>
                <a:ext cx="340" cy="340"/>
              </a:xfrm>
              <a:custGeom>
                <a:avLst/>
                <a:gdLst>
                  <a:gd name="T0" fmla="*/ 256 w 512"/>
                  <a:gd name="T1" fmla="*/ 21 h 512"/>
                  <a:gd name="T2" fmla="*/ 490 w 512"/>
                  <a:gd name="T3" fmla="*/ 256 h 512"/>
                  <a:gd name="T4" fmla="*/ 256 w 512"/>
                  <a:gd name="T5" fmla="*/ 490 h 512"/>
                  <a:gd name="T6" fmla="*/ 21 w 512"/>
                  <a:gd name="T7" fmla="*/ 256 h 512"/>
                  <a:gd name="T8" fmla="*/ 256 w 512"/>
                  <a:gd name="T9" fmla="*/ 21 h 512"/>
                  <a:gd name="T10" fmla="*/ 256 w 512"/>
                  <a:gd name="T11" fmla="*/ 0 h 512"/>
                  <a:gd name="T12" fmla="*/ 0 w 512"/>
                  <a:gd name="T13" fmla="*/ 256 h 512"/>
                  <a:gd name="T14" fmla="*/ 256 w 512"/>
                  <a:gd name="T15" fmla="*/ 512 h 512"/>
                  <a:gd name="T16" fmla="*/ 512 w 512"/>
                  <a:gd name="T17" fmla="*/ 256 h 512"/>
                  <a:gd name="T18" fmla="*/ 256 w 512"/>
                  <a:gd name="T19" fmla="*/ 0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2" h="512">
                    <a:moveTo>
                      <a:pt x="256" y="21"/>
                    </a:moveTo>
                    <a:cubicBezTo>
                      <a:pt x="385" y="21"/>
                      <a:pt x="490" y="126"/>
                      <a:pt x="490" y="256"/>
                    </a:cubicBezTo>
                    <a:cubicBezTo>
                      <a:pt x="490" y="385"/>
                      <a:pt x="385" y="490"/>
                      <a:pt x="256" y="490"/>
                    </a:cubicBezTo>
                    <a:cubicBezTo>
                      <a:pt x="126" y="490"/>
                      <a:pt x="21" y="385"/>
                      <a:pt x="21" y="256"/>
                    </a:cubicBezTo>
                    <a:cubicBezTo>
                      <a:pt x="21" y="126"/>
                      <a:pt x="126" y="21"/>
                      <a:pt x="256" y="21"/>
                    </a:cubicBezTo>
                    <a:moveTo>
                      <a:pt x="256" y="0"/>
                    </a:moveTo>
                    <a:cubicBezTo>
                      <a:pt x="114" y="0"/>
                      <a:pt x="0" y="114"/>
                      <a:pt x="0" y="256"/>
                    </a:cubicBezTo>
                    <a:cubicBezTo>
                      <a:pt x="0" y="397"/>
                      <a:pt x="114" y="512"/>
                      <a:pt x="256" y="512"/>
                    </a:cubicBezTo>
                    <a:cubicBezTo>
                      <a:pt x="397" y="512"/>
                      <a:pt x="512" y="397"/>
                      <a:pt x="512" y="256"/>
                    </a:cubicBezTo>
                    <a:cubicBezTo>
                      <a:pt x="512" y="114"/>
                      <a:pt x="397" y="0"/>
                      <a:pt x="25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grpSp>
        <p:grpSp>
          <p:nvGrpSpPr>
            <p:cNvPr id="21" name="Group 20"/>
            <p:cNvGrpSpPr>
              <a:grpSpLocks noChangeAspect="1"/>
            </p:cNvGrpSpPr>
            <p:nvPr/>
          </p:nvGrpSpPr>
          <p:grpSpPr bwMode="auto">
            <a:xfrm>
              <a:off x="5783341" y="2373014"/>
              <a:ext cx="472398" cy="472398"/>
              <a:chOff x="3852" y="1696"/>
              <a:chExt cx="340" cy="340"/>
            </a:xfrm>
            <a:solidFill>
              <a:schemeClr val="accent6"/>
            </a:solidFill>
          </p:grpSpPr>
          <p:sp>
            <p:nvSpPr>
              <p:cNvPr id="22" name="Freeform 236"/>
              <p:cNvSpPr>
                <a:spLocks/>
              </p:cNvSpPr>
              <p:nvPr/>
            </p:nvSpPr>
            <p:spPr bwMode="auto">
              <a:xfrm>
                <a:off x="3916" y="1802"/>
                <a:ext cx="212" cy="128"/>
              </a:xfrm>
              <a:custGeom>
                <a:avLst/>
                <a:gdLst>
                  <a:gd name="T0" fmla="*/ 319 w 320"/>
                  <a:gd name="T1" fmla="*/ 101 h 193"/>
                  <a:gd name="T2" fmla="*/ 319 w 320"/>
                  <a:gd name="T3" fmla="*/ 93 h 193"/>
                  <a:gd name="T4" fmla="*/ 317 w 320"/>
                  <a:gd name="T5" fmla="*/ 89 h 193"/>
                  <a:gd name="T6" fmla="*/ 231 w 320"/>
                  <a:gd name="T7" fmla="*/ 4 h 193"/>
                  <a:gd name="T8" fmla="*/ 216 w 320"/>
                  <a:gd name="T9" fmla="*/ 4 h 193"/>
                  <a:gd name="T10" fmla="*/ 216 w 320"/>
                  <a:gd name="T11" fmla="*/ 19 h 193"/>
                  <a:gd name="T12" fmla="*/ 283 w 320"/>
                  <a:gd name="T13" fmla="*/ 86 h 193"/>
                  <a:gd name="T14" fmla="*/ 10 w 320"/>
                  <a:gd name="T15" fmla="*/ 86 h 193"/>
                  <a:gd name="T16" fmla="*/ 0 w 320"/>
                  <a:gd name="T17" fmla="*/ 97 h 193"/>
                  <a:gd name="T18" fmla="*/ 10 w 320"/>
                  <a:gd name="T19" fmla="*/ 107 h 193"/>
                  <a:gd name="T20" fmla="*/ 283 w 320"/>
                  <a:gd name="T21" fmla="*/ 107 h 193"/>
                  <a:gd name="T22" fmla="*/ 216 w 320"/>
                  <a:gd name="T23" fmla="*/ 174 h 193"/>
                  <a:gd name="T24" fmla="*/ 216 w 320"/>
                  <a:gd name="T25" fmla="*/ 190 h 193"/>
                  <a:gd name="T26" fmla="*/ 224 w 320"/>
                  <a:gd name="T27" fmla="*/ 193 h 193"/>
                  <a:gd name="T28" fmla="*/ 231 w 320"/>
                  <a:gd name="T29" fmla="*/ 190 h 193"/>
                  <a:gd name="T30" fmla="*/ 317 w 320"/>
                  <a:gd name="T31" fmla="*/ 104 h 193"/>
                  <a:gd name="T32" fmla="*/ 319 w 320"/>
                  <a:gd name="T33" fmla="*/ 101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0" h="193">
                    <a:moveTo>
                      <a:pt x="319" y="101"/>
                    </a:moveTo>
                    <a:cubicBezTo>
                      <a:pt x="320" y="98"/>
                      <a:pt x="320" y="95"/>
                      <a:pt x="319" y="93"/>
                    </a:cubicBezTo>
                    <a:cubicBezTo>
                      <a:pt x="318" y="91"/>
                      <a:pt x="318" y="90"/>
                      <a:pt x="317" y="89"/>
                    </a:cubicBezTo>
                    <a:cubicBezTo>
                      <a:pt x="231" y="4"/>
                      <a:pt x="231" y="4"/>
                      <a:pt x="231" y="4"/>
                    </a:cubicBezTo>
                    <a:cubicBezTo>
                      <a:pt x="227" y="0"/>
                      <a:pt x="220" y="0"/>
                      <a:pt x="216" y="4"/>
                    </a:cubicBezTo>
                    <a:cubicBezTo>
                      <a:pt x="212" y="8"/>
                      <a:pt x="212" y="15"/>
                      <a:pt x="216" y="19"/>
                    </a:cubicBezTo>
                    <a:cubicBezTo>
                      <a:pt x="283" y="86"/>
                      <a:pt x="283" y="86"/>
                      <a:pt x="283" y="86"/>
                    </a:cubicBezTo>
                    <a:cubicBezTo>
                      <a:pt x="10" y="86"/>
                      <a:pt x="10" y="86"/>
                      <a:pt x="10" y="86"/>
                    </a:cubicBezTo>
                    <a:cubicBezTo>
                      <a:pt x="4" y="86"/>
                      <a:pt x="0" y="91"/>
                      <a:pt x="0" y="97"/>
                    </a:cubicBezTo>
                    <a:cubicBezTo>
                      <a:pt x="0" y="103"/>
                      <a:pt x="4" y="107"/>
                      <a:pt x="10" y="107"/>
                    </a:cubicBezTo>
                    <a:cubicBezTo>
                      <a:pt x="283" y="107"/>
                      <a:pt x="283" y="107"/>
                      <a:pt x="283" y="107"/>
                    </a:cubicBezTo>
                    <a:cubicBezTo>
                      <a:pt x="216" y="174"/>
                      <a:pt x="216" y="174"/>
                      <a:pt x="216" y="174"/>
                    </a:cubicBezTo>
                    <a:cubicBezTo>
                      <a:pt x="212" y="179"/>
                      <a:pt x="212" y="185"/>
                      <a:pt x="216" y="190"/>
                    </a:cubicBezTo>
                    <a:cubicBezTo>
                      <a:pt x="218" y="192"/>
                      <a:pt x="221" y="193"/>
                      <a:pt x="224" y="193"/>
                    </a:cubicBezTo>
                    <a:cubicBezTo>
                      <a:pt x="226" y="193"/>
                      <a:pt x="229" y="192"/>
                      <a:pt x="231" y="190"/>
                    </a:cubicBezTo>
                    <a:cubicBezTo>
                      <a:pt x="317" y="104"/>
                      <a:pt x="317" y="104"/>
                      <a:pt x="317" y="104"/>
                    </a:cubicBezTo>
                    <a:cubicBezTo>
                      <a:pt x="318" y="103"/>
                      <a:pt x="318" y="102"/>
                      <a:pt x="319" y="1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sp>
            <p:nvSpPr>
              <p:cNvPr id="23" name="Freeform 237"/>
              <p:cNvSpPr>
                <a:spLocks noEditPoints="1"/>
              </p:cNvSpPr>
              <p:nvPr/>
            </p:nvSpPr>
            <p:spPr bwMode="auto">
              <a:xfrm>
                <a:off x="3852" y="1696"/>
                <a:ext cx="340" cy="340"/>
              </a:xfrm>
              <a:custGeom>
                <a:avLst/>
                <a:gdLst>
                  <a:gd name="T0" fmla="*/ 256 w 512"/>
                  <a:gd name="T1" fmla="*/ 21 h 512"/>
                  <a:gd name="T2" fmla="*/ 490 w 512"/>
                  <a:gd name="T3" fmla="*/ 256 h 512"/>
                  <a:gd name="T4" fmla="*/ 256 w 512"/>
                  <a:gd name="T5" fmla="*/ 490 h 512"/>
                  <a:gd name="T6" fmla="*/ 21 w 512"/>
                  <a:gd name="T7" fmla="*/ 256 h 512"/>
                  <a:gd name="T8" fmla="*/ 256 w 512"/>
                  <a:gd name="T9" fmla="*/ 21 h 512"/>
                  <a:gd name="T10" fmla="*/ 256 w 512"/>
                  <a:gd name="T11" fmla="*/ 0 h 512"/>
                  <a:gd name="T12" fmla="*/ 0 w 512"/>
                  <a:gd name="T13" fmla="*/ 256 h 512"/>
                  <a:gd name="T14" fmla="*/ 256 w 512"/>
                  <a:gd name="T15" fmla="*/ 512 h 512"/>
                  <a:gd name="T16" fmla="*/ 512 w 512"/>
                  <a:gd name="T17" fmla="*/ 256 h 512"/>
                  <a:gd name="T18" fmla="*/ 256 w 512"/>
                  <a:gd name="T19" fmla="*/ 0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2" h="512">
                    <a:moveTo>
                      <a:pt x="256" y="21"/>
                    </a:moveTo>
                    <a:cubicBezTo>
                      <a:pt x="385" y="21"/>
                      <a:pt x="490" y="126"/>
                      <a:pt x="490" y="256"/>
                    </a:cubicBezTo>
                    <a:cubicBezTo>
                      <a:pt x="490" y="385"/>
                      <a:pt x="385" y="490"/>
                      <a:pt x="256" y="490"/>
                    </a:cubicBezTo>
                    <a:cubicBezTo>
                      <a:pt x="126" y="490"/>
                      <a:pt x="21" y="385"/>
                      <a:pt x="21" y="256"/>
                    </a:cubicBezTo>
                    <a:cubicBezTo>
                      <a:pt x="21" y="126"/>
                      <a:pt x="126" y="21"/>
                      <a:pt x="256" y="21"/>
                    </a:cubicBezTo>
                    <a:moveTo>
                      <a:pt x="256" y="0"/>
                    </a:moveTo>
                    <a:cubicBezTo>
                      <a:pt x="114" y="0"/>
                      <a:pt x="0" y="114"/>
                      <a:pt x="0" y="256"/>
                    </a:cubicBezTo>
                    <a:cubicBezTo>
                      <a:pt x="0" y="397"/>
                      <a:pt x="114" y="512"/>
                      <a:pt x="256" y="512"/>
                    </a:cubicBezTo>
                    <a:cubicBezTo>
                      <a:pt x="397" y="512"/>
                      <a:pt x="512" y="397"/>
                      <a:pt x="512" y="256"/>
                    </a:cubicBezTo>
                    <a:cubicBezTo>
                      <a:pt x="512" y="114"/>
                      <a:pt x="397" y="0"/>
                      <a:pt x="25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grpSp>
        <p:grpSp>
          <p:nvGrpSpPr>
            <p:cNvPr id="24" name="Group 23"/>
            <p:cNvGrpSpPr>
              <a:grpSpLocks noChangeAspect="1"/>
            </p:cNvGrpSpPr>
            <p:nvPr/>
          </p:nvGrpSpPr>
          <p:grpSpPr bwMode="auto">
            <a:xfrm flipH="1">
              <a:off x="5770894" y="5219512"/>
              <a:ext cx="472398" cy="472398"/>
              <a:chOff x="3852" y="1696"/>
              <a:chExt cx="340" cy="340"/>
            </a:xfrm>
            <a:solidFill>
              <a:schemeClr val="accent6"/>
            </a:solidFill>
          </p:grpSpPr>
          <p:sp>
            <p:nvSpPr>
              <p:cNvPr id="25" name="Freeform 236"/>
              <p:cNvSpPr>
                <a:spLocks/>
              </p:cNvSpPr>
              <p:nvPr/>
            </p:nvSpPr>
            <p:spPr bwMode="auto">
              <a:xfrm>
                <a:off x="3916" y="1802"/>
                <a:ext cx="212" cy="128"/>
              </a:xfrm>
              <a:custGeom>
                <a:avLst/>
                <a:gdLst>
                  <a:gd name="T0" fmla="*/ 319 w 320"/>
                  <a:gd name="T1" fmla="*/ 101 h 193"/>
                  <a:gd name="T2" fmla="*/ 319 w 320"/>
                  <a:gd name="T3" fmla="*/ 93 h 193"/>
                  <a:gd name="T4" fmla="*/ 317 w 320"/>
                  <a:gd name="T5" fmla="*/ 89 h 193"/>
                  <a:gd name="T6" fmla="*/ 231 w 320"/>
                  <a:gd name="T7" fmla="*/ 4 h 193"/>
                  <a:gd name="T8" fmla="*/ 216 w 320"/>
                  <a:gd name="T9" fmla="*/ 4 h 193"/>
                  <a:gd name="T10" fmla="*/ 216 w 320"/>
                  <a:gd name="T11" fmla="*/ 19 h 193"/>
                  <a:gd name="T12" fmla="*/ 283 w 320"/>
                  <a:gd name="T13" fmla="*/ 86 h 193"/>
                  <a:gd name="T14" fmla="*/ 10 w 320"/>
                  <a:gd name="T15" fmla="*/ 86 h 193"/>
                  <a:gd name="T16" fmla="*/ 0 w 320"/>
                  <a:gd name="T17" fmla="*/ 97 h 193"/>
                  <a:gd name="T18" fmla="*/ 10 w 320"/>
                  <a:gd name="T19" fmla="*/ 107 h 193"/>
                  <a:gd name="T20" fmla="*/ 283 w 320"/>
                  <a:gd name="T21" fmla="*/ 107 h 193"/>
                  <a:gd name="T22" fmla="*/ 216 w 320"/>
                  <a:gd name="T23" fmla="*/ 174 h 193"/>
                  <a:gd name="T24" fmla="*/ 216 w 320"/>
                  <a:gd name="T25" fmla="*/ 190 h 193"/>
                  <a:gd name="T26" fmla="*/ 224 w 320"/>
                  <a:gd name="T27" fmla="*/ 193 h 193"/>
                  <a:gd name="T28" fmla="*/ 231 w 320"/>
                  <a:gd name="T29" fmla="*/ 190 h 193"/>
                  <a:gd name="T30" fmla="*/ 317 w 320"/>
                  <a:gd name="T31" fmla="*/ 104 h 193"/>
                  <a:gd name="T32" fmla="*/ 319 w 320"/>
                  <a:gd name="T33" fmla="*/ 101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0" h="193">
                    <a:moveTo>
                      <a:pt x="319" y="101"/>
                    </a:moveTo>
                    <a:cubicBezTo>
                      <a:pt x="320" y="98"/>
                      <a:pt x="320" y="95"/>
                      <a:pt x="319" y="93"/>
                    </a:cubicBezTo>
                    <a:cubicBezTo>
                      <a:pt x="318" y="91"/>
                      <a:pt x="318" y="90"/>
                      <a:pt x="317" y="89"/>
                    </a:cubicBezTo>
                    <a:cubicBezTo>
                      <a:pt x="231" y="4"/>
                      <a:pt x="231" y="4"/>
                      <a:pt x="231" y="4"/>
                    </a:cubicBezTo>
                    <a:cubicBezTo>
                      <a:pt x="227" y="0"/>
                      <a:pt x="220" y="0"/>
                      <a:pt x="216" y="4"/>
                    </a:cubicBezTo>
                    <a:cubicBezTo>
                      <a:pt x="212" y="8"/>
                      <a:pt x="212" y="15"/>
                      <a:pt x="216" y="19"/>
                    </a:cubicBezTo>
                    <a:cubicBezTo>
                      <a:pt x="283" y="86"/>
                      <a:pt x="283" y="86"/>
                      <a:pt x="283" y="86"/>
                    </a:cubicBezTo>
                    <a:cubicBezTo>
                      <a:pt x="10" y="86"/>
                      <a:pt x="10" y="86"/>
                      <a:pt x="10" y="86"/>
                    </a:cubicBezTo>
                    <a:cubicBezTo>
                      <a:pt x="4" y="86"/>
                      <a:pt x="0" y="91"/>
                      <a:pt x="0" y="97"/>
                    </a:cubicBezTo>
                    <a:cubicBezTo>
                      <a:pt x="0" y="103"/>
                      <a:pt x="4" y="107"/>
                      <a:pt x="10" y="107"/>
                    </a:cubicBezTo>
                    <a:cubicBezTo>
                      <a:pt x="283" y="107"/>
                      <a:pt x="283" y="107"/>
                      <a:pt x="283" y="107"/>
                    </a:cubicBezTo>
                    <a:cubicBezTo>
                      <a:pt x="216" y="174"/>
                      <a:pt x="216" y="174"/>
                      <a:pt x="216" y="174"/>
                    </a:cubicBezTo>
                    <a:cubicBezTo>
                      <a:pt x="212" y="179"/>
                      <a:pt x="212" y="185"/>
                      <a:pt x="216" y="190"/>
                    </a:cubicBezTo>
                    <a:cubicBezTo>
                      <a:pt x="218" y="192"/>
                      <a:pt x="221" y="193"/>
                      <a:pt x="224" y="193"/>
                    </a:cubicBezTo>
                    <a:cubicBezTo>
                      <a:pt x="226" y="193"/>
                      <a:pt x="229" y="192"/>
                      <a:pt x="231" y="190"/>
                    </a:cubicBezTo>
                    <a:cubicBezTo>
                      <a:pt x="317" y="104"/>
                      <a:pt x="317" y="104"/>
                      <a:pt x="317" y="104"/>
                    </a:cubicBezTo>
                    <a:cubicBezTo>
                      <a:pt x="318" y="103"/>
                      <a:pt x="318" y="102"/>
                      <a:pt x="319" y="1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sp>
            <p:nvSpPr>
              <p:cNvPr id="26" name="Freeform 237"/>
              <p:cNvSpPr>
                <a:spLocks noEditPoints="1"/>
              </p:cNvSpPr>
              <p:nvPr/>
            </p:nvSpPr>
            <p:spPr bwMode="auto">
              <a:xfrm>
                <a:off x="3852" y="1696"/>
                <a:ext cx="340" cy="340"/>
              </a:xfrm>
              <a:custGeom>
                <a:avLst/>
                <a:gdLst>
                  <a:gd name="T0" fmla="*/ 256 w 512"/>
                  <a:gd name="T1" fmla="*/ 21 h 512"/>
                  <a:gd name="T2" fmla="*/ 490 w 512"/>
                  <a:gd name="T3" fmla="*/ 256 h 512"/>
                  <a:gd name="T4" fmla="*/ 256 w 512"/>
                  <a:gd name="T5" fmla="*/ 490 h 512"/>
                  <a:gd name="T6" fmla="*/ 21 w 512"/>
                  <a:gd name="T7" fmla="*/ 256 h 512"/>
                  <a:gd name="T8" fmla="*/ 256 w 512"/>
                  <a:gd name="T9" fmla="*/ 21 h 512"/>
                  <a:gd name="T10" fmla="*/ 256 w 512"/>
                  <a:gd name="T11" fmla="*/ 0 h 512"/>
                  <a:gd name="T12" fmla="*/ 0 w 512"/>
                  <a:gd name="T13" fmla="*/ 256 h 512"/>
                  <a:gd name="T14" fmla="*/ 256 w 512"/>
                  <a:gd name="T15" fmla="*/ 512 h 512"/>
                  <a:gd name="T16" fmla="*/ 512 w 512"/>
                  <a:gd name="T17" fmla="*/ 256 h 512"/>
                  <a:gd name="T18" fmla="*/ 256 w 512"/>
                  <a:gd name="T19" fmla="*/ 0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2" h="512">
                    <a:moveTo>
                      <a:pt x="256" y="21"/>
                    </a:moveTo>
                    <a:cubicBezTo>
                      <a:pt x="385" y="21"/>
                      <a:pt x="490" y="126"/>
                      <a:pt x="490" y="256"/>
                    </a:cubicBezTo>
                    <a:cubicBezTo>
                      <a:pt x="490" y="385"/>
                      <a:pt x="385" y="490"/>
                      <a:pt x="256" y="490"/>
                    </a:cubicBezTo>
                    <a:cubicBezTo>
                      <a:pt x="126" y="490"/>
                      <a:pt x="21" y="385"/>
                      <a:pt x="21" y="256"/>
                    </a:cubicBezTo>
                    <a:cubicBezTo>
                      <a:pt x="21" y="126"/>
                      <a:pt x="126" y="21"/>
                      <a:pt x="256" y="21"/>
                    </a:cubicBezTo>
                    <a:moveTo>
                      <a:pt x="256" y="0"/>
                    </a:moveTo>
                    <a:cubicBezTo>
                      <a:pt x="114" y="0"/>
                      <a:pt x="0" y="114"/>
                      <a:pt x="0" y="256"/>
                    </a:cubicBezTo>
                    <a:cubicBezTo>
                      <a:pt x="0" y="397"/>
                      <a:pt x="114" y="512"/>
                      <a:pt x="256" y="512"/>
                    </a:cubicBezTo>
                    <a:cubicBezTo>
                      <a:pt x="397" y="512"/>
                      <a:pt x="512" y="397"/>
                      <a:pt x="512" y="256"/>
                    </a:cubicBezTo>
                    <a:cubicBezTo>
                      <a:pt x="512" y="114"/>
                      <a:pt x="397" y="0"/>
                      <a:pt x="25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grpSp>
        <p:grpSp>
          <p:nvGrpSpPr>
            <p:cNvPr id="27" name="Group 26"/>
            <p:cNvGrpSpPr>
              <a:grpSpLocks noChangeAspect="1"/>
            </p:cNvGrpSpPr>
            <p:nvPr/>
          </p:nvGrpSpPr>
          <p:grpSpPr bwMode="auto">
            <a:xfrm flipH="1">
              <a:off x="2903476" y="5219512"/>
              <a:ext cx="472398" cy="472398"/>
              <a:chOff x="3852" y="1696"/>
              <a:chExt cx="340" cy="340"/>
            </a:xfrm>
            <a:solidFill>
              <a:schemeClr val="accent6"/>
            </a:solidFill>
          </p:grpSpPr>
          <p:sp>
            <p:nvSpPr>
              <p:cNvPr id="28" name="Freeform 236"/>
              <p:cNvSpPr>
                <a:spLocks/>
              </p:cNvSpPr>
              <p:nvPr/>
            </p:nvSpPr>
            <p:spPr bwMode="auto">
              <a:xfrm>
                <a:off x="3916" y="1802"/>
                <a:ext cx="212" cy="128"/>
              </a:xfrm>
              <a:custGeom>
                <a:avLst/>
                <a:gdLst>
                  <a:gd name="T0" fmla="*/ 319 w 320"/>
                  <a:gd name="T1" fmla="*/ 101 h 193"/>
                  <a:gd name="T2" fmla="*/ 319 w 320"/>
                  <a:gd name="T3" fmla="*/ 93 h 193"/>
                  <a:gd name="T4" fmla="*/ 317 w 320"/>
                  <a:gd name="T5" fmla="*/ 89 h 193"/>
                  <a:gd name="T6" fmla="*/ 231 w 320"/>
                  <a:gd name="T7" fmla="*/ 4 h 193"/>
                  <a:gd name="T8" fmla="*/ 216 w 320"/>
                  <a:gd name="T9" fmla="*/ 4 h 193"/>
                  <a:gd name="T10" fmla="*/ 216 w 320"/>
                  <a:gd name="T11" fmla="*/ 19 h 193"/>
                  <a:gd name="T12" fmla="*/ 283 w 320"/>
                  <a:gd name="T13" fmla="*/ 86 h 193"/>
                  <a:gd name="T14" fmla="*/ 10 w 320"/>
                  <a:gd name="T15" fmla="*/ 86 h 193"/>
                  <a:gd name="T16" fmla="*/ 0 w 320"/>
                  <a:gd name="T17" fmla="*/ 97 h 193"/>
                  <a:gd name="T18" fmla="*/ 10 w 320"/>
                  <a:gd name="T19" fmla="*/ 107 h 193"/>
                  <a:gd name="T20" fmla="*/ 283 w 320"/>
                  <a:gd name="T21" fmla="*/ 107 h 193"/>
                  <a:gd name="T22" fmla="*/ 216 w 320"/>
                  <a:gd name="T23" fmla="*/ 174 h 193"/>
                  <a:gd name="T24" fmla="*/ 216 w 320"/>
                  <a:gd name="T25" fmla="*/ 190 h 193"/>
                  <a:gd name="T26" fmla="*/ 224 w 320"/>
                  <a:gd name="T27" fmla="*/ 193 h 193"/>
                  <a:gd name="T28" fmla="*/ 231 w 320"/>
                  <a:gd name="T29" fmla="*/ 190 h 193"/>
                  <a:gd name="T30" fmla="*/ 317 w 320"/>
                  <a:gd name="T31" fmla="*/ 104 h 193"/>
                  <a:gd name="T32" fmla="*/ 319 w 320"/>
                  <a:gd name="T33" fmla="*/ 101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0" h="193">
                    <a:moveTo>
                      <a:pt x="319" y="101"/>
                    </a:moveTo>
                    <a:cubicBezTo>
                      <a:pt x="320" y="98"/>
                      <a:pt x="320" y="95"/>
                      <a:pt x="319" y="93"/>
                    </a:cubicBezTo>
                    <a:cubicBezTo>
                      <a:pt x="318" y="91"/>
                      <a:pt x="318" y="90"/>
                      <a:pt x="317" y="89"/>
                    </a:cubicBezTo>
                    <a:cubicBezTo>
                      <a:pt x="231" y="4"/>
                      <a:pt x="231" y="4"/>
                      <a:pt x="231" y="4"/>
                    </a:cubicBezTo>
                    <a:cubicBezTo>
                      <a:pt x="227" y="0"/>
                      <a:pt x="220" y="0"/>
                      <a:pt x="216" y="4"/>
                    </a:cubicBezTo>
                    <a:cubicBezTo>
                      <a:pt x="212" y="8"/>
                      <a:pt x="212" y="15"/>
                      <a:pt x="216" y="19"/>
                    </a:cubicBezTo>
                    <a:cubicBezTo>
                      <a:pt x="283" y="86"/>
                      <a:pt x="283" y="86"/>
                      <a:pt x="283" y="86"/>
                    </a:cubicBezTo>
                    <a:cubicBezTo>
                      <a:pt x="10" y="86"/>
                      <a:pt x="10" y="86"/>
                      <a:pt x="10" y="86"/>
                    </a:cubicBezTo>
                    <a:cubicBezTo>
                      <a:pt x="4" y="86"/>
                      <a:pt x="0" y="91"/>
                      <a:pt x="0" y="97"/>
                    </a:cubicBezTo>
                    <a:cubicBezTo>
                      <a:pt x="0" y="103"/>
                      <a:pt x="4" y="107"/>
                      <a:pt x="10" y="107"/>
                    </a:cubicBezTo>
                    <a:cubicBezTo>
                      <a:pt x="283" y="107"/>
                      <a:pt x="283" y="107"/>
                      <a:pt x="283" y="107"/>
                    </a:cubicBezTo>
                    <a:cubicBezTo>
                      <a:pt x="216" y="174"/>
                      <a:pt x="216" y="174"/>
                      <a:pt x="216" y="174"/>
                    </a:cubicBezTo>
                    <a:cubicBezTo>
                      <a:pt x="212" y="179"/>
                      <a:pt x="212" y="185"/>
                      <a:pt x="216" y="190"/>
                    </a:cubicBezTo>
                    <a:cubicBezTo>
                      <a:pt x="218" y="192"/>
                      <a:pt x="221" y="193"/>
                      <a:pt x="224" y="193"/>
                    </a:cubicBezTo>
                    <a:cubicBezTo>
                      <a:pt x="226" y="193"/>
                      <a:pt x="229" y="192"/>
                      <a:pt x="231" y="190"/>
                    </a:cubicBezTo>
                    <a:cubicBezTo>
                      <a:pt x="317" y="104"/>
                      <a:pt x="317" y="104"/>
                      <a:pt x="317" y="104"/>
                    </a:cubicBezTo>
                    <a:cubicBezTo>
                      <a:pt x="318" y="103"/>
                      <a:pt x="318" y="102"/>
                      <a:pt x="319" y="1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sp>
            <p:nvSpPr>
              <p:cNvPr id="29" name="Freeform 237"/>
              <p:cNvSpPr>
                <a:spLocks noEditPoints="1"/>
              </p:cNvSpPr>
              <p:nvPr/>
            </p:nvSpPr>
            <p:spPr bwMode="auto">
              <a:xfrm>
                <a:off x="3852" y="1696"/>
                <a:ext cx="340" cy="340"/>
              </a:xfrm>
              <a:custGeom>
                <a:avLst/>
                <a:gdLst>
                  <a:gd name="T0" fmla="*/ 256 w 512"/>
                  <a:gd name="T1" fmla="*/ 21 h 512"/>
                  <a:gd name="T2" fmla="*/ 490 w 512"/>
                  <a:gd name="T3" fmla="*/ 256 h 512"/>
                  <a:gd name="T4" fmla="*/ 256 w 512"/>
                  <a:gd name="T5" fmla="*/ 490 h 512"/>
                  <a:gd name="T6" fmla="*/ 21 w 512"/>
                  <a:gd name="T7" fmla="*/ 256 h 512"/>
                  <a:gd name="T8" fmla="*/ 256 w 512"/>
                  <a:gd name="T9" fmla="*/ 21 h 512"/>
                  <a:gd name="T10" fmla="*/ 256 w 512"/>
                  <a:gd name="T11" fmla="*/ 0 h 512"/>
                  <a:gd name="T12" fmla="*/ 0 w 512"/>
                  <a:gd name="T13" fmla="*/ 256 h 512"/>
                  <a:gd name="T14" fmla="*/ 256 w 512"/>
                  <a:gd name="T15" fmla="*/ 512 h 512"/>
                  <a:gd name="T16" fmla="*/ 512 w 512"/>
                  <a:gd name="T17" fmla="*/ 256 h 512"/>
                  <a:gd name="T18" fmla="*/ 256 w 512"/>
                  <a:gd name="T19" fmla="*/ 0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2" h="512">
                    <a:moveTo>
                      <a:pt x="256" y="21"/>
                    </a:moveTo>
                    <a:cubicBezTo>
                      <a:pt x="385" y="21"/>
                      <a:pt x="490" y="126"/>
                      <a:pt x="490" y="256"/>
                    </a:cubicBezTo>
                    <a:cubicBezTo>
                      <a:pt x="490" y="385"/>
                      <a:pt x="385" y="490"/>
                      <a:pt x="256" y="490"/>
                    </a:cubicBezTo>
                    <a:cubicBezTo>
                      <a:pt x="126" y="490"/>
                      <a:pt x="21" y="385"/>
                      <a:pt x="21" y="256"/>
                    </a:cubicBezTo>
                    <a:cubicBezTo>
                      <a:pt x="21" y="126"/>
                      <a:pt x="126" y="21"/>
                      <a:pt x="256" y="21"/>
                    </a:cubicBezTo>
                    <a:moveTo>
                      <a:pt x="256" y="0"/>
                    </a:moveTo>
                    <a:cubicBezTo>
                      <a:pt x="114" y="0"/>
                      <a:pt x="0" y="114"/>
                      <a:pt x="0" y="256"/>
                    </a:cubicBezTo>
                    <a:cubicBezTo>
                      <a:pt x="0" y="397"/>
                      <a:pt x="114" y="512"/>
                      <a:pt x="256" y="512"/>
                    </a:cubicBezTo>
                    <a:cubicBezTo>
                      <a:pt x="397" y="512"/>
                      <a:pt x="512" y="397"/>
                      <a:pt x="512" y="256"/>
                    </a:cubicBezTo>
                    <a:cubicBezTo>
                      <a:pt x="512" y="114"/>
                      <a:pt x="397" y="0"/>
                      <a:pt x="25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grpSp>
        <p:grpSp>
          <p:nvGrpSpPr>
            <p:cNvPr id="30" name="Group 29"/>
            <p:cNvGrpSpPr>
              <a:grpSpLocks noChangeAspect="1"/>
            </p:cNvGrpSpPr>
            <p:nvPr/>
          </p:nvGrpSpPr>
          <p:grpSpPr bwMode="auto">
            <a:xfrm rot="5400000">
              <a:off x="7223682" y="3802441"/>
              <a:ext cx="472398" cy="472398"/>
              <a:chOff x="3852" y="1696"/>
              <a:chExt cx="340" cy="340"/>
            </a:xfrm>
            <a:solidFill>
              <a:schemeClr val="accent6"/>
            </a:solidFill>
          </p:grpSpPr>
          <p:sp>
            <p:nvSpPr>
              <p:cNvPr id="31" name="Freeform 236"/>
              <p:cNvSpPr>
                <a:spLocks/>
              </p:cNvSpPr>
              <p:nvPr/>
            </p:nvSpPr>
            <p:spPr bwMode="auto">
              <a:xfrm>
                <a:off x="3916" y="1802"/>
                <a:ext cx="212" cy="128"/>
              </a:xfrm>
              <a:custGeom>
                <a:avLst/>
                <a:gdLst>
                  <a:gd name="T0" fmla="*/ 319 w 320"/>
                  <a:gd name="T1" fmla="*/ 101 h 193"/>
                  <a:gd name="T2" fmla="*/ 319 w 320"/>
                  <a:gd name="T3" fmla="*/ 93 h 193"/>
                  <a:gd name="T4" fmla="*/ 317 w 320"/>
                  <a:gd name="T5" fmla="*/ 89 h 193"/>
                  <a:gd name="T6" fmla="*/ 231 w 320"/>
                  <a:gd name="T7" fmla="*/ 4 h 193"/>
                  <a:gd name="T8" fmla="*/ 216 w 320"/>
                  <a:gd name="T9" fmla="*/ 4 h 193"/>
                  <a:gd name="T10" fmla="*/ 216 w 320"/>
                  <a:gd name="T11" fmla="*/ 19 h 193"/>
                  <a:gd name="T12" fmla="*/ 283 w 320"/>
                  <a:gd name="T13" fmla="*/ 86 h 193"/>
                  <a:gd name="T14" fmla="*/ 10 w 320"/>
                  <a:gd name="T15" fmla="*/ 86 h 193"/>
                  <a:gd name="T16" fmla="*/ 0 w 320"/>
                  <a:gd name="T17" fmla="*/ 97 h 193"/>
                  <a:gd name="T18" fmla="*/ 10 w 320"/>
                  <a:gd name="T19" fmla="*/ 107 h 193"/>
                  <a:gd name="T20" fmla="*/ 283 w 320"/>
                  <a:gd name="T21" fmla="*/ 107 h 193"/>
                  <a:gd name="T22" fmla="*/ 216 w 320"/>
                  <a:gd name="T23" fmla="*/ 174 h 193"/>
                  <a:gd name="T24" fmla="*/ 216 w 320"/>
                  <a:gd name="T25" fmla="*/ 190 h 193"/>
                  <a:gd name="T26" fmla="*/ 224 w 320"/>
                  <a:gd name="T27" fmla="*/ 193 h 193"/>
                  <a:gd name="T28" fmla="*/ 231 w 320"/>
                  <a:gd name="T29" fmla="*/ 190 h 193"/>
                  <a:gd name="T30" fmla="*/ 317 w 320"/>
                  <a:gd name="T31" fmla="*/ 104 h 193"/>
                  <a:gd name="T32" fmla="*/ 319 w 320"/>
                  <a:gd name="T33" fmla="*/ 101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0" h="193">
                    <a:moveTo>
                      <a:pt x="319" y="101"/>
                    </a:moveTo>
                    <a:cubicBezTo>
                      <a:pt x="320" y="98"/>
                      <a:pt x="320" y="95"/>
                      <a:pt x="319" y="93"/>
                    </a:cubicBezTo>
                    <a:cubicBezTo>
                      <a:pt x="318" y="91"/>
                      <a:pt x="318" y="90"/>
                      <a:pt x="317" y="89"/>
                    </a:cubicBezTo>
                    <a:cubicBezTo>
                      <a:pt x="231" y="4"/>
                      <a:pt x="231" y="4"/>
                      <a:pt x="231" y="4"/>
                    </a:cubicBezTo>
                    <a:cubicBezTo>
                      <a:pt x="227" y="0"/>
                      <a:pt x="220" y="0"/>
                      <a:pt x="216" y="4"/>
                    </a:cubicBezTo>
                    <a:cubicBezTo>
                      <a:pt x="212" y="8"/>
                      <a:pt x="212" y="15"/>
                      <a:pt x="216" y="19"/>
                    </a:cubicBezTo>
                    <a:cubicBezTo>
                      <a:pt x="283" y="86"/>
                      <a:pt x="283" y="86"/>
                      <a:pt x="283" y="86"/>
                    </a:cubicBezTo>
                    <a:cubicBezTo>
                      <a:pt x="10" y="86"/>
                      <a:pt x="10" y="86"/>
                      <a:pt x="10" y="86"/>
                    </a:cubicBezTo>
                    <a:cubicBezTo>
                      <a:pt x="4" y="86"/>
                      <a:pt x="0" y="91"/>
                      <a:pt x="0" y="97"/>
                    </a:cubicBezTo>
                    <a:cubicBezTo>
                      <a:pt x="0" y="103"/>
                      <a:pt x="4" y="107"/>
                      <a:pt x="10" y="107"/>
                    </a:cubicBezTo>
                    <a:cubicBezTo>
                      <a:pt x="283" y="107"/>
                      <a:pt x="283" y="107"/>
                      <a:pt x="283" y="107"/>
                    </a:cubicBezTo>
                    <a:cubicBezTo>
                      <a:pt x="216" y="174"/>
                      <a:pt x="216" y="174"/>
                      <a:pt x="216" y="174"/>
                    </a:cubicBezTo>
                    <a:cubicBezTo>
                      <a:pt x="212" y="179"/>
                      <a:pt x="212" y="185"/>
                      <a:pt x="216" y="190"/>
                    </a:cubicBezTo>
                    <a:cubicBezTo>
                      <a:pt x="218" y="192"/>
                      <a:pt x="221" y="193"/>
                      <a:pt x="224" y="193"/>
                    </a:cubicBezTo>
                    <a:cubicBezTo>
                      <a:pt x="226" y="193"/>
                      <a:pt x="229" y="192"/>
                      <a:pt x="231" y="190"/>
                    </a:cubicBezTo>
                    <a:cubicBezTo>
                      <a:pt x="317" y="104"/>
                      <a:pt x="317" y="104"/>
                      <a:pt x="317" y="104"/>
                    </a:cubicBezTo>
                    <a:cubicBezTo>
                      <a:pt x="318" y="103"/>
                      <a:pt x="318" y="102"/>
                      <a:pt x="319" y="1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sp>
            <p:nvSpPr>
              <p:cNvPr id="32" name="Freeform 237"/>
              <p:cNvSpPr>
                <a:spLocks noEditPoints="1"/>
              </p:cNvSpPr>
              <p:nvPr/>
            </p:nvSpPr>
            <p:spPr bwMode="auto">
              <a:xfrm>
                <a:off x="3852" y="1696"/>
                <a:ext cx="340" cy="340"/>
              </a:xfrm>
              <a:custGeom>
                <a:avLst/>
                <a:gdLst>
                  <a:gd name="T0" fmla="*/ 256 w 512"/>
                  <a:gd name="T1" fmla="*/ 21 h 512"/>
                  <a:gd name="T2" fmla="*/ 490 w 512"/>
                  <a:gd name="T3" fmla="*/ 256 h 512"/>
                  <a:gd name="T4" fmla="*/ 256 w 512"/>
                  <a:gd name="T5" fmla="*/ 490 h 512"/>
                  <a:gd name="T6" fmla="*/ 21 w 512"/>
                  <a:gd name="T7" fmla="*/ 256 h 512"/>
                  <a:gd name="T8" fmla="*/ 256 w 512"/>
                  <a:gd name="T9" fmla="*/ 21 h 512"/>
                  <a:gd name="T10" fmla="*/ 256 w 512"/>
                  <a:gd name="T11" fmla="*/ 0 h 512"/>
                  <a:gd name="T12" fmla="*/ 0 w 512"/>
                  <a:gd name="T13" fmla="*/ 256 h 512"/>
                  <a:gd name="T14" fmla="*/ 256 w 512"/>
                  <a:gd name="T15" fmla="*/ 512 h 512"/>
                  <a:gd name="T16" fmla="*/ 512 w 512"/>
                  <a:gd name="T17" fmla="*/ 256 h 512"/>
                  <a:gd name="T18" fmla="*/ 256 w 512"/>
                  <a:gd name="T19" fmla="*/ 0 h 5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12" h="512">
                    <a:moveTo>
                      <a:pt x="256" y="21"/>
                    </a:moveTo>
                    <a:cubicBezTo>
                      <a:pt x="385" y="21"/>
                      <a:pt x="490" y="126"/>
                      <a:pt x="490" y="256"/>
                    </a:cubicBezTo>
                    <a:cubicBezTo>
                      <a:pt x="490" y="385"/>
                      <a:pt x="385" y="490"/>
                      <a:pt x="256" y="490"/>
                    </a:cubicBezTo>
                    <a:cubicBezTo>
                      <a:pt x="126" y="490"/>
                      <a:pt x="21" y="385"/>
                      <a:pt x="21" y="256"/>
                    </a:cubicBezTo>
                    <a:cubicBezTo>
                      <a:pt x="21" y="126"/>
                      <a:pt x="126" y="21"/>
                      <a:pt x="256" y="21"/>
                    </a:cubicBezTo>
                    <a:moveTo>
                      <a:pt x="256" y="0"/>
                    </a:moveTo>
                    <a:cubicBezTo>
                      <a:pt x="114" y="0"/>
                      <a:pt x="0" y="114"/>
                      <a:pt x="0" y="256"/>
                    </a:cubicBezTo>
                    <a:cubicBezTo>
                      <a:pt x="0" y="397"/>
                      <a:pt x="114" y="512"/>
                      <a:pt x="256" y="512"/>
                    </a:cubicBezTo>
                    <a:cubicBezTo>
                      <a:pt x="397" y="512"/>
                      <a:pt x="512" y="397"/>
                      <a:pt x="512" y="256"/>
                    </a:cubicBezTo>
                    <a:cubicBezTo>
                      <a:pt x="512" y="114"/>
                      <a:pt x="397" y="0"/>
                      <a:pt x="25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0" tIns="0" rIns="0" bIns="0" numCol="1" anchor="ctr" anchorCtr="0" compatLnSpc="1">
                <a:prstTxWarp prst="textNoShape">
                  <a:avLst/>
                </a:prstTxWarp>
                <a:noAutofit/>
              </a:bodyPr>
              <a:lstStyle/>
              <a:p>
                <a:endParaRPr lang="en-GB"/>
              </a:p>
            </p:txBody>
          </p:sp>
        </p:grpSp>
        <p:sp>
          <p:nvSpPr>
            <p:cNvPr id="36" name="Oval 35"/>
            <p:cNvSpPr>
              <a:spLocks noChangeAspect="1"/>
            </p:cNvSpPr>
            <p:nvPr/>
          </p:nvSpPr>
          <p:spPr bwMode="gray">
            <a:xfrm>
              <a:off x="3674910" y="1700213"/>
              <a:ext cx="1818000" cy="1818000"/>
            </a:xfrm>
            <a:prstGeom prst="ellipse">
              <a:avLst/>
            </a:prstGeom>
            <a:solidFill>
              <a:schemeClr val="accent3"/>
            </a:solidFill>
            <a:ln w="19050" algn="ctr">
              <a:noFill/>
              <a:miter lim="800000"/>
              <a:headEnd/>
              <a:tailEnd/>
            </a:ln>
          </p:spPr>
          <p:txBody>
            <a:bodyPr wrap="square" lIns="0" tIns="0" rIns="0" bIns="0" rtlCol="0" anchor="ctr"/>
            <a:lstStyle/>
            <a:p>
              <a:pPr algn="ctr">
                <a:buFont typeface="Wingdings 2" pitchFamily="18" charset="2"/>
                <a:buNone/>
              </a:pPr>
              <a:r>
                <a:rPr lang="en-GB" sz="4400">
                  <a:solidFill>
                    <a:schemeClr val="bg1"/>
                  </a:solidFill>
                </a:rPr>
                <a:t>2</a:t>
              </a:r>
            </a:p>
            <a:p>
              <a:pPr algn="ctr">
                <a:buFont typeface="Wingdings 2" pitchFamily="18" charset="2"/>
                <a:buNone/>
              </a:pPr>
              <a:r>
                <a:rPr lang="en-GB" sz="1400">
                  <a:solidFill>
                    <a:schemeClr val="bg1"/>
                  </a:solidFill>
                </a:rPr>
                <a:t>Design and Save</a:t>
              </a:r>
            </a:p>
          </p:txBody>
        </p:sp>
        <p:sp>
          <p:nvSpPr>
            <p:cNvPr id="37" name="Oval 36"/>
            <p:cNvSpPr>
              <a:spLocks noChangeAspect="1"/>
            </p:cNvSpPr>
            <p:nvPr/>
          </p:nvSpPr>
          <p:spPr bwMode="gray">
            <a:xfrm>
              <a:off x="6544262" y="1700213"/>
              <a:ext cx="1818000" cy="1818000"/>
            </a:xfrm>
            <a:prstGeom prst="ellipse">
              <a:avLst/>
            </a:prstGeom>
            <a:solidFill>
              <a:schemeClr val="accent3"/>
            </a:solidFill>
            <a:ln w="19050" algn="ctr">
              <a:noFill/>
              <a:miter lim="800000"/>
              <a:headEnd/>
              <a:tailEnd/>
            </a:ln>
          </p:spPr>
          <p:txBody>
            <a:bodyPr wrap="square" lIns="0" tIns="0" rIns="0" bIns="0" rtlCol="0" anchor="ctr"/>
            <a:lstStyle/>
            <a:p>
              <a:pPr algn="ctr">
                <a:buFont typeface="Wingdings 2" pitchFamily="18" charset="2"/>
                <a:buNone/>
              </a:pPr>
              <a:r>
                <a:rPr lang="en-GB" sz="4400">
                  <a:solidFill>
                    <a:schemeClr val="bg1"/>
                  </a:solidFill>
                </a:rPr>
                <a:t>3</a:t>
              </a:r>
            </a:p>
            <a:p>
              <a:pPr algn="ctr">
                <a:buFont typeface="Wingdings 2" pitchFamily="18" charset="2"/>
                <a:buNone/>
              </a:pPr>
              <a:r>
                <a:rPr lang="en-GB" sz="1400">
                  <a:solidFill>
                    <a:schemeClr val="bg1"/>
                  </a:solidFill>
                </a:rPr>
                <a:t>Update SDKs</a:t>
              </a:r>
            </a:p>
          </p:txBody>
        </p:sp>
        <p:sp>
          <p:nvSpPr>
            <p:cNvPr id="38" name="Oval 37"/>
            <p:cNvSpPr>
              <a:spLocks noChangeAspect="1"/>
            </p:cNvSpPr>
            <p:nvPr/>
          </p:nvSpPr>
          <p:spPr bwMode="gray">
            <a:xfrm>
              <a:off x="6544262" y="4546710"/>
              <a:ext cx="1818000" cy="1818000"/>
            </a:xfrm>
            <a:prstGeom prst="ellipse">
              <a:avLst/>
            </a:prstGeom>
            <a:solidFill>
              <a:schemeClr val="accent3"/>
            </a:solidFill>
            <a:ln w="19050" algn="ctr">
              <a:noFill/>
              <a:miter lim="800000"/>
              <a:headEnd/>
              <a:tailEnd/>
            </a:ln>
          </p:spPr>
          <p:txBody>
            <a:bodyPr wrap="square" lIns="0" tIns="0" rIns="0" bIns="0" rtlCol="0" anchor="ctr"/>
            <a:lstStyle/>
            <a:p>
              <a:pPr algn="ctr">
                <a:buFont typeface="Wingdings 2" pitchFamily="18" charset="2"/>
                <a:buNone/>
              </a:pPr>
              <a:r>
                <a:rPr lang="en-GB" sz="4400">
                  <a:solidFill>
                    <a:schemeClr val="bg1"/>
                  </a:solidFill>
                </a:rPr>
                <a:t>4</a:t>
              </a:r>
            </a:p>
            <a:p>
              <a:pPr algn="ctr">
                <a:buFont typeface="Wingdings 2" pitchFamily="18" charset="2"/>
                <a:buNone/>
              </a:pPr>
              <a:r>
                <a:rPr lang="en-GB" sz="1400">
                  <a:solidFill>
                    <a:schemeClr val="bg1"/>
                  </a:solidFill>
                </a:rPr>
                <a:t>Release</a:t>
              </a:r>
            </a:p>
          </p:txBody>
        </p:sp>
        <p:sp>
          <p:nvSpPr>
            <p:cNvPr id="39" name="Oval 38"/>
            <p:cNvSpPr>
              <a:spLocks noChangeAspect="1"/>
            </p:cNvSpPr>
            <p:nvPr/>
          </p:nvSpPr>
          <p:spPr bwMode="gray">
            <a:xfrm>
              <a:off x="3674910" y="4546710"/>
              <a:ext cx="1818000" cy="1818000"/>
            </a:xfrm>
            <a:prstGeom prst="ellipse">
              <a:avLst/>
            </a:prstGeom>
            <a:solidFill>
              <a:schemeClr val="accent3"/>
            </a:solidFill>
            <a:ln w="19050" algn="ctr">
              <a:noFill/>
              <a:miter lim="800000"/>
              <a:headEnd/>
              <a:tailEnd/>
            </a:ln>
          </p:spPr>
          <p:txBody>
            <a:bodyPr wrap="square" lIns="0" tIns="0" rIns="0" bIns="0" rtlCol="0" anchor="ctr"/>
            <a:lstStyle/>
            <a:p>
              <a:pPr algn="ctr">
                <a:buFont typeface="Wingdings 2" pitchFamily="18" charset="2"/>
                <a:buNone/>
              </a:pPr>
              <a:r>
                <a:rPr lang="en-GB" sz="4400">
                  <a:solidFill>
                    <a:schemeClr val="bg1"/>
                  </a:solidFill>
                </a:rPr>
                <a:t>5</a:t>
              </a:r>
            </a:p>
            <a:p>
              <a:pPr algn="ctr">
                <a:buFont typeface="Wingdings 2" pitchFamily="18" charset="2"/>
                <a:buNone/>
              </a:pPr>
              <a:r>
                <a:rPr lang="en-GB" sz="1400">
                  <a:solidFill>
                    <a:schemeClr val="bg1"/>
                  </a:solidFill>
                </a:rPr>
                <a:t>Deploy</a:t>
              </a:r>
            </a:p>
          </p:txBody>
        </p:sp>
        <p:sp>
          <p:nvSpPr>
            <p:cNvPr id="40" name="Oval 39"/>
            <p:cNvSpPr>
              <a:spLocks noChangeAspect="1"/>
            </p:cNvSpPr>
            <p:nvPr/>
          </p:nvSpPr>
          <p:spPr bwMode="gray">
            <a:xfrm>
              <a:off x="805559" y="4546710"/>
              <a:ext cx="1818000" cy="1818000"/>
            </a:xfrm>
            <a:prstGeom prst="ellipse">
              <a:avLst/>
            </a:prstGeom>
            <a:solidFill>
              <a:schemeClr val="accent3"/>
            </a:solidFill>
            <a:ln w="19050" algn="ctr">
              <a:noFill/>
              <a:miter lim="800000"/>
              <a:headEnd/>
              <a:tailEnd/>
            </a:ln>
          </p:spPr>
          <p:txBody>
            <a:bodyPr wrap="square" lIns="0" tIns="0" rIns="0" bIns="0" rtlCol="0" anchor="ctr"/>
            <a:lstStyle/>
            <a:p>
              <a:pPr algn="ctr">
                <a:buFont typeface="Wingdings 2" pitchFamily="18" charset="2"/>
                <a:buNone/>
              </a:pPr>
              <a:r>
                <a:rPr lang="en-GB" sz="4400">
                  <a:solidFill>
                    <a:schemeClr val="bg1"/>
                  </a:solidFill>
                </a:rPr>
                <a:t>6</a:t>
              </a:r>
            </a:p>
            <a:p>
              <a:pPr algn="ctr">
                <a:buFont typeface="Wingdings 2" pitchFamily="18" charset="2"/>
                <a:buNone/>
              </a:pPr>
              <a:r>
                <a:rPr lang="en-GB" sz="1400">
                  <a:solidFill>
                    <a:schemeClr val="bg1"/>
                  </a:solidFill>
                </a:rPr>
                <a:t>Execute &amp; Monitor</a:t>
              </a:r>
            </a:p>
          </p:txBody>
        </p:sp>
      </p:grpSp>
    </p:spTree>
    <p:extLst>
      <p:ext uri="{BB962C8B-B14F-4D97-AF65-F5344CB8AC3E}">
        <p14:creationId xmlns:p14="http://schemas.microsoft.com/office/powerpoint/2010/main" val="4103127094"/>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50552E9-F2F0-4944-9EDE-45F57AC7300D}"/>
              </a:ext>
            </a:extLst>
          </p:cNvPr>
          <p:cNvSpPr txBox="1"/>
          <p:nvPr/>
        </p:nvSpPr>
        <p:spPr bwMode="gray">
          <a:xfrm>
            <a:off x="0" y="0"/>
            <a:ext cx="12192000" cy="523220"/>
          </a:xfrm>
          <a:prstGeom prst="rect">
            <a:avLst/>
          </a:prstGeom>
          <a:noFill/>
        </p:spPr>
        <p:txBody>
          <a:bodyPr wrap="square" lIns="91440" tIns="45720" rIns="91440" bIns="45720" anchor="t">
            <a:spAutoFit/>
          </a:bodyPr>
          <a:lstStyle/>
          <a:p>
            <a:pPr marR="0" lvl="0" algn="ctr" defTabSz="1219170" rtl="0" eaLnBrk="1" fontAlgn="auto" latinLnBrk="0" hangingPunct="1">
              <a:lnSpc>
                <a:spcPct val="100000"/>
              </a:lnSpc>
              <a:spcBef>
                <a:spcPts val="0"/>
              </a:spcBef>
              <a:spcAft>
                <a:spcPts val="0"/>
              </a:spcAft>
              <a:buClrTx/>
              <a:buSzTx/>
              <a:tabLst/>
              <a:defRPr/>
            </a:pPr>
            <a:r>
              <a:rPr lang="en-US" sz="2800" b="1" kern="1200" dirty="0">
                <a:solidFill>
                  <a:schemeClr val="bg1"/>
                </a:solidFill>
                <a:latin typeface="Verdana"/>
                <a:ea typeface="Verdana"/>
                <a:cs typeface="Calibri"/>
              </a:rPr>
              <a:t>Build Process Automation </a:t>
            </a:r>
            <a:r>
              <a:rPr lang="en-US" sz="2800" b="1" dirty="0">
                <a:solidFill>
                  <a:schemeClr val="bg1"/>
                </a:solidFill>
                <a:latin typeface="Verdana"/>
                <a:ea typeface="Verdana"/>
                <a:cs typeface="Calibri"/>
              </a:rPr>
              <a:t>Use Case</a:t>
            </a:r>
            <a:endParaRPr lang="en-US" sz="2800" b="1" kern="1200" dirty="0">
              <a:solidFill>
                <a:schemeClr val="bg1"/>
              </a:solidFill>
              <a:latin typeface="Verdana"/>
              <a:ea typeface="Verdana"/>
              <a:cs typeface="Calibri"/>
            </a:endParaRPr>
          </a:p>
        </p:txBody>
      </p:sp>
      <p:sp>
        <p:nvSpPr>
          <p:cNvPr id="8" name="TextBox 7">
            <a:extLst>
              <a:ext uri="{FF2B5EF4-FFF2-40B4-BE49-F238E27FC236}">
                <a16:creationId xmlns:a16="http://schemas.microsoft.com/office/drawing/2014/main" id="{2B8429F9-21CB-4150-B166-DD678050EE26}"/>
              </a:ext>
            </a:extLst>
          </p:cNvPr>
          <p:cNvSpPr txBox="1"/>
          <p:nvPr/>
        </p:nvSpPr>
        <p:spPr bwMode="gray">
          <a:xfrm>
            <a:off x="140047" y="743949"/>
            <a:ext cx="12192000" cy="5509200"/>
          </a:xfrm>
          <a:prstGeom prst="rect">
            <a:avLst/>
          </a:prstGeom>
          <a:noFill/>
        </p:spPr>
        <p:txBody>
          <a:bodyPr wrap="square" lIns="91440" tIns="45720" rIns="91440" bIns="45720" anchor="t">
            <a:spAutoFit/>
          </a:bodyPr>
          <a:lstStyle/>
          <a:p>
            <a:r>
              <a:rPr lang="en-US" sz="1600" b="1" dirty="0">
                <a:solidFill>
                  <a:schemeClr val="bg1"/>
                </a:solidFill>
                <a:latin typeface="Verdana"/>
                <a:ea typeface="Calibri"/>
                <a:cs typeface="Calibri"/>
              </a:rPr>
              <a:t>                  GRC Audit Log Archiving process</a:t>
            </a:r>
          </a:p>
          <a:p>
            <a:endParaRPr lang="en-US" sz="1600" dirty="0">
              <a:solidFill>
                <a:schemeClr val="bg1"/>
              </a:solidFill>
              <a:latin typeface="Verdana"/>
              <a:ea typeface="Verdana"/>
              <a:cs typeface="Calibri" panose="020F0502020204030204" pitchFamily="34" charset="0"/>
            </a:endParaRPr>
          </a:p>
          <a:p>
            <a:r>
              <a:rPr lang="en-US" sz="1600" b="1" u="sng" dirty="0">
                <a:solidFill>
                  <a:schemeClr val="bg1"/>
                </a:solidFill>
                <a:latin typeface="Verdana"/>
                <a:ea typeface="Calibri"/>
                <a:cs typeface="Calibri"/>
              </a:rPr>
              <a:t>Problem Statement:</a:t>
            </a:r>
            <a:r>
              <a:rPr lang="en-US" sz="1600" b="1" dirty="0">
                <a:solidFill>
                  <a:schemeClr val="bg1"/>
                </a:solidFill>
                <a:latin typeface="Verdana"/>
                <a:ea typeface="Calibri"/>
                <a:cs typeface="Calibri"/>
              </a:rPr>
              <a:t> </a:t>
            </a:r>
            <a:endParaRPr lang="en-US" sz="1600" b="1" dirty="0">
              <a:solidFill>
                <a:schemeClr val="bg1"/>
              </a:solidFill>
              <a:latin typeface="Verdana"/>
              <a:ea typeface="Calibri"/>
              <a:cs typeface="Calibri" panose="020F0502020204030204" pitchFamily="34" charset="0"/>
            </a:endParaRPr>
          </a:p>
          <a:p>
            <a:endParaRPr lang="en-US" sz="1600" dirty="0">
              <a:solidFill>
                <a:schemeClr val="bg1"/>
              </a:solidFill>
              <a:latin typeface="Verdana"/>
              <a:ea typeface="Verdana"/>
              <a:cs typeface="Calibri" panose="020F0502020204030204" pitchFamily="34" charset="0"/>
            </a:endParaRPr>
          </a:p>
          <a:p>
            <a:r>
              <a:rPr lang="en-US" sz="1600" dirty="0">
                <a:solidFill>
                  <a:schemeClr val="bg1"/>
                </a:solidFill>
                <a:latin typeface="Verdana"/>
                <a:ea typeface="Calibri"/>
                <a:cs typeface="Calibri"/>
              </a:rPr>
              <a:t>When a new user is being generated in the GRC system or an existing user is updated in current role, an Audit Log is generated to capture the logs of all the changes done for that user. These logs are an essential source of information during the Audit cycles and hence needs to be archived. During migration process from one system to another, these logs gets lost and are not available in the new system.</a:t>
            </a:r>
          </a:p>
          <a:p>
            <a:endParaRPr lang="en-US" sz="1600" dirty="0">
              <a:solidFill>
                <a:schemeClr val="bg1"/>
              </a:solidFill>
              <a:latin typeface="Verdana"/>
              <a:ea typeface="Verdana"/>
              <a:cs typeface="Calibri" panose="020F0502020204030204" pitchFamily="34" charset="0"/>
            </a:endParaRPr>
          </a:p>
          <a:p>
            <a:r>
              <a:rPr lang="en-US" sz="1600" b="1" u="sng" dirty="0">
                <a:solidFill>
                  <a:schemeClr val="bg1"/>
                </a:solidFill>
                <a:latin typeface="Verdana"/>
                <a:ea typeface="Calibri"/>
                <a:cs typeface="Calibri"/>
              </a:rPr>
              <a:t>Solution: </a:t>
            </a:r>
            <a:endParaRPr lang="en-US" sz="1600" b="1" u="sng" dirty="0">
              <a:solidFill>
                <a:schemeClr val="bg1"/>
              </a:solidFill>
              <a:latin typeface="Verdana"/>
              <a:ea typeface="Calibri"/>
              <a:cs typeface="Calibri" panose="020F0502020204030204" pitchFamily="34" charset="0"/>
            </a:endParaRPr>
          </a:p>
          <a:p>
            <a:endParaRPr lang="en-US" sz="1600" dirty="0">
              <a:solidFill>
                <a:schemeClr val="bg1"/>
              </a:solidFill>
              <a:latin typeface="Verdana"/>
              <a:ea typeface="Verdana"/>
              <a:cs typeface="Calibri" panose="020F0502020204030204" pitchFamily="34" charset="0"/>
            </a:endParaRPr>
          </a:p>
          <a:p>
            <a:r>
              <a:rPr lang="en-US" sz="1600" dirty="0">
                <a:solidFill>
                  <a:schemeClr val="bg1"/>
                </a:solidFill>
                <a:latin typeface="Verdana"/>
                <a:ea typeface="Calibri"/>
                <a:cs typeface="Calibri"/>
              </a:rPr>
              <a:t>To solve this problem, we utilized the automation bot  to fetch all the logs and upload it in the desired folder for future reference. This bot was given an excel sheet as an input file and its own credentials to log in into the SAP system, and then it used to iterate over every user id present in the excel sheet and save the pdf file in the desired location.</a:t>
            </a:r>
          </a:p>
          <a:p>
            <a:endParaRPr lang="en-US" sz="1600" dirty="0">
              <a:solidFill>
                <a:schemeClr val="bg1"/>
              </a:solidFill>
              <a:latin typeface="Verdana"/>
              <a:ea typeface="Verdana"/>
              <a:cs typeface="Calibri" panose="020F0502020204030204" pitchFamily="34" charset="0"/>
            </a:endParaRPr>
          </a:p>
          <a:p>
            <a:endParaRPr lang="en-US" sz="1600" dirty="0">
              <a:solidFill>
                <a:schemeClr val="bg1"/>
              </a:solidFill>
              <a:latin typeface="Verdana"/>
              <a:ea typeface="Verdana"/>
              <a:cs typeface="Calibri" panose="020F0502020204030204" pitchFamily="34" charset="0"/>
            </a:endParaRPr>
          </a:p>
          <a:p>
            <a:r>
              <a:rPr lang="en-US" sz="1600" b="1" u="sng" dirty="0">
                <a:solidFill>
                  <a:schemeClr val="bg1"/>
                </a:solidFill>
                <a:latin typeface="Verdana"/>
                <a:ea typeface="Calibri"/>
                <a:cs typeface="Calibri"/>
              </a:rPr>
              <a:t>Merits:</a:t>
            </a:r>
          </a:p>
          <a:p>
            <a:endParaRPr lang="en-US" sz="1600" dirty="0">
              <a:solidFill>
                <a:schemeClr val="bg1"/>
              </a:solidFill>
              <a:latin typeface="Verdana"/>
              <a:ea typeface="Verdana"/>
              <a:cs typeface="Calibri" panose="020F0502020204030204" pitchFamily="34" charset="0"/>
            </a:endParaRPr>
          </a:p>
          <a:p>
            <a:r>
              <a:rPr lang="en-US" sz="1600" dirty="0">
                <a:solidFill>
                  <a:schemeClr val="bg1"/>
                </a:solidFill>
                <a:latin typeface="Verdana"/>
                <a:ea typeface="Verdana"/>
                <a:cs typeface="Calibri"/>
              </a:rPr>
              <a:t>Saved 200 Hours of manual human efforts.</a:t>
            </a:r>
          </a:p>
          <a:p>
            <a:r>
              <a:rPr lang="en-US" sz="1600" dirty="0">
                <a:solidFill>
                  <a:schemeClr val="bg1"/>
                </a:solidFill>
                <a:latin typeface="Verdana"/>
                <a:ea typeface="Verdana"/>
                <a:cs typeface="Calibri"/>
              </a:rPr>
              <a:t>Reduced the errors while entering the data.</a:t>
            </a:r>
          </a:p>
          <a:p>
            <a:r>
              <a:rPr lang="en-US" sz="1600" dirty="0">
                <a:solidFill>
                  <a:schemeClr val="bg1"/>
                </a:solidFill>
                <a:latin typeface="Verdana"/>
                <a:ea typeface="Verdana"/>
                <a:cs typeface="Calibri"/>
              </a:rPr>
              <a:t>Efficiency of the process was increased significantly.</a:t>
            </a:r>
          </a:p>
        </p:txBody>
      </p:sp>
    </p:spTree>
    <p:extLst>
      <p:ext uri="{BB962C8B-B14F-4D97-AF65-F5344CB8AC3E}">
        <p14:creationId xmlns:p14="http://schemas.microsoft.com/office/powerpoint/2010/main" val="378359270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50552E9-F2F0-4944-9EDE-45F57AC7300D}"/>
              </a:ext>
            </a:extLst>
          </p:cNvPr>
          <p:cNvSpPr txBox="1"/>
          <p:nvPr/>
        </p:nvSpPr>
        <p:spPr bwMode="gray">
          <a:xfrm>
            <a:off x="0" y="0"/>
            <a:ext cx="12192000" cy="523220"/>
          </a:xfrm>
          <a:prstGeom prst="rect">
            <a:avLst/>
          </a:prstGeom>
          <a:noFill/>
        </p:spPr>
        <p:txBody>
          <a:bodyPr wrap="square" lIns="91440" tIns="45720" rIns="91440" bIns="45720" anchor="t">
            <a:spAutoFit/>
          </a:bodyPr>
          <a:lstStyle/>
          <a:p>
            <a:pPr algn="ctr">
              <a:defRPr/>
            </a:pPr>
            <a:r>
              <a:rPr lang="en-US" sz="2800" b="1" dirty="0">
                <a:solidFill>
                  <a:schemeClr val="bg1"/>
                </a:solidFill>
                <a:latin typeface="Verdana"/>
                <a:ea typeface="Calibri"/>
                <a:cs typeface="Calibri"/>
              </a:rPr>
              <a:t>BPA Workflow Use Case</a:t>
            </a:r>
            <a:endParaRPr lang="en-US" sz="2800" b="1" kern="1200" dirty="0">
              <a:solidFill>
                <a:schemeClr val="bg1"/>
              </a:solidFill>
              <a:latin typeface="Verdana"/>
              <a:ea typeface="Calibri"/>
              <a:cs typeface="Calibri"/>
            </a:endParaRPr>
          </a:p>
        </p:txBody>
      </p:sp>
      <p:sp>
        <p:nvSpPr>
          <p:cNvPr id="8" name="TextBox 7">
            <a:extLst>
              <a:ext uri="{FF2B5EF4-FFF2-40B4-BE49-F238E27FC236}">
                <a16:creationId xmlns:a16="http://schemas.microsoft.com/office/drawing/2014/main" id="{2B8429F9-21CB-4150-B166-DD678050EE26}"/>
              </a:ext>
            </a:extLst>
          </p:cNvPr>
          <p:cNvSpPr txBox="1"/>
          <p:nvPr/>
        </p:nvSpPr>
        <p:spPr bwMode="gray">
          <a:xfrm>
            <a:off x="140047" y="743949"/>
            <a:ext cx="12192000" cy="5016758"/>
          </a:xfrm>
          <a:prstGeom prst="rect">
            <a:avLst/>
          </a:prstGeom>
          <a:noFill/>
        </p:spPr>
        <p:txBody>
          <a:bodyPr wrap="square" lIns="91440" tIns="45720" rIns="91440" bIns="45720" anchor="t">
            <a:spAutoFit/>
          </a:bodyPr>
          <a:lstStyle/>
          <a:p>
            <a:r>
              <a:rPr lang="en-US" sz="1600" b="1" u="sng" dirty="0">
                <a:solidFill>
                  <a:schemeClr val="bg1"/>
                </a:solidFill>
              </a:rPr>
              <a:t>Problem Statement :</a:t>
            </a:r>
          </a:p>
          <a:p>
            <a:r>
              <a:rPr lang="en-US" sz="1600" dirty="0">
                <a:solidFill>
                  <a:schemeClr val="bg1"/>
                </a:solidFill>
              </a:rPr>
              <a:t>A Material Master governance tool is required to request and create new materials and the modify existing materials with following features.</a:t>
            </a:r>
            <a:br>
              <a:rPr lang="en-US" sz="1600" dirty="0"/>
            </a:br>
            <a:r>
              <a:rPr lang="en-US" sz="1600" dirty="0">
                <a:solidFill>
                  <a:schemeClr val="bg1"/>
                </a:solidFill>
              </a:rPr>
              <a:t>1.Request and approval of creation and modification of multiple &amp; single material.</a:t>
            </a:r>
            <a:endParaRPr lang="en-US" sz="1600" dirty="0">
              <a:solidFill>
                <a:schemeClr val="bg1"/>
              </a:solidFill>
              <a:ea typeface="Verdana"/>
            </a:endParaRPr>
          </a:p>
          <a:p>
            <a:r>
              <a:rPr lang="en-US" sz="1600" dirty="0">
                <a:solidFill>
                  <a:schemeClr val="bg1"/>
                </a:solidFill>
              </a:rPr>
              <a:t>2.Monitoring the status of material creation and modification requests  </a:t>
            </a:r>
            <a:br>
              <a:rPr lang="en-US" sz="1600" dirty="0"/>
            </a:br>
            <a:r>
              <a:rPr lang="en-US" sz="1600" dirty="0">
                <a:solidFill>
                  <a:schemeClr val="bg1"/>
                </a:solidFill>
              </a:rPr>
              <a:t>3.Dynamic multilevel approvals on requests. </a:t>
            </a:r>
            <a:br>
              <a:rPr lang="en-US" sz="1600" dirty="0"/>
            </a:br>
            <a:r>
              <a:rPr lang="en-US" sz="1600" dirty="0">
                <a:solidFill>
                  <a:schemeClr val="bg1"/>
                </a:solidFill>
              </a:rPr>
              <a:t>4.Creation and modification of materials in SAP (single and multiple)  </a:t>
            </a:r>
            <a:br>
              <a:rPr lang="en-US" sz="1600" dirty="0"/>
            </a:br>
            <a:r>
              <a:rPr lang="en-US" sz="1600" dirty="0">
                <a:solidFill>
                  <a:schemeClr val="bg1"/>
                </a:solidFill>
              </a:rPr>
              <a:t>5.Reporting of requests and materials </a:t>
            </a:r>
            <a:endParaRPr lang="en-US" sz="1600" dirty="0">
              <a:solidFill>
                <a:schemeClr val="bg1"/>
              </a:solidFill>
              <a:ea typeface="Verdana"/>
            </a:endParaRPr>
          </a:p>
          <a:p>
            <a:endParaRPr lang="en-US" sz="1600" dirty="0">
              <a:solidFill>
                <a:schemeClr val="bg1"/>
              </a:solidFill>
            </a:endParaRPr>
          </a:p>
          <a:p>
            <a:r>
              <a:rPr lang="en-US" sz="1600" b="1" u="sng" dirty="0">
                <a:solidFill>
                  <a:schemeClr val="bg1"/>
                </a:solidFill>
              </a:rPr>
              <a:t>Solution:</a:t>
            </a:r>
            <a:br>
              <a:rPr lang="en-US" sz="1600" b="1" dirty="0">
                <a:solidFill>
                  <a:schemeClr val="bg1"/>
                </a:solidFill>
                <a:ea typeface="Verdana"/>
              </a:rPr>
            </a:br>
            <a:r>
              <a:rPr lang="en-US" sz="1600" dirty="0">
                <a:solidFill>
                  <a:schemeClr val="bg1"/>
                </a:solidFill>
              </a:rPr>
              <a:t>BPA workflow -</a:t>
            </a:r>
            <a:endParaRPr lang="en-US" sz="1600" b="1" dirty="0">
              <a:solidFill>
                <a:schemeClr val="bg1"/>
              </a:solidFill>
              <a:ea typeface="Verdana"/>
            </a:endParaRPr>
          </a:p>
          <a:p>
            <a:r>
              <a:rPr lang="en-US" sz="1600" dirty="0">
                <a:solidFill>
                  <a:schemeClr val="bg1"/>
                </a:solidFill>
              </a:rPr>
              <a:t>    1. For dynamic multilevel approvals on requests.</a:t>
            </a:r>
            <a:br>
              <a:rPr lang="en-US" sz="1600" dirty="0">
                <a:solidFill>
                  <a:schemeClr val="bg1"/>
                </a:solidFill>
                <a:ea typeface="Verdana"/>
              </a:rPr>
            </a:br>
            <a:r>
              <a:rPr lang="en-US" sz="1600" dirty="0">
                <a:solidFill>
                  <a:schemeClr val="bg1"/>
                </a:solidFill>
              </a:rPr>
              <a:t>    2. For updating request details to HANA DB.</a:t>
            </a:r>
          </a:p>
          <a:p>
            <a:r>
              <a:rPr lang="en-US" sz="1600" dirty="0">
                <a:solidFill>
                  <a:schemeClr val="bg1"/>
                </a:solidFill>
                <a:ea typeface="Verdana"/>
              </a:rPr>
              <a:t>    3. For Creating/Updating Materials in S4.</a:t>
            </a:r>
            <a:br>
              <a:rPr lang="en-US" sz="1600" dirty="0"/>
            </a:br>
            <a:endParaRPr lang="en-US" sz="1600" dirty="0">
              <a:solidFill>
                <a:schemeClr val="bg1"/>
              </a:solidFill>
              <a:ea typeface="Verdana"/>
            </a:endParaRPr>
          </a:p>
          <a:p>
            <a:r>
              <a:rPr lang="en-US" sz="1600" b="1" u="sng" dirty="0">
                <a:solidFill>
                  <a:schemeClr val="bg1"/>
                </a:solidFill>
              </a:rPr>
              <a:t>Merits:</a:t>
            </a:r>
            <a:br>
              <a:rPr lang="en-US" sz="1600" dirty="0"/>
            </a:br>
            <a:r>
              <a:rPr lang="en-US" sz="1600" dirty="0">
                <a:solidFill>
                  <a:schemeClr val="bg1"/>
                </a:solidFill>
              </a:rPr>
              <a:t>1)Facilitates bulk operations, which is particularly useful for large-scale changes.</a:t>
            </a:r>
            <a:br>
              <a:rPr lang="en-US" sz="1600" dirty="0">
                <a:solidFill>
                  <a:schemeClr val="bg1"/>
                </a:solidFill>
              </a:rPr>
            </a:br>
            <a:r>
              <a:rPr lang="en-US" sz="1600" dirty="0">
                <a:solidFill>
                  <a:schemeClr val="bg1"/>
                </a:solidFill>
              </a:rPr>
              <a:t>2)Utilizing SAP for these operations leverages its robust architecture, ensuring reliability and stability in the handling of material data.</a:t>
            </a:r>
            <a:br>
              <a:rPr lang="en-US" sz="1600" dirty="0">
                <a:solidFill>
                  <a:schemeClr val="bg1"/>
                </a:solidFill>
              </a:rPr>
            </a:br>
            <a:r>
              <a:rPr lang="en-US" sz="1600" dirty="0">
                <a:solidFill>
                  <a:schemeClr val="bg1"/>
                </a:solidFill>
              </a:rPr>
              <a:t>3)Streamlines processes related to material management, saving time and reducing errors.</a:t>
            </a:r>
            <a:endParaRPr lang="en-US" sz="1600" dirty="0">
              <a:solidFill>
                <a:schemeClr val="bg1"/>
              </a:solidFill>
              <a:ea typeface="Verdana"/>
            </a:endParaRPr>
          </a:p>
        </p:txBody>
      </p:sp>
    </p:spTree>
    <p:extLst>
      <p:ext uri="{BB962C8B-B14F-4D97-AF65-F5344CB8AC3E}">
        <p14:creationId xmlns:p14="http://schemas.microsoft.com/office/powerpoint/2010/main" val="1467623519"/>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eloitte_US_Onscreen">
  <a:themeElements>
    <a:clrScheme name="Deloitte colors">
      <a:dk1>
        <a:sysClr val="windowText" lastClr="000000"/>
      </a:dk1>
      <a:lt1>
        <a:sysClr val="window" lastClr="FFFFFF"/>
      </a:lt1>
      <a:dk2>
        <a:srgbClr val="53565A"/>
      </a:dk2>
      <a:lt2>
        <a:srgbClr val="D0D0CE"/>
      </a:lt2>
      <a:accent1>
        <a:srgbClr val="86BC25"/>
      </a:accent1>
      <a:accent2>
        <a:srgbClr val="046A38"/>
      </a:accent2>
      <a:accent3>
        <a:srgbClr val="62B5E5"/>
      </a:accent3>
      <a:accent4>
        <a:srgbClr val="012169"/>
      </a:accent4>
      <a:accent5>
        <a:srgbClr val="0097A9"/>
      </a:accent5>
      <a:accent6>
        <a:srgbClr val="75787B"/>
      </a:accent6>
      <a:hlink>
        <a:srgbClr val="00A3E0"/>
      </a:hlink>
      <a:folHlink>
        <a:srgbClr val="53565A"/>
      </a:folHlink>
    </a:clrScheme>
    <a:fontScheme name="Deloitte Powerpoint fon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3"/>
        </a:solidFill>
        <a:ln w="19050" algn="ctr">
          <a:noFill/>
          <a:miter lim="800000"/>
          <a:headEnd/>
          <a:tailEnd/>
        </a:ln>
      </a:spPr>
      <a:bodyPr wrap="square" lIns="88900" tIns="88900" rIns="88900" bIns="88900" rtlCol="0" anchor="ctr"/>
      <a:lstStyle>
        <a:defPPr>
          <a:lnSpc>
            <a:spcPct val="106000"/>
          </a:lnSpc>
          <a:buFont typeface="Wingdings 2" pitchFamily="18" charset="2"/>
          <a:buNone/>
          <a:defRPr sz="1600" b="1" dirty="0" smtClean="0">
            <a:solidFill>
              <a:schemeClr val="bg1"/>
            </a:solidFill>
          </a:defRPr>
        </a:defPPr>
      </a:lst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bodyPr lIns="0" rIns="0" anchor="b" anchorCtr="0">
        <a:normAutofit fontScale="92500"/>
      </a:bodyPr>
      <a:lstStyle>
        <a:defPPr>
          <a:lnSpc>
            <a:spcPts val="900"/>
          </a:lnSpc>
          <a:defRPr sz="1300" b="1" dirty="0">
            <a:solidFill>
              <a:schemeClr val="tx1"/>
            </a:solidFill>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Presentation1" id="{B250B804-2FDB-4928-98F0-F76F4A35E307}" vid="{34B986A3-8F99-4F88-AF27-8B60A5DA0FD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f384d200-71ad-4bc9-9d00-4e792d9d34a8">
      <UserInfo>
        <DisplayName>Pandey, Divya</DisplayName>
        <AccountId>73</AccountId>
        <AccountType/>
      </UserInfo>
      <UserInfo>
        <DisplayName>Verma, Sandeep</DisplayName>
        <AccountId>74</AccountId>
        <AccountType/>
      </UserInfo>
      <UserInfo>
        <DisplayName>Parade, Pankaj Suresh</DisplayName>
        <AccountId>2547</AccountId>
        <AccountType/>
      </UserInfo>
      <UserInfo>
        <DisplayName>Surwade, Gaurav</DisplayName>
        <AccountId>968</AccountId>
        <AccountType/>
      </UserInfo>
      <UserInfo>
        <DisplayName>Dubey, Abhineet</DisplayName>
        <AccountId>1188</AccountId>
        <AccountType/>
      </UserInfo>
      <UserInfo>
        <DisplayName>Sharma, Ayushi</DisplayName>
        <AccountId>2552</AccountId>
        <AccountType/>
      </UserInfo>
    </SharedWithUsers>
    <MediaLengthInSeconds xmlns="ed1847f7-4432-48e0-964f-25724acf5ea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BD685BAC3E09C4AA021D8E42E0DC2FC" ma:contentTypeVersion="14" ma:contentTypeDescription="Create a new document." ma:contentTypeScope="" ma:versionID="b9b83c56ce1ae3eaf881c9d673fc721e">
  <xsd:schema xmlns:xsd="http://www.w3.org/2001/XMLSchema" xmlns:xs="http://www.w3.org/2001/XMLSchema" xmlns:p="http://schemas.microsoft.com/office/2006/metadata/properties" xmlns:ns2="ed1847f7-4432-48e0-964f-25724acf5ead" xmlns:ns3="f384d200-71ad-4bc9-9d00-4e792d9d34a8" targetNamespace="http://schemas.microsoft.com/office/2006/metadata/properties" ma:root="true" ma:fieldsID="ab4e358f85e29d65b0c06168b676b381" ns2:_="" ns3:_="">
    <xsd:import namespace="ed1847f7-4432-48e0-964f-25724acf5ead"/>
    <xsd:import namespace="f384d200-71ad-4bc9-9d00-4e792d9d34a8"/>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1847f7-4432-48e0-964f-25724acf5ea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384d200-71ad-4bc9-9d00-4e792d9d34a8"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870824B-0447-4F67-A3CE-65C88E7C5133}">
  <ds:schemaRefs>
    <ds:schemaRef ds:uri="3deb29b2-9f08-4609-a7dd-f913f64aeebc"/>
    <ds:schemaRef ds:uri="e3f18b36-2a69-4a57-b787-c406cfa6560a"/>
    <ds:schemaRef ds:uri="ed1847f7-4432-48e0-964f-25724acf5ead"/>
    <ds:schemaRef ds:uri="f384d200-71ad-4bc9-9d00-4e792d9d34a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EE16009-4C9A-4D77-8D1E-1AFCC642A190}">
  <ds:schemaRefs>
    <ds:schemaRef ds:uri="http://schemas.microsoft.com/sharepoint/v3/contenttype/forms"/>
  </ds:schemaRefs>
</ds:datastoreItem>
</file>

<file path=customXml/itemProps3.xml><?xml version="1.0" encoding="utf-8"?>
<ds:datastoreItem xmlns:ds="http://schemas.openxmlformats.org/officeDocument/2006/customXml" ds:itemID="{98161082-1D55-4D58-B9EB-4BEF8508C06E}">
  <ds:schemaRefs>
    <ds:schemaRef ds:uri="ed1847f7-4432-48e0-964f-25724acf5ead"/>
    <ds:schemaRef ds:uri="f384d200-71ad-4bc9-9d00-4e792d9d34a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Deloitte_16_9_Onscreen_US</Template>
  <Application>Microsoft Office PowerPoint</Application>
  <PresentationFormat>Widescreen</PresentationFormat>
  <Slides>11</Slides>
  <Notes>7</Notes>
  <HiddenSlides>0</HiddenSlide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Deloitte_US_Onscreen</vt:lpstr>
      <vt:lpstr>PowerPoint Presentation</vt:lpstr>
      <vt:lpstr>Agenda for Day 2</vt:lpstr>
      <vt:lpstr>Desktop Agent Set up</vt:lpstr>
      <vt:lpstr>Journey So Far</vt:lpstr>
      <vt:lpstr>Tools available for Workflow Business Processes</vt:lpstr>
      <vt:lpstr>Tools available for Workflow Business Processes</vt:lpstr>
      <vt:lpstr>Process Automation</vt:lpstr>
      <vt:lpstr>Process Automation</vt:lpstr>
      <vt:lpstr>Process flow for Automation</vt:lpstr>
      <vt:lpstr>PowerPoint Presentation</vt:lpstr>
      <vt:lpstr>PowerPoint Presentation</vt:lpstr>
    </vt:vector>
  </TitlesOfParts>
  <Company>Deloitte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Administrator</dc:creator>
  <cp:revision>66</cp:revision>
  <cp:lastPrinted>2014-06-25T02:16:22Z</cp:lastPrinted>
  <dcterms:created xsi:type="dcterms:W3CDTF">2019-03-27T08:41:54Z</dcterms:created>
  <dcterms:modified xsi:type="dcterms:W3CDTF">2024-07-18T11:29:10Z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0x010100DBD685BAC3E09C4AA021D8E42E0DC2FC</vt:lpwstr>
  </property>
  <property fmtid="{D5CDD505-2E9C-101B-9397-08002B2CF9AE}" pid="3" name="MSIP_Label_ea60d57e-af5b-4752-ac57-3e4f28ca11dc_Enabled">
    <vt:lpwstr>true</vt:lpwstr>
  </property>
  <property fmtid="{D5CDD505-2E9C-101B-9397-08002B2CF9AE}" pid="4" name="MSIP_Label_ea60d57e-af5b-4752-ac57-3e4f28ca11dc_SetDate">
    <vt:lpwstr>2021-07-05T05:59:52Z</vt:lpwstr>
  </property>
  <property fmtid="{D5CDD505-2E9C-101B-9397-08002B2CF9AE}" pid="5" name="MSIP_Label_ea60d57e-af5b-4752-ac57-3e4f28ca11dc_Method">
    <vt:lpwstr>Standard</vt:lpwstr>
  </property>
  <property fmtid="{D5CDD505-2E9C-101B-9397-08002B2CF9AE}" pid="6" name="MSIP_Label_ea60d57e-af5b-4752-ac57-3e4f28ca11dc_Name">
    <vt:lpwstr>ea60d57e-af5b-4752-ac57-3e4f28ca11dc</vt:lpwstr>
  </property>
  <property fmtid="{D5CDD505-2E9C-101B-9397-08002B2CF9AE}" pid="7" name="MSIP_Label_ea60d57e-af5b-4752-ac57-3e4f28ca11dc_SiteId">
    <vt:lpwstr>36da45f1-dd2c-4d1f-af13-5abe46b99921</vt:lpwstr>
  </property>
  <property fmtid="{D5CDD505-2E9C-101B-9397-08002B2CF9AE}" pid="8" name="MSIP_Label_ea60d57e-af5b-4752-ac57-3e4f28ca11dc_ActionId">
    <vt:lpwstr>5de571cc-0432-4621-9a3b-99e902956dfa</vt:lpwstr>
  </property>
  <property fmtid="{D5CDD505-2E9C-101B-9397-08002B2CF9AE}" pid="9" name="MSIP_Label_ea60d57e-af5b-4752-ac57-3e4f28ca11dc_ContentBits">
    <vt:lpwstr>0</vt:lpwstr>
  </property>
  <property fmtid="{D5CDD505-2E9C-101B-9397-08002B2CF9AE}" pid="10" name="Order">
    <vt:r8>22300</vt:r8>
  </property>
  <property fmtid="{D5CDD505-2E9C-101B-9397-08002B2CF9AE}" pid="11" name="xd_Signature">
    <vt:bool>false</vt:bool>
  </property>
  <property fmtid="{D5CDD505-2E9C-101B-9397-08002B2CF9AE}" pid="12" name="xd_ProgID">
    <vt:lpwstr/>
  </property>
  <property fmtid="{D5CDD505-2E9C-101B-9397-08002B2CF9AE}" pid="13" name="_SourceUrl">
    <vt:lpwstr/>
  </property>
  <property fmtid="{D5CDD505-2E9C-101B-9397-08002B2CF9AE}" pid="14" name="_SharedFileIndex">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TriggerFlowInfo">
    <vt:lpwstr/>
  </property>
</Properties>
</file>