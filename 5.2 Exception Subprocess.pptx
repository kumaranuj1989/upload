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269" r:id="rId3"/>
    <p:sldId id="257" r:id="rId4"/>
    <p:sldId id="259" r:id="rId5"/>
    <p:sldId id="261" r:id="rId6"/>
    <p:sldId id="262" r:id="rId7"/>
    <p:sldId id="263" r:id="rId8"/>
    <p:sldId id="270" r:id="rId9"/>
    <p:sldId id="264" r:id="rId10"/>
    <p:sldId id="265" r:id="rId11"/>
    <p:sldId id="266" r:id="rId12"/>
    <p:sldId id="267" r:id="rId13"/>
    <p:sldId id="268" r:id="rId14"/>
    <p:sldId id="58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7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CA78B-7377-440C-9495-C73408925EF9}" type="datetimeFigureOut">
              <a:rPr lang="en-US" smtClean="0"/>
              <a:t>6/3/2021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B33E92-ADE6-4FE4-8DE6-2B9703BD4335}" type="slidenum">
              <a:rPr lang="en-US" smtClean="0"/>
              <a:t>‹#›</a:t>
            </a:fld>
            <a:endParaRPr lang="en-US" dirty="0"/>
          </a:p>
        </p:txBody>
      </p:sp>
    </p:spTree>
    <p:extLst>
      <p:ext uri="{BB962C8B-B14F-4D97-AF65-F5344CB8AC3E}">
        <p14:creationId xmlns:p14="http://schemas.microsoft.com/office/powerpoint/2010/main" val="3702673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3" name="Rectangle 7"/>
          <p:cNvSpPr txBox="1">
            <a:spLocks noGrp="1" noChangeArrowheads="1"/>
          </p:cNvSpPr>
          <p:nvPr/>
        </p:nvSpPr>
        <p:spPr bwMode="auto">
          <a:xfrm>
            <a:off x="370896" y="8891734"/>
            <a:ext cx="216406" cy="169277"/>
          </a:xfrm>
          <a:prstGeom prst="rect">
            <a:avLst/>
          </a:prstGeom>
          <a:noFill/>
          <a:ln w="9525">
            <a:noFill/>
            <a:miter lim="800000"/>
            <a:headEnd/>
            <a:tailEnd/>
          </a:ln>
        </p:spPr>
        <p:txBody>
          <a:bodyPr wrap="none" lIns="0" tIns="0" rIns="0" bIns="0" anchor="b">
            <a:spAutoFit/>
          </a:bodyPr>
          <a:lstStyle/>
          <a:p>
            <a:pPr defTabSz="606362"/>
            <a:fld id="{5846B39A-30BE-4295-A2C8-CD2E1E9535F7}" type="slidenum">
              <a:rPr lang="en-GB">
                <a:latin typeface="Calibri" pitchFamily="34" charset="0"/>
              </a:rPr>
              <a:pPr defTabSz="606362"/>
              <a:t>14</a:t>
            </a:fld>
            <a:endParaRPr lang="en-GB" dirty="0">
              <a:latin typeface="Calibri" pitchFamily="34" charset="0"/>
            </a:endParaRPr>
          </a:p>
        </p:txBody>
      </p:sp>
      <p:sp>
        <p:nvSpPr>
          <p:cNvPr id="847874" name="Rectangle 2"/>
          <p:cNvSpPr>
            <a:spLocks noGrp="1" noRot="1" noChangeAspect="1" noChangeArrowheads="1" noTextEdit="1"/>
          </p:cNvSpPr>
          <p:nvPr>
            <p:ph type="sldImg"/>
          </p:nvPr>
        </p:nvSpPr>
        <p:spPr bwMode="auto">
          <a:xfrm>
            <a:off x="-236538" y="366713"/>
            <a:ext cx="7315201" cy="4114800"/>
          </a:xfrm>
          <a:noFill/>
          <a:ln>
            <a:solidFill>
              <a:srgbClr val="000000"/>
            </a:solidFill>
            <a:miter lim="800000"/>
            <a:headEnd/>
            <a:tailEnd/>
          </a:ln>
        </p:spPr>
      </p:sp>
      <p:sp>
        <p:nvSpPr>
          <p:cNvPr id="847875" name="Rectangle 3"/>
          <p:cNvSpPr>
            <a:spLocks noGrp="1" noChangeArrowheads="1"/>
          </p:cNvSpPr>
          <p:nvPr>
            <p:ph type="body" idx="1"/>
          </p:nvPr>
        </p:nvSpPr>
        <p:spPr>
          <a:xfrm>
            <a:off x="360527" y="4576690"/>
            <a:ext cx="6120925" cy="169277"/>
          </a:xfrm>
          <a:noFill/>
          <a:ln/>
        </p:spPr>
        <p:txBody>
          <a:bodyPr/>
          <a:lstStyle/>
          <a:p>
            <a:pPr marL="218290" indent="-218290" eaLnBrk="1" hangingPunct="1">
              <a:spcBef>
                <a:spcPct val="0"/>
              </a:spcBef>
            </a:pPr>
            <a:endParaRPr lang="en-US" dirty="0">
              <a:latin typeface="Arial" charset="0"/>
            </a:endParaRPr>
          </a:p>
        </p:txBody>
      </p:sp>
    </p:spTree>
    <p:extLst>
      <p:ext uri="{BB962C8B-B14F-4D97-AF65-F5344CB8AC3E}">
        <p14:creationId xmlns:p14="http://schemas.microsoft.com/office/powerpoint/2010/main" val="748876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B6AF9-EB25-4D58-B2DB-C625422213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A3572D-87C8-49C5-8328-A2582CE86C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9131AE-94ED-49B0-BD3C-07A5C290A64C}"/>
              </a:ext>
            </a:extLst>
          </p:cNvPr>
          <p:cNvSpPr>
            <a:spLocks noGrp="1"/>
          </p:cNvSpPr>
          <p:nvPr>
            <p:ph type="dt" sz="half" idx="10"/>
          </p:nvPr>
        </p:nvSpPr>
        <p:spPr/>
        <p:txBody>
          <a:bodyPr/>
          <a:lstStyle/>
          <a:p>
            <a:fld id="{2293E8A1-F00F-441E-8633-51B9CDA4601F}" type="datetime1">
              <a:rPr lang="en-US" smtClean="0"/>
              <a:t>6/3/2021</a:t>
            </a:fld>
            <a:endParaRPr lang="en-US" dirty="0"/>
          </a:p>
        </p:txBody>
      </p:sp>
      <p:sp>
        <p:nvSpPr>
          <p:cNvPr id="5" name="Footer Placeholder 4">
            <a:extLst>
              <a:ext uri="{FF2B5EF4-FFF2-40B4-BE49-F238E27FC236}">
                <a16:creationId xmlns:a16="http://schemas.microsoft.com/office/drawing/2014/main" id="{5DA9E773-7A63-4E82-8FA1-A5C4921AE93C}"/>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6" name="Slide Number Placeholder 5">
            <a:extLst>
              <a:ext uri="{FF2B5EF4-FFF2-40B4-BE49-F238E27FC236}">
                <a16:creationId xmlns:a16="http://schemas.microsoft.com/office/drawing/2014/main" id="{0124F15D-1F91-4577-AAEC-0C9A255A2AFE}"/>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47408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6474-E4F9-42C1-99A0-6CF63FC4F8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EF89EF-397A-4BE0-B103-AC1B81F297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2F147D-6254-4B56-9C61-BA9D61AB38EB}"/>
              </a:ext>
            </a:extLst>
          </p:cNvPr>
          <p:cNvSpPr>
            <a:spLocks noGrp="1"/>
          </p:cNvSpPr>
          <p:nvPr>
            <p:ph type="dt" sz="half" idx="10"/>
          </p:nvPr>
        </p:nvSpPr>
        <p:spPr/>
        <p:txBody>
          <a:bodyPr/>
          <a:lstStyle/>
          <a:p>
            <a:fld id="{9C3875C6-79DC-4DF9-A14D-06125941CDCB}" type="datetime1">
              <a:rPr lang="en-US" smtClean="0"/>
              <a:t>6/3/2021</a:t>
            </a:fld>
            <a:endParaRPr lang="en-US" dirty="0"/>
          </a:p>
        </p:txBody>
      </p:sp>
      <p:sp>
        <p:nvSpPr>
          <p:cNvPr id="5" name="Footer Placeholder 4">
            <a:extLst>
              <a:ext uri="{FF2B5EF4-FFF2-40B4-BE49-F238E27FC236}">
                <a16:creationId xmlns:a16="http://schemas.microsoft.com/office/drawing/2014/main" id="{FF9A1A0B-88A6-4EA9-9990-D42FA992A97E}"/>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6" name="Slide Number Placeholder 5">
            <a:extLst>
              <a:ext uri="{FF2B5EF4-FFF2-40B4-BE49-F238E27FC236}">
                <a16:creationId xmlns:a16="http://schemas.microsoft.com/office/drawing/2014/main" id="{0340AEE0-CDCE-4811-9E34-FF89EB4F04AC}"/>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3749264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0D96-DB18-4409-87F7-ADBAA792D3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FD83EB-3BBC-4622-9D9D-DCF9FD0389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95ADE39-70AE-489B-AFF8-AD3B2CC5CB74}"/>
              </a:ext>
            </a:extLst>
          </p:cNvPr>
          <p:cNvSpPr>
            <a:spLocks noGrp="1"/>
          </p:cNvSpPr>
          <p:nvPr>
            <p:ph type="dt" sz="half" idx="10"/>
          </p:nvPr>
        </p:nvSpPr>
        <p:spPr/>
        <p:txBody>
          <a:bodyPr/>
          <a:lstStyle/>
          <a:p>
            <a:fld id="{9CD3E50C-7108-4391-BB5A-2DE1081AEFB7}" type="datetime1">
              <a:rPr lang="en-US" smtClean="0"/>
              <a:t>6/3/2021</a:t>
            </a:fld>
            <a:endParaRPr lang="en-US" dirty="0"/>
          </a:p>
        </p:txBody>
      </p:sp>
      <p:sp>
        <p:nvSpPr>
          <p:cNvPr id="5" name="Footer Placeholder 4">
            <a:extLst>
              <a:ext uri="{FF2B5EF4-FFF2-40B4-BE49-F238E27FC236}">
                <a16:creationId xmlns:a16="http://schemas.microsoft.com/office/drawing/2014/main" id="{E0ABD9E6-C33D-4BC5-B3E3-D0C4A64D88AA}"/>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6" name="Slide Number Placeholder 5">
            <a:extLst>
              <a:ext uri="{FF2B5EF4-FFF2-40B4-BE49-F238E27FC236}">
                <a16:creationId xmlns:a16="http://schemas.microsoft.com/office/drawing/2014/main" id="{A4023A1D-C7C1-4F73-A009-72B41B17BE4B}"/>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2781005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7A4FA-4E79-466C-A6C7-2C6F9D5920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F1BEF8-3327-431A-BAB7-13039ABDFEB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5C9039-D72B-4BE8-8182-5C6C257506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A43275-C7B4-4549-9B99-2A8D29C409C4}"/>
              </a:ext>
            </a:extLst>
          </p:cNvPr>
          <p:cNvSpPr>
            <a:spLocks noGrp="1"/>
          </p:cNvSpPr>
          <p:nvPr>
            <p:ph type="dt" sz="half" idx="10"/>
          </p:nvPr>
        </p:nvSpPr>
        <p:spPr/>
        <p:txBody>
          <a:bodyPr/>
          <a:lstStyle/>
          <a:p>
            <a:fld id="{DD61DD9C-CE92-4BD0-9F6D-1FF1780DC2C5}" type="datetime1">
              <a:rPr lang="en-US" smtClean="0"/>
              <a:t>6/3/2021</a:t>
            </a:fld>
            <a:endParaRPr lang="en-US" dirty="0"/>
          </a:p>
        </p:txBody>
      </p:sp>
      <p:sp>
        <p:nvSpPr>
          <p:cNvPr id="6" name="Footer Placeholder 5">
            <a:extLst>
              <a:ext uri="{FF2B5EF4-FFF2-40B4-BE49-F238E27FC236}">
                <a16:creationId xmlns:a16="http://schemas.microsoft.com/office/drawing/2014/main" id="{8BE884FE-FA0D-444F-B71D-46F7BDB830EA}"/>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7" name="Slide Number Placeholder 6">
            <a:extLst>
              <a:ext uri="{FF2B5EF4-FFF2-40B4-BE49-F238E27FC236}">
                <a16:creationId xmlns:a16="http://schemas.microsoft.com/office/drawing/2014/main" id="{7D99FF22-51C1-4F36-9205-553C598AE762}"/>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822895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FF49-D879-40C2-B09C-A777FBB030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C6500A-037A-4130-AB35-B279C0981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5954A6D-4D07-4B70-9728-05A1085B171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86911A-3FC1-48FC-B641-E2A53BCF9A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E6F2BE-AA67-49B6-B03C-1876EA93F3E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BB4F96-42C2-4932-8872-E4BA3DED15A9}"/>
              </a:ext>
            </a:extLst>
          </p:cNvPr>
          <p:cNvSpPr>
            <a:spLocks noGrp="1"/>
          </p:cNvSpPr>
          <p:nvPr>
            <p:ph type="dt" sz="half" idx="10"/>
          </p:nvPr>
        </p:nvSpPr>
        <p:spPr/>
        <p:txBody>
          <a:bodyPr/>
          <a:lstStyle/>
          <a:p>
            <a:fld id="{9B5F179B-34A2-402E-9DE0-7BF1A6D06A8F}" type="datetime1">
              <a:rPr lang="en-US" smtClean="0"/>
              <a:t>6/3/2021</a:t>
            </a:fld>
            <a:endParaRPr lang="en-US" dirty="0"/>
          </a:p>
        </p:txBody>
      </p:sp>
      <p:sp>
        <p:nvSpPr>
          <p:cNvPr id="8" name="Footer Placeholder 7">
            <a:extLst>
              <a:ext uri="{FF2B5EF4-FFF2-40B4-BE49-F238E27FC236}">
                <a16:creationId xmlns:a16="http://schemas.microsoft.com/office/drawing/2014/main" id="{7E4C2E0A-E6B7-4A52-AD56-98A7C098F6C9}"/>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9" name="Slide Number Placeholder 8">
            <a:extLst>
              <a:ext uri="{FF2B5EF4-FFF2-40B4-BE49-F238E27FC236}">
                <a16:creationId xmlns:a16="http://schemas.microsoft.com/office/drawing/2014/main" id="{549F68FE-0325-4E38-9C7F-BFA0E35FAB87}"/>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2802151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49F7-B9D7-4014-8A6E-9BEAD9E052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FC0B2D-EBE5-4154-9FE7-8A22240FD681}"/>
              </a:ext>
            </a:extLst>
          </p:cNvPr>
          <p:cNvSpPr>
            <a:spLocks noGrp="1"/>
          </p:cNvSpPr>
          <p:nvPr>
            <p:ph type="dt" sz="half" idx="10"/>
          </p:nvPr>
        </p:nvSpPr>
        <p:spPr/>
        <p:txBody>
          <a:bodyPr/>
          <a:lstStyle/>
          <a:p>
            <a:fld id="{8BEE1192-041B-4E8D-97B8-2B020F3A2C06}" type="datetime1">
              <a:rPr lang="en-US" smtClean="0"/>
              <a:t>6/3/2021</a:t>
            </a:fld>
            <a:endParaRPr lang="en-US" dirty="0"/>
          </a:p>
        </p:txBody>
      </p:sp>
      <p:sp>
        <p:nvSpPr>
          <p:cNvPr id="4" name="Footer Placeholder 3">
            <a:extLst>
              <a:ext uri="{FF2B5EF4-FFF2-40B4-BE49-F238E27FC236}">
                <a16:creationId xmlns:a16="http://schemas.microsoft.com/office/drawing/2014/main" id="{95B401FB-9F1E-4754-97F8-1E84A8DBDEED}"/>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5" name="Slide Number Placeholder 4">
            <a:extLst>
              <a:ext uri="{FF2B5EF4-FFF2-40B4-BE49-F238E27FC236}">
                <a16:creationId xmlns:a16="http://schemas.microsoft.com/office/drawing/2014/main" id="{CE7BF08D-A2DA-4407-865A-D4695F143607}"/>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4040823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02E429-9DCC-4ED7-9CE4-4805437FB964}"/>
              </a:ext>
            </a:extLst>
          </p:cNvPr>
          <p:cNvSpPr>
            <a:spLocks noGrp="1"/>
          </p:cNvSpPr>
          <p:nvPr>
            <p:ph type="dt" sz="half" idx="10"/>
          </p:nvPr>
        </p:nvSpPr>
        <p:spPr/>
        <p:txBody>
          <a:bodyPr/>
          <a:lstStyle/>
          <a:p>
            <a:fld id="{03ACC89B-0EBF-48DC-A3E1-D0706F667870}" type="datetime1">
              <a:rPr lang="en-US" smtClean="0"/>
              <a:t>6/3/2021</a:t>
            </a:fld>
            <a:endParaRPr lang="en-US" dirty="0"/>
          </a:p>
        </p:txBody>
      </p:sp>
      <p:sp>
        <p:nvSpPr>
          <p:cNvPr id="4" name="Slide Number Placeholder 3">
            <a:extLst>
              <a:ext uri="{FF2B5EF4-FFF2-40B4-BE49-F238E27FC236}">
                <a16:creationId xmlns:a16="http://schemas.microsoft.com/office/drawing/2014/main" id="{DEF1CABE-42BE-4A80-9A77-42B310BD195E}"/>
              </a:ext>
            </a:extLst>
          </p:cNvPr>
          <p:cNvSpPr>
            <a:spLocks noGrp="1"/>
          </p:cNvSpPr>
          <p:nvPr>
            <p:ph type="sldNum" sz="quarter" idx="12"/>
          </p:nvPr>
        </p:nvSpPr>
        <p:spPr>
          <a:xfrm>
            <a:off x="-2013155" y="6394463"/>
            <a:ext cx="2743200" cy="365125"/>
          </a:xfrm>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3442316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0E19-5B90-4042-9550-BD4F5829D3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2317A9-42FD-46FA-B81A-EB5424B5B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171A3B-1C21-4DA4-AFF2-29FF4F024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9F88497-A8C1-4C9D-B009-DBE624440511}"/>
              </a:ext>
            </a:extLst>
          </p:cNvPr>
          <p:cNvSpPr>
            <a:spLocks noGrp="1"/>
          </p:cNvSpPr>
          <p:nvPr>
            <p:ph type="dt" sz="half" idx="10"/>
          </p:nvPr>
        </p:nvSpPr>
        <p:spPr/>
        <p:txBody>
          <a:bodyPr/>
          <a:lstStyle/>
          <a:p>
            <a:fld id="{B10B4F69-E61F-42F8-B46F-7B0713FF700B}" type="datetime1">
              <a:rPr lang="en-US" smtClean="0"/>
              <a:t>6/3/2021</a:t>
            </a:fld>
            <a:endParaRPr lang="en-US" dirty="0"/>
          </a:p>
        </p:txBody>
      </p:sp>
      <p:sp>
        <p:nvSpPr>
          <p:cNvPr id="6" name="Footer Placeholder 5">
            <a:extLst>
              <a:ext uri="{FF2B5EF4-FFF2-40B4-BE49-F238E27FC236}">
                <a16:creationId xmlns:a16="http://schemas.microsoft.com/office/drawing/2014/main" id="{CD4F0F68-1AE2-4184-A598-A68D69756C1F}"/>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7" name="Slide Number Placeholder 6">
            <a:extLst>
              <a:ext uri="{FF2B5EF4-FFF2-40B4-BE49-F238E27FC236}">
                <a16:creationId xmlns:a16="http://schemas.microsoft.com/office/drawing/2014/main" id="{0C2E1662-BBCB-4E3A-A39A-531487FB77E4}"/>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2671662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646F2-EA7A-4469-82C4-7A45FCF574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CD5703-42E0-492E-984E-89F5A91043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2E7313F-31DC-445B-A951-477D5EEAB5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CCB71CB-359D-4872-BEB3-AF119F8D862C}"/>
              </a:ext>
            </a:extLst>
          </p:cNvPr>
          <p:cNvSpPr>
            <a:spLocks noGrp="1"/>
          </p:cNvSpPr>
          <p:nvPr>
            <p:ph type="dt" sz="half" idx="10"/>
          </p:nvPr>
        </p:nvSpPr>
        <p:spPr/>
        <p:txBody>
          <a:bodyPr/>
          <a:lstStyle/>
          <a:p>
            <a:fld id="{283E479E-8E85-41D2-8086-6A43A6AEC847}" type="datetime1">
              <a:rPr lang="en-US" smtClean="0"/>
              <a:t>6/3/2021</a:t>
            </a:fld>
            <a:endParaRPr lang="en-US" dirty="0"/>
          </a:p>
        </p:txBody>
      </p:sp>
      <p:sp>
        <p:nvSpPr>
          <p:cNvPr id="6" name="Footer Placeholder 5">
            <a:extLst>
              <a:ext uri="{FF2B5EF4-FFF2-40B4-BE49-F238E27FC236}">
                <a16:creationId xmlns:a16="http://schemas.microsoft.com/office/drawing/2014/main" id="{B0D79CCB-4CB2-4280-BCC6-11665DD85FBF}"/>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7" name="Slide Number Placeholder 6">
            <a:extLst>
              <a:ext uri="{FF2B5EF4-FFF2-40B4-BE49-F238E27FC236}">
                <a16:creationId xmlns:a16="http://schemas.microsoft.com/office/drawing/2014/main" id="{66683D0B-ED23-481E-AB7B-0E6697F70A16}"/>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2079140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831D-563F-47AB-A604-9395B46730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9287F9-80AB-4B9A-8F9E-A0675871184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20C6A-C9C3-4571-9A5A-2947B829AF31}"/>
              </a:ext>
            </a:extLst>
          </p:cNvPr>
          <p:cNvSpPr>
            <a:spLocks noGrp="1"/>
          </p:cNvSpPr>
          <p:nvPr>
            <p:ph type="dt" sz="half" idx="10"/>
          </p:nvPr>
        </p:nvSpPr>
        <p:spPr/>
        <p:txBody>
          <a:bodyPr/>
          <a:lstStyle/>
          <a:p>
            <a:fld id="{1E4C2A77-ABBC-4DBB-9522-A8D595002844}" type="datetime1">
              <a:rPr lang="en-US" smtClean="0"/>
              <a:t>6/3/2021</a:t>
            </a:fld>
            <a:endParaRPr lang="en-US" dirty="0"/>
          </a:p>
        </p:txBody>
      </p:sp>
      <p:sp>
        <p:nvSpPr>
          <p:cNvPr id="5" name="Footer Placeholder 4">
            <a:extLst>
              <a:ext uri="{FF2B5EF4-FFF2-40B4-BE49-F238E27FC236}">
                <a16:creationId xmlns:a16="http://schemas.microsoft.com/office/drawing/2014/main" id="{150E434E-4BBB-48FB-A669-9CC29D7704EA}"/>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6" name="Slide Number Placeholder 5">
            <a:extLst>
              <a:ext uri="{FF2B5EF4-FFF2-40B4-BE49-F238E27FC236}">
                <a16:creationId xmlns:a16="http://schemas.microsoft.com/office/drawing/2014/main" id="{1C6ABBE2-C5E1-40E8-B002-D0F400BEA93B}"/>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4053053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EF49-D540-4E04-B918-37FF0F7146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1C1203-C2B6-4E25-A137-888AFDD89C6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BF8A7C-8534-44D9-8FA8-E55D5C61ED6C}"/>
              </a:ext>
            </a:extLst>
          </p:cNvPr>
          <p:cNvSpPr>
            <a:spLocks noGrp="1"/>
          </p:cNvSpPr>
          <p:nvPr>
            <p:ph type="dt" sz="half" idx="10"/>
          </p:nvPr>
        </p:nvSpPr>
        <p:spPr/>
        <p:txBody>
          <a:bodyPr/>
          <a:lstStyle/>
          <a:p>
            <a:fld id="{BF4DD332-DDFF-41B5-9CE7-82CF02265A11}" type="datetime1">
              <a:rPr lang="en-US" smtClean="0"/>
              <a:t>6/3/2021</a:t>
            </a:fld>
            <a:endParaRPr lang="en-US" dirty="0"/>
          </a:p>
        </p:txBody>
      </p:sp>
      <p:sp>
        <p:nvSpPr>
          <p:cNvPr id="5" name="Footer Placeholder 4">
            <a:extLst>
              <a:ext uri="{FF2B5EF4-FFF2-40B4-BE49-F238E27FC236}">
                <a16:creationId xmlns:a16="http://schemas.microsoft.com/office/drawing/2014/main" id="{54292436-4DDA-479C-8529-6A98A413F382}"/>
              </a:ext>
            </a:extLst>
          </p:cNvPr>
          <p:cNvSpPr>
            <a:spLocks noGrp="1"/>
          </p:cNvSpPr>
          <p:nvPr>
            <p:ph type="ftr" sz="quarter" idx="11"/>
          </p:nvPr>
        </p:nvSpPr>
        <p:spPr>
          <a:xfrm>
            <a:off x="7551174" y="4939290"/>
            <a:ext cx="4114800" cy="365125"/>
          </a:xfrm>
          <a:prstGeom prst="rect">
            <a:avLst/>
          </a:prstGeom>
        </p:spPr>
        <p:txBody>
          <a:bodyPr/>
          <a:lstStyle/>
          <a:p>
            <a:r>
              <a:rPr lang="en-US" dirty="0"/>
              <a:t>Copyright @ 2013 Deloitte LLC. All rights reserved</a:t>
            </a:r>
          </a:p>
        </p:txBody>
      </p:sp>
      <p:sp>
        <p:nvSpPr>
          <p:cNvPr id="6" name="Slide Number Placeholder 5">
            <a:extLst>
              <a:ext uri="{FF2B5EF4-FFF2-40B4-BE49-F238E27FC236}">
                <a16:creationId xmlns:a16="http://schemas.microsoft.com/office/drawing/2014/main" id="{8571A085-0F85-489A-B8A7-D7976E637DF8}"/>
              </a:ext>
            </a:extLst>
          </p:cNvPr>
          <p:cNvSpPr>
            <a:spLocks noGrp="1"/>
          </p:cNvSpPr>
          <p:nvPr>
            <p:ph type="sldNum" sz="quarter" idx="12"/>
          </p:nvPr>
        </p:nvSpPr>
        <p:spPr/>
        <p:txBody>
          <a:bodyPr/>
          <a:lstStyle/>
          <a:p>
            <a:fld id="{04209834-1D31-4624-91EC-CD9531BDDA7C}" type="slidenum">
              <a:rPr lang="en-US" smtClean="0"/>
              <a:t>‹#›</a:t>
            </a:fld>
            <a:endParaRPr lang="en-US" dirty="0"/>
          </a:p>
        </p:txBody>
      </p:sp>
    </p:spTree>
    <p:extLst>
      <p:ext uri="{BB962C8B-B14F-4D97-AF65-F5344CB8AC3E}">
        <p14:creationId xmlns:p14="http://schemas.microsoft.com/office/powerpoint/2010/main" val="1158826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3793068" y="3032126"/>
            <a:ext cx="4601633"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536448" y="5458968"/>
            <a:ext cx="658368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extLst>
      <p:ext uri="{BB962C8B-B14F-4D97-AF65-F5344CB8AC3E}">
        <p14:creationId xmlns:p14="http://schemas.microsoft.com/office/powerpoint/2010/main" val="1303436559"/>
      </p:ext>
    </p:extLst>
  </p:cSld>
  <p:clrMapOvr>
    <a:masterClrMapping/>
  </p:clrMapOvr>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55722D-67F1-4825-AB5A-C5D879596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61047C-8CEC-4127-B184-BC77B220B1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93981-45EA-4C86-916F-CD70073C14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0DC007-E6BD-499A-8684-2F6A6B09DF88}" type="datetime1">
              <a:rPr lang="en-US" smtClean="0"/>
              <a:t>6/3/2021</a:t>
            </a:fld>
            <a:endParaRPr lang="en-US" dirty="0"/>
          </a:p>
        </p:txBody>
      </p:sp>
      <p:sp>
        <p:nvSpPr>
          <p:cNvPr id="6" name="Slide Number Placeholder 5">
            <a:extLst>
              <a:ext uri="{FF2B5EF4-FFF2-40B4-BE49-F238E27FC236}">
                <a16:creationId xmlns:a16="http://schemas.microsoft.com/office/drawing/2014/main" id="{536C25AC-90F5-438A-BF2E-602CF9F8C4D2}"/>
              </a:ext>
            </a:extLst>
          </p:cNvPr>
          <p:cNvSpPr>
            <a:spLocks noGrp="1"/>
          </p:cNvSpPr>
          <p:nvPr>
            <p:ph type="sldNum" sz="quarter" idx="4"/>
          </p:nvPr>
        </p:nvSpPr>
        <p:spPr>
          <a:xfrm>
            <a:off x="-19050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209834-1D31-4624-91EC-CD9531BDDA7C}" type="slidenum">
              <a:rPr lang="en-US" smtClean="0"/>
              <a:t>‹#›</a:t>
            </a:fld>
            <a:endParaRPr lang="en-US" dirty="0"/>
          </a:p>
        </p:txBody>
      </p:sp>
      <p:sp>
        <p:nvSpPr>
          <p:cNvPr id="8" name="Copyright">
            <a:extLst>
              <a:ext uri="{FF2B5EF4-FFF2-40B4-BE49-F238E27FC236}">
                <a16:creationId xmlns:a16="http://schemas.microsoft.com/office/drawing/2014/main" id="{FDE82101-C798-4B7A-9ED3-701CFB842016}"/>
              </a:ext>
            </a:extLst>
          </p:cNvPr>
          <p:cNvSpPr txBox="1"/>
          <p:nvPr userDrawn="1"/>
        </p:nvSpPr>
        <p:spPr>
          <a:xfrm>
            <a:off x="9157246" y="6538912"/>
            <a:ext cx="5355167" cy="100027"/>
          </a:xfrm>
          <a:prstGeom prst="rect">
            <a:avLst/>
          </a:prstGeom>
          <a:noFill/>
        </p:spPr>
        <p:txBody>
          <a:bodyPr vert="horz" wrap="square" lIns="0" tIns="0" rIns="0" bIns="0" rtlCol="0" anchor="t">
            <a:noAutofit/>
          </a:bodyPr>
          <a:lstStyle/>
          <a:p>
            <a:pPr marL="0" indent="0" algn="l" defTabSz="914400" rtl="0" eaLnBrk="1" latinLnBrk="0" hangingPunct="1">
              <a:buNone/>
            </a:pPr>
            <a:r>
              <a:rPr lang="en-US" sz="800" b="0" dirty="0">
                <a:solidFill>
                  <a:schemeClr val="tx1"/>
                </a:solidFill>
                <a:latin typeface="+mn-lt"/>
              </a:rPr>
              <a:t>Copyright © 2019 Deloitte Development LLC. All rights reserved</a:t>
            </a:r>
            <a:r>
              <a:rPr lang="en-US" sz="650" b="0" dirty="0">
                <a:solidFill>
                  <a:schemeClr val="tx1"/>
                </a:solidFill>
                <a:latin typeface="+mn-lt"/>
              </a:rPr>
              <a:t>.</a:t>
            </a:r>
          </a:p>
        </p:txBody>
      </p:sp>
    </p:spTree>
    <p:extLst>
      <p:ext uri="{BB962C8B-B14F-4D97-AF65-F5344CB8AC3E}">
        <p14:creationId xmlns:p14="http://schemas.microsoft.com/office/powerpoint/2010/main" val="318377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www.deloitte.com/about"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hyperlink" Target="http://www.deloitte.com/us/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CA9331-7BE9-4100-B505-EFB6BC6DDDF3}"/>
              </a:ext>
            </a:extLst>
          </p:cNvPr>
          <p:cNvSpPr/>
          <p:nvPr/>
        </p:nvSpPr>
        <p:spPr>
          <a:xfrm>
            <a:off x="1502517" y="3532919"/>
            <a:ext cx="6275020" cy="718851"/>
          </a:xfrm>
          <a:prstGeom prst="rect">
            <a:avLst/>
          </a:prstGeom>
        </p:spPr>
        <p:txBody>
          <a:bodyPr wrap="square" lIns="0" tIns="0" rIns="0" bIns="0" anchor="b" anchorCtr="0">
            <a:spAutoFit/>
          </a:bodyPr>
          <a:lstStyle/>
          <a:p>
            <a:pPr fontAlgn="base">
              <a:lnSpc>
                <a:spcPts val="2600"/>
              </a:lnSpc>
              <a:spcBef>
                <a:spcPct val="0"/>
              </a:spcBef>
              <a:spcAft>
                <a:spcPct val="0"/>
              </a:spcAft>
            </a:pPr>
            <a:r>
              <a:rPr lang="en-US" sz="2800" b="1" dirty="0">
                <a:solidFill>
                  <a:srgbClr val="002060"/>
                </a:solidFill>
                <a:latin typeface="Arial" panose="020B0604020202020204" pitchFamily="34" charset="0"/>
                <a:ea typeface="+mj-ea"/>
                <a:cs typeface="Arial" panose="020B0604020202020204" pitchFamily="34" charset="0"/>
              </a:rPr>
              <a:t>Exception Subprocess in SAP CPI</a:t>
            </a:r>
          </a:p>
          <a:p>
            <a:pPr fontAlgn="base">
              <a:lnSpc>
                <a:spcPts val="2600"/>
              </a:lnSpc>
              <a:spcBef>
                <a:spcPts val="600"/>
              </a:spcBef>
              <a:spcAft>
                <a:spcPct val="0"/>
              </a:spcAft>
            </a:pPr>
            <a:r>
              <a:rPr lang="en-US" sz="2000" b="1">
                <a:solidFill>
                  <a:srgbClr val="002060"/>
                </a:solidFill>
                <a:latin typeface="Arial" panose="020B0604020202020204" pitchFamily="34" charset="0"/>
                <a:ea typeface="+mj-ea"/>
                <a:cs typeface="Arial" panose="020B0604020202020204" pitchFamily="34" charset="0"/>
              </a:rPr>
              <a:t>June </a:t>
            </a:r>
            <a:r>
              <a:rPr lang="en-US" sz="2000" b="1" dirty="0">
                <a:solidFill>
                  <a:srgbClr val="002060"/>
                </a:solidFill>
                <a:latin typeface="Arial" panose="020B0604020202020204" pitchFamily="34" charset="0"/>
                <a:ea typeface="+mj-ea"/>
                <a:cs typeface="Arial" panose="020B0604020202020204" pitchFamily="34" charset="0"/>
              </a:rPr>
              <a:t>2021</a:t>
            </a:r>
          </a:p>
        </p:txBody>
      </p:sp>
      <p:sp>
        <p:nvSpPr>
          <p:cNvPr id="4" name="Slide Number Placeholder 3">
            <a:extLst>
              <a:ext uri="{FF2B5EF4-FFF2-40B4-BE49-F238E27FC236}">
                <a16:creationId xmlns:a16="http://schemas.microsoft.com/office/drawing/2014/main" id="{7A6A9BCA-6F62-4BE1-9F44-22D9FD9D3A86}"/>
              </a:ext>
            </a:extLst>
          </p:cNvPr>
          <p:cNvSpPr>
            <a:spLocks noGrp="1"/>
          </p:cNvSpPr>
          <p:nvPr>
            <p:ph type="sldNum" sz="quarter" idx="12"/>
          </p:nvPr>
        </p:nvSpPr>
        <p:spPr/>
        <p:txBody>
          <a:bodyPr/>
          <a:lstStyle/>
          <a:p>
            <a:fld id="{04209834-1D31-4624-91EC-CD9531BDDA7C}" type="slidenum">
              <a:rPr lang="en-US" smtClean="0"/>
              <a:t>1</a:t>
            </a:fld>
            <a:endParaRPr lang="en-US" dirty="0"/>
          </a:p>
        </p:txBody>
      </p:sp>
      <p:pic>
        <p:nvPicPr>
          <p:cNvPr id="6" name="DeloitteW">
            <a:extLst>
              <a:ext uri="{FF2B5EF4-FFF2-40B4-BE49-F238E27FC236}">
                <a16:creationId xmlns:a16="http://schemas.microsoft.com/office/drawing/2014/main" id="{6B6C0E0B-C667-461C-9025-750EFD6B2E2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19176" y="239791"/>
            <a:ext cx="2472813" cy="528894"/>
          </a:xfrm>
          <a:prstGeom prst="rect">
            <a:avLst/>
          </a:prstGeom>
        </p:spPr>
      </p:pic>
    </p:spTree>
    <p:extLst>
      <p:ext uri="{BB962C8B-B14F-4D97-AF65-F5344CB8AC3E}">
        <p14:creationId xmlns:p14="http://schemas.microsoft.com/office/powerpoint/2010/main" val="2015609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2B3C39-7417-4714-9795-75889DF1CBCF}"/>
              </a:ext>
            </a:extLst>
          </p:cNvPr>
          <p:cNvSpPr>
            <a:spLocks noGrp="1"/>
          </p:cNvSpPr>
          <p:nvPr>
            <p:ph type="sldNum" sz="quarter" idx="12"/>
          </p:nvPr>
        </p:nvSpPr>
        <p:spPr/>
        <p:txBody>
          <a:bodyPr/>
          <a:lstStyle/>
          <a:p>
            <a:fld id="{04209834-1D31-4624-91EC-CD9531BDDA7C}" type="slidenum">
              <a:rPr lang="en-US" smtClean="0"/>
              <a:t>2</a:t>
            </a:fld>
            <a:endParaRPr lang="en-US" dirty="0"/>
          </a:p>
        </p:txBody>
      </p:sp>
      <p:sp>
        <p:nvSpPr>
          <p:cNvPr id="4" name="Rectangle 3">
            <a:extLst>
              <a:ext uri="{FF2B5EF4-FFF2-40B4-BE49-F238E27FC236}">
                <a16:creationId xmlns:a16="http://schemas.microsoft.com/office/drawing/2014/main" id="{29247252-69A6-42E0-B926-499FB53CD608}"/>
              </a:ext>
            </a:extLst>
          </p:cNvPr>
          <p:cNvSpPr/>
          <p:nvPr/>
        </p:nvSpPr>
        <p:spPr>
          <a:xfrm>
            <a:off x="990600" y="1041634"/>
            <a:ext cx="10363200" cy="2075696"/>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solidFill>
                  <a:srgbClr val="002060"/>
                </a:solidFill>
                <a:latin typeface="Calibri" panose="020F0502020204030204" pitchFamily="34" charset="0"/>
                <a:cs typeface="Times New Roman" panose="02020603050405020304" pitchFamily="18" charset="0"/>
              </a:rPr>
              <a:t>During the execution of a message in Integration Flow, if any error occurs at runtime an exception raises and the normal execution of the flow disrupts.</a:t>
            </a:r>
          </a:p>
          <a:p>
            <a:pPr marL="285750" indent="-285750">
              <a:lnSpc>
                <a:spcPct val="107000"/>
              </a:lnSpc>
              <a:spcAft>
                <a:spcPts val="800"/>
              </a:spcAft>
              <a:buFont typeface="Arial" panose="020B0604020202020204" pitchFamily="34" charset="0"/>
              <a:buChar char="•"/>
            </a:pPr>
            <a:r>
              <a:rPr lang="en-US" dirty="0">
                <a:solidFill>
                  <a:srgbClr val="002060"/>
                </a:solidFill>
                <a:latin typeface="Calibri" panose="020F0502020204030204" pitchFamily="34" charset="0"/>
                <a:cs typeface="Times New Roman" panose="02020603050405020304" pitchFamily="18" charset="0"/>
              </a:rPr>
              <a:t>The object </a:t>
            </a:r>
            <a:r>
              <a:rPr lang="en-US" b="1" dirty="0">
                <a:solidFill>
                  <a:srgbClr val="002060"/>
                </a:solidFill>
                <a:latin typeface="Calibri" panose="020F0502020204030204" pitchFamily="34" charset="0"/>
                <a:cs typeface="Times New Roman" panose="02020603050405020304" pitchFamily="18" charset="0"/>
              </a:rPr>
              <a:t>exception</a:t>
            </a:r>
            <a:r>
              <a:rPr lang="en-US" dirty="0">
                <a:solidFill>
                  <a:srgbClr val="002060"/>
                </a:solidFill>
                <a:latin typeface="Calibri" panose="020F0502020204030204" pitchFamily="34" charset="0"/>
                <a:cs typeface="Times New Roman" panose="02020603050405020304" pitchFamily="18" charset="0"/>
              </a:rPr>
              <a:t>, contains information about the error, including its type and the state of the program when the error occurred.</a:t>
            </a:r>
          </a:p>
          <a:p>
            <a:pPr marL="285750" indent="-285750">
              <a:lnSpc>
                <a:spcPct val="107000"/>
              </a:lnSpc>
              <a:spcAft>
                <a:spcPts val="800"/>
              </a:spcAft>
              <a:buFont typeface="Arial" panose="020B0604020202020204" pitchFamily="34" charset="0"/>
              <a:buChar char="•"/>
            </a:pPr>
            <a:r>
              <a:rPr lang="en-US" dirty="0">
                <a:solidFill>
                  <a:srgbClr val="002060"/>
                </a:solidFill>
                <a:latin typeface="Calibri" panose="020F0502020204030204" pitchFamily="34" charset="0"/>
                <a:cs typeface="Times New Roman" panose="02020603050405020304" pitchFamily="18" charset="0"/>
              </a:rPr>
              <a:t>This exception can be raise at any point of time in message flow like during sender/receiver system connectivity or message transformation or a condition failure at runtime.</a:t>
            </a:r>
          </a:p>
        </p:txBody>
      </p:sp>
      <p:sp>
        <p:nvSpPr>
          <p:cNvPr id="5" name="Rectangle 4">
            <a:extLst>
              <a:ext uri="{FF2B5EF4-FFF2-40B4-BE49-F238E27FC236}">
                <a16:creationId xmlns:a16="http://schemas.microsoft.com/office/drawing/2014/main" id="{5B9A53D8-9C44-4F96-82A1-DE23CC119426}"/>
              </a:ext>
            </a:extLst>
          </p:cNvPr>
          <p:cNvSpPr/>
          <p:nvPr/>
        </p:nvSpPr>
        <p:spPr>
          <a:xfrm>
            <a:off x="913306" y="432319"/>
            <a:ext cx="17073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eaLnBrk="0" fontAlgn="base" hangingPunct="0">
              <a:spcBef>
                <a:spcPct val="0"/>
              </a:spcBef>
              <a:spcAft>
                <a:spcPct val="0"/>
              </a:spcAft>
            </a:pPr>
            <a:r>
              <a:rPr lang="en-US" sz="2400" b="1" dirty="0">
                <a:solidFill>
                  <a:srgbClr val="002060"/>
                </a:solidFill>
                <a:latin typeface="Arial" panose="020B0604020202020204" pitchFamily="34" charset="0"/>
                <a:ea typeface="+mj-ea"/>
                <a:cs typeface="Arial" panose="020B0604020202020204" pitchFamily="34" charset="0"/>
              </a:rPr>
              <a:t>Exception</a:t>
            </a:r>
            <a:r>
              <a:rPr lang="en-US" sz="2400" b="1" dirty="0">
                <a:solidFill>
                  <a:srgbClr val="002060"/>
                </a:solidFill>
                <a:latin typeface="+mj-lt"/>
                <a:ea typeface="+mj-ea"/>
                <a:cs typeface="+mj-cs"/>
              </a:rPr>
              <a:t>:</a:t>
            </a:r>
          </a:p>
        </p:txBody>
      </p:sp>
      <p:pic>
        <p:nvPicPr>
          <p:cNvPr id="6" name="Picture 5">
            <a:extLst>
              <a:ext uri="{FF2B5EF4-FFF2-40B4-BE49-F238E27FC236}">
                <a16:creationId xmlns:a16="http://schemas.microsoft.com/office/drawing/2014/main" id="{0F86C695-DD2C-4CC4-9F76-77D01E3DA586}"/>
              </a:ext>
            </a:extLst>
          </p:cNvPr>
          <p:cNvPicPr/>
          <p:nvPr/>
        </p:nvPicPr>
        <p:blipFill>
          <a:blip r:embed="rId2"/>
          <a:stretch>
            <a:fillRect/>
          </a:stretch>
        </p:blipFill>
        <p:spPr>
          <a:xfrm>
            <a:off x="1772239" y="3761296"/>
            <a:ext cx="8220173" cy="1425990"/>
          </a:xfrm>
          <a:prstGeom prst="rect">
            <a:avLst/>
          </a:prstGeom>
        </p:spPr>
      </p:pic>
    </p:spTree>
    <p:extLst>
      <p:ext uri="{BB962C8B-B14F-4D97-AF65-F5344CB8AC3E}">
        <p14:creationId xmlns:p14="http://schemas.microsoft.com/office/powerpoint/2010/main" val="2141860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038C168-B62F-4B55-8D8B-02B9B19A94B5}"/>
              </a:ext>
            </a:extLst>
          </p:cNvPr>
          <p:cNvSpPr/>
          <p:nvPr/>
        </p:nvSpPr>
        <p:spPr>
          <a:xfrm>
            <a:off x="913306" y="479453"/>
            <a:ext cx="25557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eaLnBrk="0" fontAlgn="base" hangingPunct="0">
              <a:spcBef>
                <a:spcPct val="0"/>
              </a:spcBef>
              <a:spcAft>
                <a:spcPct val="0"/>
              </a:spcAft>
            </a:pPr>
            <a:r>
              <a:rPr lang="en-US" sz="2400" b="1" dirty="0">
                <a:solidFill>
                  <a:srgbClr val="002060"/>
                </a:solidFill>
                <a:latin typeface="Arial" panose="020B0604020202020204" pitchFamily="34" charset="0"/>
                <a:ea typeface="+mj-ea"/>
                <a:cs typeface="Arial" panose="020B0604020202020204" pitchFamily="34" charset="0"/>
              </a:rPr>
              <a:t>Integration Flow</a:t>
            </a:r>
          </a:p>
        </p:txBody>
      </p:sp>
      <p:sp>
        <p:nvSpPr>
          <p:cNvPr id="2" name="Rectangle 1">
            <a:extLst>
              <a:ext uri="{FF2B5EF4-FFF2-40B4-BE49-F238E27FC236}">
                <a16:creationId xmlns:a16="http://schemas.microsoft.com/office/drawing/2014/main" id="{332A9F28-0C6E-40B7-89DA-6067ADABC2D2}"/>
              </a:ext>
            </a:extLst>
          </p:cNvPr>
          <p:cNvSpPr/>
          <p:nvPr/>
        </p:nvSpPr>
        <p:spPr>
          <a:xfrm>
            <a:off x="980387" y="988252"/>
            <a:ext cx="10686853" cy="923330"/>
          </a:xfrm>
          <a:prstGeom prst="rect">
            <a:avLst/>
          </a:prstGeom>
        </p:spPr>
        <p:txBody>
          <a:bodyPr wrap="square">
            <a:spAutoFit/>
          </a:bodyPr>
          <a:lstStyle/>
          <a:p>
            <a:pPr>
              <a:spcBef>
                <a:spcPct val="0"/>
              </a:spcBef>
            </a:pPr>
            <a:r>
              <a:rPr lang="en-US" dirty="0">
                <a:solidFill>
                  <a:srgbClr val="002060"/>
                </a:solidFill>
                <a:latin typeface="Calibri" panose="020F0502020204030204" pitchFamily="34" charset="0"/>
                <a:cs typeface="Times New Roman" panose="02020603050405020304" pitchFamily="18" charset="0"/>
              </a:rPr>
              <a:t>An integration flow is a graphical representation of how the integration content can be configured to enable the flow of messages between two or more participants using SAP Cloud Platform Integration, and thus, ensure successful communication.</a:t>
            </a:r>
          </a:p>
        </p:txBody>
      </p:sp>
      <p:sp>
        <p:nvSpPr>
          <p:cNvPr id="4" name="Slide Number Placeholder 3">
            <a:extLst>
              <a:ext uri="{FF2B5EF4-FFF2-40B4-BE49-F238E27FC236}">
                <a16:creationId xmlns:a16="http://schemas.microsoft.com/office/drawing/2014/main" id="{2B5A6800-48AA-4812-B911-74428BFFFEC5}"/>
              </a:ext>
            </a:extLst>
          </p:cNvPr>
          <p:cNvSpPr>
            <a:spLocks noGrp="1"/>
          </p:cNvSpPr>
          <p:nvPr>
            <p:ph type="sldNum" sz="quarter" idx="12"/>
          </p:nvPr>
        </p:nvSpPr>
        <p:spPr/>
        <p:txBody>
          <a:bodyPr/>
          <a:lstStyle/>
          <a:p>
            <a:fld id="{04209834-1D31-4624-91EC-CD9531BDDA7C}" type="slidenum">
              <a:rPr lang="en-US" smtClean="0"/>
              <a:t>3</a:t>
            </a:fld>
            <a:endParaRPr lang="en-US" dirty="0"/>
          </a:p>
        </p:txBody>
      </p:sp>
      <p:pic>
        <p:nvPicPr>
          <p:cNvPr id="5" name="Picture 4">
            <a:extLst>
              <a:ext uri="{FF2B5EF4-FFF2-40B4-BE49-F238E27FC236}">
                <a16:creationId xmlns:a16="http://schemas.microsoft.com/office/drawing/2014/main" id="{EBDE13A1-46F5-4FE3-AD4B-BC854787B09B}"/>
              </a:ext>
            </a:extLst>
          </p:cNvPr>
          <p:cNvPicPr>
            <a:picLocks noChangeAspect="1"/>
          </p:cNvPicPr>
          <p:nvPr/>
        </p:nvPicPr>
        <p:blipFill>
          <a:blip r:embed="rId2"/>
          <a:stretch>
            <a:fillRect/>
          </a:stretch>
        </p:blipFill>
        <p:spPr>
          <a:xfrm>
            <a:off x="1160206" y="1965460"/>
            <a:ext cx="10098207" cy="4491901"/>
          </a:xfrm>
          <a:prstGeom prst="rect">
            <a:avLst/>
          </a:prstGeom>
        </p:spPr>
      </p:pic>
    </p:spTree>
    <p:extLst>
      <p:ext uri="{BB962C8B-B14F-4D97-AF65-F5344CB8AC3E}">
        <p14:creationId xmlns:p14="http://schemas.microsoft.com/office/powerpoint/2010/main" val="4122864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4000A1-2A7A-496F-9FE6-E9727274F10D}"/>
              </a:ext>
            </a:extLst>
          </p:cNvPr>
          <p:cNvSpPr/>
          <p:nvPr/>
        </p:nvSpPr>
        <p:spPr>
          <a:xfrm>
            <a:off x="486344" y="405891"/>
            <a:ext cx="5188592" cy="707886"/>
          </a:xfrm>
          <a:prstGeom prst="rect">
            <a:avLst/>
          </a:prstGeom>
          <a:noFill/>
        </p:spPr>
        <p:txBody>
          <a:bodyPr wrap="squar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Configuration of Sender</a:t>
            </a:r>
            <a:r>
              <a:rPr lang="en-US" sz="4000" b="1"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b="1" dirty="0">
                <a:solidFill>
                  <a:srgbClr val="002060"/>
                </a:solidFill>
                <a:latin typeface="Arial" panose="020B0604020202020204" pitchFamily="34" charset="0"/>
                <a:ea typeface="+mj-ea"/>
                <a:cs typeface="Arial" panose="020B0604020202020204" pitchFamily="34" charset="0"/>
              </a:rPr>
              <a:t>Channel</a:t>
            </a:r>
          </a:p>
        </p:txBody>
      </p:sp>
      <p:sp>
        <p:nvSpPr>
          <p:cNvPr id="5" name="Slide Number Placeholder 4">
            <a:extLst>
              <a:ext uri="{FF2B5EF4-FFF2-40B4-BE49-F238E27FC236}">
                <a16:creationId xmlns:a16="http://schemas.microsoft.com/office/drawing/2014/main" id="{4B253B45-C840-4D94-BBAD-5C4D8926F865}"/>
              </a:ext>
            </a:extLst>
          </p:cNvPr>
          <p:cNvSpPr>
            <a:spLocks noGrp="1"/>
          </p:cNvSpPr>
          <p:nvPr>
            <p:ph type="sldNum" sz="quarter" idx="12"/>
          </p:nvPr>
        </p:nvSpPr>
        <p:spPr/>
        <p:txBody>
          <a:bodyPr/>
          <a:lstStyle/>
          <a:p>
            <a:fld id="{04209834-1D31-4624-91EC-CD9531BDDA7C}" type="slidenum">
              <a:rPr lang="en-US" smtClean="0"/>
              <a:t>4</a:t>
            </a:fld>
            <a:endParaRPr lang="en-US" dirty="0"/>
          </a:p>
        </p:txBody>
      </p:sp>
      <p:sp>
        <p:nvSpPr>
          <p:cNvPr id="6" name="Rectangle 5">
            <a:extLst>
              <a:ext uri="{FF2B5EF4-FFF2-40B4-BE49-F238E27FC236}">
                <a16:creationId xmlns:a16="http://schemas.microsoft.com/office/drawing/2014/main" id="{23C076D2-5C62-4D7F-AA59-3ED6C3EC45C7}"/>
              </a:ext>
            </a:extLst>
          </p:cNvPr>
          <p:cNvSpPr/>
          <p:nvPr/>
        </p:nvSpPr>
        <p:spPr>
          <a:xfrm>
            <a:off x="1567992" y="1113777"/>
            <a:ext cx="9514346" cy="1200329"/>
          </a:xfrm>
          <a:prstGeom prst="rect">
            <a:avLst/>
          </a:prstGeom>
        </p:spPr>
        <p:txBody>
          <a:bodyPr wrap="square">
            <a:spAutoFit/>
          </a:bodyPr>
          <a:lstStyle/>
          <a:p>
            <a:pPr marL="285750" indent="-285750">
              <a:buFont typeface="Arial" panose="020B0604020202020204" pitchFamily="34" charset="0"/>
              <a:buChar char="•"/>
            </a:pPr>
            <a:r>
              <a:rPr lang="en-US" dirty="0">
                <a:solidFill>
                  <a:srgbClr val="002060"/>
                </a:solidFill>
                <a:latin typeface="Calibri" panose="020F0502020204030204" pitchFamily="34" charset="0"/>
                <a:ea typeface="Calibri" panose="020F0502020204030204" pitchFamily="34" charset="0"/>
                <a:cs typeface="Times New Roman" panose="02020603050405020304" pitchFamily="18" charset="0"/>
              </a:rPr>
              <a:t>This address should be unique for creation of endpoint URL. If the address already exists in SCPI then design time error will occur. For this interface we are providing </a:t>
            </a:r>
            <a:r>
              <a:rPr lang="en-US"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/exceptiondemo </a:t>
            </a:r>
            <a:r>
              <a:rPr lang="en-US" dirty="0">
                <a:solidFill>
                  <a:srgbClr val="002060"/>
                </a:solidFill>
                <a:latin typeface="Calibri" panose="020F0502020204030204" pitchFamily="34" charset="0"/>
                <a:ea typeface="Calibri" panose="020F0502020204030204" pitchFamily="34" charset="0"/>
                <a:cs typeface="Times New Roman" panose="02020603050405020304" pitchFamily="18" charset="0"/>
              </a:rPr>
              <a:t>as address.</a:t>
            </a:r>
          </a:p>
          <a:p>
            <a:pPr marL="285750" indent="-285750">
              <a:buFont typeface="Arial" panose="020B0604020202020204" pitchFamily="34" charset="0"/>
              <a:buChar char="•"/>
            </a:pPr>
            <a:r>
              <a:rPr lang="en-US" dirty="0">
                <a:solidFill>
                  <a:srgbClr val="002060"/>
                </a:solidFill>
                <a:latin typeface="Calibri" panose="020F0502020204030204" pitchFamily="34" charset="0"/>
                <a:cs typeface="Times New Roman" panose="02020603050405020304" pitchFamily="18" charset="0"/>
              </a:rPr>
              <a:t>Select </a:t>
            </a:r>
            <a:r>
              <a:rPr lang="en-US" b="1" dirty="0">
                <a:solidFill>
                  <a:srgbClr val="002060"/>
                </a:solidFill>
                <a:latin typeface="Calibri" panose="020F0502020204030204" pitchFamily="34" charset="0"/>
                <a:cs typeface="Times New Roman" panose="02020603050405020304" pitchFamily="18" charset="0"/>
              </a:rPr>
              <a:t>Service Definition</a:t>
            </a:r>
            <a:r>
              <a:rPr lang="en-US" dirty="0">
                <a:solidFill>
                  <a:srgbClr val="002060"/>
                </a:solidFill>
                <a:latin typeface="Calibri" panose="020F0502020204030204" pitchFamily="34" charset="0"/>
                <a:cs typeface="Times New Roman" panose="02020603050405020304" pitchFamily="18" charset="0"/>
              </a:rPr>
              <a:t> as </a:t>
            </a:r>
            <a:r>
              <a:rPr lang="en-US" b="1" dirty="0">
                <a:solidFill>
                  <a:srgbClr val="002060"/>
                </a:solidFill>
                <a:latin typeface="Calibri" panose="020F0502020204030204" pitchFamily="34" charset="0"/>
                <a:cs typeface="Times New Roman" panose="02020603050405020304" pitchFamily="18" charset="0"/>
              </a:rPr>
              <a:t>WSDL</a:t>
            </a:r>
            <a:r>
              <a:rPr lang="en-US" dirty="0">
                <a:solidFill>
                  <a:srgbClr val="002060"/>
                </a:solidFill>
                <a:latin typeface="Calibri" panose="020F0502020204030204" pitchFamily="34" charset="0"/>
                <a:cs typeface="Times New Roman" panose="02020603050405020304" pitchFamily="18" charset="0"/>
              </a:rPr>
              <a:t> and then select the WSDL from local desktop in </a:t>
            </a:r>
            <a:r>
              <a:rPr lang="en-US" b="1" dirty="0">
                <a:solidFill>
                  <a:srgbClr val="002060"/>
                </a:solidFill>
                <a:latin typeface="Calibri" panose="020F0502020204030204" pitchFamily="34" charset="0"/>
                <a:cs typeface="Times New Roman" panose="02020603050405020304" pitchFamily="18" charset="0"/>
              </a:rPr>
              <a:t>URL to WSDL </a:t>
            </a:r>
            <a:r>
              <a:rPr lang="en-US" dirty="0">
                <a:solidFill>
                  <a:srgbClr val="002060"/>
                </a:solidFill>
                <a:latin typeface="Calibri" panose="020F0502020204030204" pitchFamily="34" charset="0"/>
                <a:cs typeface="Times New Roman" panose="02020603050405020304" pitchFamily="18" charset="0"/>
              </a:rPr>
              <a:t>tab</a:t>
            </a:r>
          </a:p>
        </p:txBody>
      </p:sp>
      <p:pic>
        <p:nvPicPr>
          <p:cNvPr id="7" name="Picture 6">
            <a:extLst>
              <a:ext uri="{FF2B5EF4-FFF2-40B4-BE49-F238E27FC236}">
                <a16:creationId xmlns:a16="http://schemas.microsoft.com/office/drawing/2014/main" id="{17E707B3-D15C-4C93-BE41-4EE2056EE2B4}"/>
              </a:ext>
            </a:extLst>
          </p:cNvPr>
          <p:cNvPicPr>
            <a:picLocks noChangeAspect="1"/>
          </p:cNvPicPr>
          <p:nvPr/>
        </p:nvPicPr>
        <p:blipFill>
          <a:blip r:embed="rId2"/>
          <a:stretch>
            <a:fillRect/>
          </a:stretch>
        </p:blipFill>
        <p:spPr>
          <a:xfrm>
            <a:off x="678730" y="2314106"/>
            <a:ext cx="11123408" cy="3775661"/>
          </a:xfrm>
          <a:prstGeom prst="rect">
            <a:avLst/>
          </a:prstGeom>
        </p:spPr>
      </p:pic>
    </p:spTree>
    <p:extLst>
      <p:ext uri="{BB962C8B-B14F-4D97-AF65-F5344CB8AC3E}">
        <p14:creationId xmlns:p14="http://schemas.microsoft.com/office/powerpoint/2010/main" val="3493419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30BE06-36B9-4DD2-89EA-4F0B1045AE8A}"/>
              </a:ext>
            </a:extLst>
          </p:cNvPr>
          <p:cNvSpPr/>
          <p:nvPr/>
        </p:nvSpPr>
        <p:spPr>
          <a:xfrm>
            <a:off x="526148" y="270816"/>
            <a:ext cx="5563567" cy="461665"/>
          </a:xfrm>
          <a:prstGeom prst="rect">
            <a:avLst/>
          </a:prstGeom>
          <a:noFill/>
        </p:spPr>
        <p:txBody>
          <a:bodyPr wrap="squar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Configuration of Receiver Channel</a:t>
            </a:r>
          </a:p>
        </p:txBody>
      </p:sp>
      <p:sp>
        <p:nvSpPr>
          <p:cNvPr id="5" name="Slide Number Placeholder 4">
            <a:extLst>
              <a:ext uri="{FF2B5EF4-FFF2-40B4-BE49-F238E27FC236}">
                <a16:creationId xmlns:a16="http://schemas.microsoft.com/office/drawing/2014/main" id="{B790E790-040C-48E5-8720-63D2BD56F918}"/>
              </a:ext>
            </a:extLst>
          </p:cNvPr>
          <p:cNvSpPr>
            <a:spLocks noGrp="1"/>
          </p:cNvSpPr>
          <p:nvPr>
            <p:ph type="sldNum" sz="quarter" idx="12"/>
          </p:nvPr>
        </p:nvSpPr>
        <p:spPr/>
        <p:txBody>
          <a:bodyPr/>
          <a:lstStyle/>
          <a:p>
            <a:fld id="{04209834-1D31-4624-91EC-CD9531BDDA7C}" type="slidenum">
              <a:rPr lang="en-US" smtClean="0"/>
              <a:t>5</a:t>
            </a:fld>
            <a:endParaRPr lang="en-US" dirty="0"/>
          </a:p>
        </p:txBody>
      </p:sp>
      <p:sp>
        <p:nvSpPr>
          <p:cNvPr id="6" name="Rectangle 5">
            <a:extLst>
              <a:ext uri="{FF2B5EF4-FFF2-40B4-BE49-F238E27FC236}">
                <a16:creationId xmlns:a16="http://schemas.microsoft.com/office/drawing/2014/main" id="{2B282229-2B3B-4E2E-8C1F-E04831CA4841}"/>
              </a:ext>
            </a:extLst>
          </p:cNvPr>
          <p:cNvSpPr/>
          <p:nvPr/>
        </p:nvSpPr>
        <p:spPr>
          <a:xfrm>
            <a:off x="691299" y="911590"/>
            <a:ext cx="10809401" cy="1200329"/>
          </a:xfrm>
          <a:prstGeom prst="rect">
            <a:avLst/>
          </a:prstGeom>
        </p:spPr>
        <p:txBody>
          <a:bodyPr wrap="square">
            <a:spAutoFit/>
          </a:bodyPr>
          <a:lstStyle/>
          <a:p>
            <a:pPr marL="285750" indent="-285750">
              <a:buFont typeface="Arial" panose="020B0604020202020204" pitchFamily="34" charset="0"/>
              <a:buChar char="•"/>
            </a:pPr>
            <a:r>
              <a:rPr lang="en-US" dirty="0">
                <a:solidFill>
                  <a:srgbClr val="002060"/>
                </a:solidFill>
                <a:latin typeface="Calibri" panose="020F0502020204030204" pitchFamily="34" charset="0"/>
                <a:ea typeface="Calibri" panose="020F0502020204030204" pitchFamily="34" charset="0"/>
                <a:cs typeface="Times New Roman" panose="02020603050405020304" pitchFamily="18" charset="0"/>
              </a:rPr>
              <a:t>Create a receiver SOAP channel with endpoint of the webservice. Provide the proxy type and select WSDL from the local file directory. Once WSDL selected, rest fields like Endpoint, Operation Name will populate automatically.</a:t>
            </a:r>
          </a:p>
          <a:p>
            <a:pPr marL="285750" indent="-285750">
              <a:buFont typeface="Arial" panose="020B0604020202020204" pitchFamily="34" charset="0"/>
              <a:buChar char="•"/>
            </a:pPr>
            <a:r>
              <a:rPr lang="en-US" dirty="0">
                <a:solidFill>
                  <a:srgbClr val="002060"/>
                </a:solidFill>
                <a:latin typeface="Calibri" panose="020F0502020204030204" pitchFamily="34" charset="0"/>
                <a:ea typeface="Calibri" panose="020F0502020204030204" pitchFamily="34" charset="0"/>
                <a:cs typeface="Times New Roman" panose="02020603050405020304" pitchFamily="18" charset="0"/>
              </a:rPr>
              <a:t>select the Authentication type as per requirement.</a:t>
            </a:r>
            <a:endParaRPr lang="en-US" dirty="0">
              <a:solidFill>
                <a:srgbClr val="002060"/>
              </a:solidFill>
            </a:endParaRPr>
          </a:p>
        </p:txBody>
      </p:sp>
      <p:pic>
        <p:nvPicPr>
          <p:cNvPr id="7" name="Picture 6">
            <a:extLst>
              <a:ext uri="{FF2B5EF4-FFF2-40B4-BE49-F238E27FC236}">
                <a16:creationId xmlns:a16="http://schemas.microsoft.com/office/drawing/2014/main" id="{7C7AA3AC-FC46-488B-A193-F5305C05A9F0}"/>
              </a:ext>
            </a:extLst>
          </p:cNvPr>
          <p:cNvPicPr>
            <a:picLocks noChangeAspect="1"/>
          </p:cNvPicPr>
          <p:nvPr/>
        </p:nvPicPr>
        <p:blipFill>
          <a:blip r:embed="rId2"/>
          <a:stretch>
            <a:fillRect/>
          </a:stretch>
        </p:blipFill>
        <p:spPr>
          <a:xfrm>
            <a:off x="526148" y="2255820"/>
            <a:ext cx="11342198" cy="3951690"/>
          </a:xfrm>
          <a:prstGeom prst="rect">
            <a:avLst/>
          </a:prstGeom>
        </p:spPr>
      </p:pic>
    </p:spTree>
    <p:extLst>
      <p:ext uri="{BB962C8B-B14F-4D97-AF65-F5344CB8AC3E}">
        <p14:creationId xmlns:p14="http://schemas.microsoft.com/office/powerpoint/2010/main" val="390072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F40A06-A3D7-44BF-AD04-5EDB076B51D0}"/>
              </a:ext>
            </a:extLst>
          </p:cNvPr>
          <p:cNvSpPr/>
          <p:nvPr/>
        </p:nvSpPr>
        <p:spPr>
          <a:xfrm>
            <a:off x="519688" y="475500"/>
            <a:ext cx="3518912" cy="461665"/>
          </a:xfrm>
          <a:prstGeom prst="rect">
            <a:avLst/>
          </a:prstGeom>
          <a:noFill/>
        </p:spPr>
        <p:txBody>
          <a:bodyPr wrap="squar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Exception SubProcess</a:t>
            </a:r>
          </a:p>
        </p:txBody>
      </p:sp>
      <p:sp>
        <p:nvSpPr>
          <p:cNvPr id="5" name="Slide Number Placeholder 4">
            <a:extLst>
              <a:ext uri="{FF2B5EF4-FFF2-40B4-BE49-F238E27FC236}">
                <a16:creationId xmlns:a16="http://schemas.microsoft.com/office/drawing/2014/main" id="{382CACC3-A882-41C0-8A5E-B6AB88A84548}"/>
              </a:ext>
            </a:extLst>
          </p:cNvPr>
          <p:cNvSpPr>
            <a:spLocks noGrp="1"/>
          </p:cNvSpPr>
          <p:nvPr>
            <p:ph type="sldNum" sz="quarter" idx="12"/>
          </p:nvPr>
        </p:nvSpPr>
        <p:spPr/>
        <p:txBody>
          <a:bodyPr/>
          <a:lstStyle/>
          <a:p>
            <a:fld id="{04209834-1D31-4624-91EC-CD9531BDDA7C}" type="slidenum">
              <a:rPr lang="en-US" smtClean="0"/>
              <a:t>6</a:t>
            </a:fld>
            <a:endParaRPr lang="en-US" dirty="0"/>
          </a:p>
        </p:txBody>
      </p:sp>
      <p:sp>
        <p:nvSpPr>
          <p:cNvPr id="6" name="Rectangle 5">
            <a:extLst>
              <a:ext uri="{FF2B5EF4-FFF2-40B4-BE49-F238E27FC236}">
                <a16:creationId xmlns:a16="http://schemas.microsoft.com/office/drawing/2014/main" id="{E2376AFB-F9E5-4342-9CB7-F56F77BAC020}"/>
              </a:ext>
            </a:extLst>
          </p:cNvPr>
          <p:cNvSpPr/>
          <p:nvPr/>
        </p:nvSpPr>
        <p:spPr>
          <a:xfrm>
            <a:off x="931682" y="957630"/>
            <a:ext cx="9649905" cy="369332"/>
          </a:xfrm>
          <a:prstGeom prst="rect">
            <a:avLst/>
          </a:prstGeom>
        </p:spPr>
        <p:txBody>
          <a:bodyPr wrap="square">
            <a:spAutoFit/>
          </a:bodyPr>
          <a:lstStyle/>
          <a:p>
            <a:r>
              <a:rPr lang="en-US" dirty="0">
                <a:solidFill>
                  <a:srgbClr val="002060"/>
                </a:solidFill>
                <a:latin typeface="Calibri" panose="020F0502020204030204" pitchFamily="34" charset="0"/>
                <a:cs typeface="Times New Roman" panose="02020603050405020304" pitchFamily="18" charset="0"/>
              </a:rPr>
              <a:t>Exception subprocess which we will place in iflow for triggering alerts if any exceptions</a:t>
            </a:r>
            <a:endParaRPr lang="en-US" dirty="0">
              <a:solidFill>
                <a:srgbClr val="002060"/>
              </a:solidFill>
            </a:endParaRPr>
          </a:p>
        </p:txBody>
      </p:sp>
      <p:pic>
        <p:nvPicPr>
          <p:cNvPr id="7" name="Picture 6">
            <a:extLst>
              <a:ext uri="{FF2B5EF4-FFF2-40B4-BE49-F238E27FC236}">
                <a16:creationId xmlns:a16="http://schemas.microsoft.com/office/drawing/2014/main" id="{F6A8C6AD-57F2-459C-9616-DC1EE9E8424D}"/>
              </a:ext>
            </a:extLst>
          </p:cNvPr>
          <p:cNvPicPr>
            <a:picLocks noChangeAspect="1"/>
          </p:cNvPicPr>
          <p:nvPr/>
        </p:nvPicPr>
        <p:blipFill>
          <a:blip r:embed="rId2"/>
          <a:stretch>
            <a:fillRect/>
          </a:stretch>
        </p:blipFill>
        <p:spPr>
          <a:xfrm>
            <a:off x="931681" y="1563548"/>
            <a:ext cx="8749031" cy="4029075"/>
          </a:xfrm>
          <a:prstGeom prst="rect">
            <a:avLst/>
          </a:prstGeom>
        </p:spPr>
      </p:pic>
    </p:spTree>
    <p:extLst>
      <p:ext uri="{BB962C8B-B14F-4D97-AF65-F5344CB8AC3E}">
        <p14:creationId xmlns:p14="http://schemas.microsoft.com/office/powerpoint/2010/main" val="2208646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A0F1EC-8A42-4B21-AAF9-C536ED20A7C1}"/>
              </a:ext>
            </a:extLst>
          </p:cNvPr>
          <p:cNvSpPr/>
          <p:nvPr/>
        </p:nvSpPr>
        <p:spPr>
          <a:xfrm>
            <a:off x="317501" y="205951"/>
            <a:ext cx="2658099" cy="707886"/>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Content</a:t>
            </a:r>
            <a:r>
              <a:rPr lang="en-US" sz="4000" b="0" cap="none" spc="0" dirty="0">
                <a:ln w="0"/>
                <a:solidFill>
                  <a:schemeClr val="tx1"/>
                </a:solidFill>
                <a:effectLst>
                  <a:outerShdw blurRad="38100" dist="19050" dir="2700000" algn="tl" rotWithShape="0">
                    <a:schemeClr val="dk1">
                      <a:alpha val="40000"/>
                    </a:schemeClr>
                  </a:outerShdw>
                </a:effectLst>
              </a:rPr>
              <a:t> </a:t>
            </a:r>
            <a:r>
              <a:rPr lang="en-US" sz="2400" b="1" dirty="0">
                <a:solidFill>
                  <a:srgbClr val="002060"/>
                </a:solidFill>
                <a:latin typeface="Arial" panose="020B0604020202020204" pitchFamily="34" charset="0"/>
                <a:ea typeface="+mj-ea"/>
                <a:cs typeface="Arial" panose="020B0604020202020204" pitchFamily="34" charset="0"/>
              </a:rPr>
              <a:t>Modifier</a:t>
            </a:r>
          </a:p>
        </p:txBody>
      </p:sp>
      <p:pic>
        <p:nvPicPr>
          <p:cNvPr id="3" name="Picture 2">
            <a:extLst>
              <a:ext uri="{FF2B5EF4-FFF2-40B4-BE49-F238E27FC236}">
                <a16:creationId xmlns:a16="http://schemas.microsoft.com/office/drawing/2014/main" id="{760DE144-73C1-47D7-B099-4731D986D4D6}"/>
              </a:ext>
            </a:extLst>
          </p:cNvPr>
          <p:cNvPicPr>
            <a:picLocks noChangeAspect="1"/>
          </p:cNvPicPr>
          <p:nvPr/>
        </p:nvPicPr>
        <p:blipFill>
          <a:blip r:embed="rId2"/>
          <a:stretch>
            <a:fillRect/>
          </a:stretch>
        </p:blipFill>
        <p:spPr>
          <a:xfrm>
            <a:off x="719579" y="3825620"/>
            <a:ext cx="7433821" cy="2383795"/>
          </a:xfrm>
          <a:prstGeom prst="rect">
            <a:avLst/>
          </a:prstGeom>
        </p:spPr>
      </p:pic>
      <p:pic>
        <p:nvPicPr>
          <p:cNvPr id="4" name="Picture 3">
            <a:extLst>
              <a:ext uri="{FF2B5EF4-FFF2-40B4-BE49-F238E27FC236}">
                <a16:creationId xmlns:a16="http://schemas.microsoft.com/office/drawing/2014/main" id="{D6CD2DE5-421B-49C0-AC73-AFD11837946E}"/>
              </a:ext>
            </a:extLst>
          </p:cNvPr>
          <p:cNvPicPr>
            <a:picLocks noChangeAspect="1"/>
          </p:cNvPicPr>
          <p:nvPr/>
        </p:nvPicPr>
        <p:blipFill>
          <a:blip r:embed="rId3"/>
          <a:stretch>
            <a:fillRect/>
          </a:stretch>
        </p:blipFill>
        <p:spPr>
          <a:xfrm>
            <a:off x="719579" y="1604252"/>
            <a:ext cx="10272058" cy="2074433"/>
          </a:xfrm>
          <a:prstGeom prst="rect">
            <a:avLst/>
          </a:prstGeom>
        </p:spPr>
      </p:pic>
      <p:sp>
        <p:nvSpPr>
          <p:cNvPr id="6" name="Slide Number Placeholder 5">
            <a:extLst>
              <a:ext uri="{FF2B5EF4-FFF2-40B4-BE49-F238E27FC236}">
                <a16:creationId xmlns:a16="http://schemas.microsoft.com/office/drawing/2014/main" id="{B2633021-26B8-4063-8B69-9898BFB2664E}"/>
              </a:ext>
            </a:extLst>
          </p:cNvPr>
          <p:cNvSpPr>
            <a:spLocks noGrp="1"/>
          </p:cNvSpPr>
          <p:nvPr>
            <p:ph type="sldNum" sz="quarter" idx="12"/>
          </p:nvPr>
        </p:nvSpPr>
        <p:spPr/>
        <p:txBody>
          <a:bodyPr/>
          <a:lstStyle/>
          <a:p>
            <a:fld id="{04209834-1D31-4624-91EC-CD9531BDDA7C}" type="slidenum">
              <a:rPr lang="en-US" smtClean="0"/>
              <a:t>7</a:t>
            </a:fld>
            <a:endParaRPr lang="en-US" dirty="0"/>
          </a:p>
        </p:txBody>
      </p:sp>
      <p:sp>
        <p:nvSpPr>
          <p:cNvPr id="7" name="Rectangle 6">
            <a:extLst>
              <a:ext uri="{FF2B5EF4-FFF2-40B4-BE49-F238E27FC236}">
                <a16:creationId xmlns:a16="http://schemas.microsoft.com/office/drawing/2014/main" id="{96D24769-FE29-42C7-BD3D-C3517A989D2A}"/>
              </a:ext>
            </a:extLst>
          </p:cNvPr>
          <p:cNvSpPr/>
          <p:nvPr/>
        </p:nvSpPr>
        <p:spPr>
          <a:xfrm>
            <a:off x="719579" y="913837"/>
            <a:ext cx="10272058" cy="923330"/>
          </a:xfrm>
          <a:prstGeom prst="rect">
            <a:avLst/>
          </a:prstGeom>
        </p:spPr>
        <p:txBody>
          <a:bodyPr wrap="square">
            <a:spAutoFit/>
          </a:bodyPr>
          <a:lstStyle/>
          <a:p>
            <a:r>
              <a:rPr lang="en-US" dirty="0">
                <a:solidFill>
                  <a:srgbClr val="002060"/>
                </a:solidFill>
                <a:latin typeface="Calibri" panose="020F0502020204030204" pitchFamily="34" charset="0"/>
                <a:cs typeface="Times New Roman" panose="02020603050405020304" pitchFamily="18" charset="0"/>
              </a:rPr>
              <a:t>Entries of Content modifier’s Message Header and Message Body. This content modifier is to prepare message of exception. </a:t>
            </a:r>
          </a:p>
          <a:p>
            <a:endParaRPr lang="en-US" dirty="0">
              <a:solidFill>
                <a:srgbClr val="002060"/>
              </a:solidFill>
            </a:endParaRPr>
          </a:p>
        </p:txBody>
      </p:sp>
    </p:spTree>
    <p:extLst>
      <p:ext uri="{BB962C8B-B14F-4D97-AF65-F5344CB8AC3E}">
        <p14:creationId xmlns:p14="http://schemas.microsoft.com/office/powerpoint/2010/main" val="2913325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83A552-909E-4477-B544-122671D9629E}"/>
              </a:ext>
            </a:extLst>
          </p:cNvPr>
          <p:cNvSpPr>
            <a:spLocks noGrp="1"/>
          </p:cNvSpPr>
          <p:nvPr>
            <p:ph type="sldNum" sz="quarter" idx="12"/>
          </p:nvPr>
        </p:nvSpPr>
        <p:spPr/>
        <p:txBody>
          <a:bodyPr/>
          <a:lstStyle/>
          <a:p>
            <a:fld id="{04209834-1D31-4624-91EC-CD9531BDDA7C}" type="slidenum">
              <a:rPr lang="en-US" smtClean="0"/>
              <a:t>8</a:t>
            </a:fld>
            <a:endParaRPr lang="en-US" dirty="0"/>
          </a:p>
        </p:txBody>
      </p:sp>
      <p:sp>
        <p:nvSpPr>
          <p:cNvPr id="5" name="Rectangle 4">
            <a:extLst>
              <a:ext uri="{FF2B5EF4-FFF2-40B4-BE49-F238E27FC236}">
                <a16:creationId xmlns:a16="http://schemas.microsoft.com/office/drawing/2014/main" id="{E0D46377-2386-474E-A8FD-BA414CD17023}"/>
              </a:ext>
            </a:extLst>
          </p:cNvPr>
          <p:cNvSpPr/>
          <p:nvPr/>
        </p:nvSpPr>
        <p:spPr>
          <a:xfrm>
            <a:off x="1265989" y="3084436"/>
            <a:ext cx="9471668" cy="2463238"/>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en-US" dirty="0">
                <a:solidFill>
                  <a:srgbClr val="002060"/>
                </a:solidFill>
                <a:latin typeface="Calibri" panose="020F0502020204030204" pitchFamily="34" charset="0"/>
                <a:cs typeface="Times New Roman" panose="02020603050405020304" pitchFamily="18" charset="0"/>
              </a:rPr>
              <a:t>The highlighted expression in the above screenshot is the key point for handling exception.</a:t>
            </a:r>
          </a:p>
          <a:p>
            <a:pPr marL="342900" marR="0" lvl="0" indent="-342900">
              <a:lnSpc>
                <a:spcPct val="107000"/>
              </a:lnSpc>
              <a:spcBef>
                <a:spcPts val="0"/>
              </a:spcBef>
              <a:spcAft>
                <a:spcPts val="0"/>
              </a:spcAft>
              <a:buFont typeface="Symbol" panose="05050102010706020507" pitchFamily="18" charset="2"/>
              <a:buChar char=""/>
            </a:pPr>
            <a:r>
              <a:rPr lang="en-US" dirty="0">
                <a:solidFill>
                  <a:srgbClr val="002060"/>
                </a:solidFill>
                <a:latin typeface="Calibri" panose="020F0502020204030204" pitchFamily="34" charset="0"/>
                <a:cs typeface="Times New Roman" panose="02020603050405020304" pitchFamily="18" charset="0"/>
              </a:rPr>
              <a:t>It is camel expression. Apache Camel is an open source integration framework which SAP supporting in SCPI.</a:t>
            </a:r>
          </a:p>
          <a:p>
            <a:pPr marL="342900" marR="0" lvl="0" indent="-342900">
              <a:lnSpc>
                <a:spcPct val="107000"/>
              </a:lnSpc>
              <a:spcBef>
                <a:spcPts val="0"/>
              </a:spcBef>
              <a:spcAft>
                <a:spcPts val="0"/>
              </a:spcAft>
              <a:buFont typeface="Symbol" panose="05050102010706020507" pitchFamily="18" charset="2"/>
              <a:buChar char=""/>
            </a:pPr>
            <a:r>
              <a:rPr lang="en-US" dirty="0">
                <a:solidFill>
                  <a:srgbClr val="002060"/>
                </a:solidFill>
                <a:latin typeface="Calibri" panose="020F0502020204030204" pitchFamily="34" charset="0"/>
                <a:cs typeface="Times New Roman" panose="02020603050405020304" pitchFamily="18" charset="0"/>
              </a:rPr>
              <a:t>exception is a handler object which create when an error occurs at runtime. The exception message can be logged using </a:t>
            </a:r>
            <a:r>
              <a:rPr lang="en-US" b="1" dirty="0">
                <a:solidFill>
                  <a:srgbClr val="002060"/>
                </a:solidFill>
                <a:latin typeface="Calibri" panose="020F0502020204030204" pitchFamily="34" charset="0"/>
                <a:cs typeface="Times New Roman" panose="02020603050405020304" pitchFamily="18" charset="0"/>
              </a:rPr>
              <a:t>${execption.message}</a:t>
            </a:r>
          </a:p>
          <a:p>
            <a:pPr marL="342900" marR="0" lvl="0" indent="-342900">
              <a:lnSpc>
                <a:spcPct val="107000"/>
              </a:lnSpc>
              <a:spcBef>
                <a:spcPts val="0"/>
              </a:spcBef>
              <a:spcAft>
                <a:spcPts val="0"/>
              </a:spcAft>
              <a:buFont typeface="Symbol" panose="05050102010706020507" pitchFamily="18" charset="2"/>
              <a:buChar char=""/>
            </a:pPr>
            <a:r>
              <a:rPr lang="en-US" dirty="0">
                <a:solidFill>
                  <a:srgbClr val="002060"/>
                </a:solidFill>
                <a:latin typeface="Calibri" panose="020F0502020204030204" pitchFamily="34" charset="0"/>
                <a:cs typeface="Times New Roman" panose="02020603050405020304" pitchFamily="18" charset="0"/>
              </a:rPr>
              <a:t>Also, the stack trace can be logged with below camel expression.</a:t>
            </a:r>
          </a:p>
          <a:p>
            <a:pPr marL="685800" marR="0">
              <a:lnSpc>
                <a:spcPct val="107000"/>
              </a:lnSpc>
              <a:spcBef>
                <a:spcPts val="0"/>
              </a:spcBef>
              <a:spcAft>
                <a:spcPts val="0"/>
              </a:spcAft>
            </a:pPr>
            <a:r>
              <a:rPr lang="en-US" b="1" dirty="0">
                <a:solidFill>
                  <a:srgbClr val="002060"/>
                </a:solidFill>
                <a:latin typeface="Calibri" panose="020F0502020204030204" pitchFamily="34" charset="0"/>
                <a:cs typeface="Times New Roman" panose="02020603050405020304" pitchFamily="18" charset="0"/>
              </a:rPr>
              <a:t>${exception.stacktrace}</a:t>
            </a:r>
          </a:p>
          <a:p>
            <a:pPr marL="342900" marR="0" lvl="0" indent="-342900">
              <a:lnSpc>
                <a:spcPct val="107000"/>
              </a:lnSpc>
              <a:spcBef>
                <a:spcPts val="0"/>
              </a:spcBef>
              <a:spcAft>
                <a:spcPts val="800"/>
              </a:spcAft>
              <a:buFont typeface="Symbol" panose="05050102010706020507" pitchFamily="18" charset="2"/>
              <a:buChar char=""/>
            </a:pPr>
            <a:r>
              <a:rPr lang="en-US" dirty="0">
                <a:solidFill>
                  <a:srgbClr val="002060"/>
                </a:solidFill>
                <a:latin typeface="Calibri" panose="020F0502020204030204" pitchFamily="34" charset="0"/>
                <a:cs typeface="Times New Roman" panose="02020603050405020304" pitchFamily="18" charset="0"/>
              </a:rPr>
              <a:t>The message body can be customized as per requirement.</a:t>
            </a:r>
          </a:p>
        </p:txBody>
      </p:sp>
      <p:sp>
        <p:nvSpPr>
          <p:cNvPr id="6" name="Rectangle 5">
            <a:extLst>
              <a:ext uri="{FF2B5EF4-FFF2-40B4-BE49-F238E27FC236}">
                <a16:creationId xmlns:a16="http://schemas.microsoft.com/office/drawing/2014/main" id="{CD5D843A-E13F-4E9B-B8EC-A0D1CE8D2BA1}"/>
              </a:ext>
            </a:extLst>
          </p:cNvPr>
          <p:cNvSpPr/>
          <p:nvPr/>
        </p:nvSpPr>
        <p:spPr>
          <a:xfrm>
            <a:off x="885088" y="368439"/>
            <a:ext cx="1948675" cy="707886"/>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Contd..1</a:t>
            </a:r>
          </a:p>
        </p:txBody>
      </p:sp>
      <p:pic>
        <p:nvPicPr>
          <p:cNvPr id="7" name="Picture 6">
            <a:extLst>
              <a:ext uri="{FF2B5EF4-FFF2-40B4-BE49-F238E27FC236}">
                <a16:creationId xmlns:a16="http://schemas.microsoft.com/office/drawing/2014/main" id="{BE909241-5DE8-42F1-B205-2181F2033C26}"/>
              </a:ext>
            </a:extLst>
          </p:cNvPr>
          <p:cNvPicPr>
            <a:picLocks noChangeAspect="1"/>
          </p:cNvPicPr>
          <p:nvPr/>
        </p:nvPicPr>
        <p:blipFill>
          <a:blip r:embed="rId3"/>
          <a:stretch>
            <a:fillRect/>
          </a:stretch>
        </p:blipFill>
        <p:spPr>
          <a:xfrm>
            <a:off x="1265989" y="1020042"/>
            <a:ext cx="8905875" cy="1771650"/>
          </a:xfrm>
          <a:prstGeom prst="rect">
            <a:avLst/>
          </a:prstGeom>
        </p:spPr>
      </p:pic>
    </p:spTree>
    <p:extLst>
      <p:ext uri="{BB962C8B-B14F-4D97-AF65-F5344CB8AC3E}">
        <p14:creationId xmlns:p14="http://schemas.microsoft.com/office/powerpoint/2010/main" val="35313596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AAF15E-CE81-44E7-B2C4-5680F1776715}"/>
              </a:ext>
            </a:extLst>
          </p:cNvPr>
          <p:cNvSpPr/>
          <p:nvPr/>
        </p:nvSpPr>
        <p:spPr>
          <a:xfrm>
            <a:off x="370639" y="517994"/>
            <a:ext cx="5926623" cy="461665"/>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Configuration of Mail Receiver Channel</a:t>
            </a:r>
          </a:p>
        </p:txBody>
      </p:sp>
      <p:sp>
        <p:nvSpPr>
          <p:cNvPr id="4" name="Slide Number Placeholder 3">
            <a:extLst>
              <a:ext uri="{FF2B5EF4-FFF2-40B4-BE49-F238E27FC236}">
                <a16:creationId xmlns:a16="http://schemas.microsoft.com/office/drawing/2014/main" id="{0CA1FBF3-F228-4816-9232-28D602EBE071}"/>
              </a:ext>
            </a:extLst>
          </p:cNvPr>
          <p:cNvSpPr>
            <a:spLocks noGrp="1"/>
          </p:cNvSpPr>
          <p:nvPr>
            <p:ph type="sldNum" sz="quarter" idx="12"/>
          </p:nvPr>
        </p:nvSpPr>
        <p:spPr/>
        <p:txBody>
          <a:bodyPr/>
          <a:lstStyle/>
          <a:p>
            <a:fld id="{04209834-1D31-4624-91EC-CD9531BDDA7C}" type="slidenum">
              <a:rPr lang="en-US" smtClean="0"/>
              <a:t>9</a:t>
            </a:fld>
            <a:endParaRPr lang="en-US" dirty="0"/>
          </a:p>
        </p:txBody>
      </p:sp>
      <p:sp>
        <p:nvSpPr>
          <p:cNvPr id="6" name="Rectangle 5">
            <a:extLst>
              <a:ext uri="{FF2B5EF4-FFF2-40B4-BE49-F238E27FC236}">
                <a16:creationId xmlns:a16="http://schemas.microsoft.com/office/drawing/2014/main" id="{BABF6502-1B67-448E-8D81-4F6DAC32B6E5}"/>
              </a:ext>
            </a:extLst>
          </p:cNvPr>
          <p:cNvSpPr/>
          <p:nvPr/>
        </p:nvSpPr>
        <p:spPr>
          <a:xfrm>
            <a:off x="959971" y="979659"/>
            <a:ext cx="10272058" cy="1477328"/>
          </a:xfrm>
          <a:prstGeom prst="rect">
            <a:avLst/>
          </a:prstGeom>
        </p:spPr>
        <p:txBody>
          <a:bodyPr wrap="square">
            <a:spAutoFit/>
          </a:bodyPr>
          <a:lstStyle/>
          <a:p>
            <a:r>
              <a:rPr lang="en-US" dirty="0">
                <a:solidFill>
                  <a:srgbClr val="002060"/>
                </a:solidFill>
              </a:rPr>
              <a:t>Below Fields are mandatory for triggering mail:</a:t>
            </a:r>
          </a:p>
          <a:p>
            <a:pPr marL="285750" indent="-285750">
              <a:buFont typeface="Arial" panose="020B0604020202020204" pitchFamily="34" charset="0"/>
              <a:buChar char="•"/>
            </a:pPr>
            <a:r>
              <a:rPr lang="en-US" dirty="0">
                <a:solidFill>
                  <a:srgbClr val="002060"/>
                </a:solidFill>
              </a:rPr>
              <a:t>Address – Host Name of the Mail server</a:t>
            </a:r>
          </a:p>
          <a:p>
            <a:pPr marL="285750" indent="-285750">
              <a:buFont typeface="Arial" panose="020B0604020202020204" pitchFamily="34" charset="0"/>
              <a:buChar char="•"/>
            </a:pPr>
            <a:r>
              <a:rPr lang="en-US" dirty="0">
                <a:solidFill>
                  <a:srgbClr val="002060"/>
                </a:solidFill>
              </a:rPr>
              <a:t>Proxy Type -  Select if any </a:t>
            </a:r>
          </a:p>
          <a:p>
            <a:pPr marL="285750" indent="-285750">
              <a:buFont typeface="Arial" panose="020B0604020202020204" pitchFamily="34" charset="0"/>
              <a:buChar char="•"/>
            </a:pPr>
            <a:r>
              <a:rPr lang="en-US" dirty="0">
                <a:solidFill>
                  <a:srgbClr val="002060"/>
                </a:solidFill>
              </a:rPr>
              <a:t>Protection: STARTTLS Optional</a:t>
            </a:r>
          </a:p>
          <a:p>
            <a:pPr marL="285750" indent="-285750">
              <a:buFont typeface="Arial" panose="020B0604020202020204" pitchFamily="34" charset="0"/>
              <a:buChar char="•"/>
            </a:pPr>
            <a:r>
              <a:rPr lang="en-US" dirty="0">
                <a:solidFill>
                  <a:srgbClr val="002060"/>
                </a:solidFill>
              </a:rPr>
              <a:t>Authentication: Select the Authentication Type</a:t>
            </a:r>
          </a:p>
        </p:txBody>
      </p:sp>
      <p:pic>
        <p:nvPicPr>
          <p:cNvPr id="9" name="Picture 8">
            <a:extLst>
              <a:ext uri="{FF2B5EF4-FFF2-40B4-BE49-F238E27FC236}">
                <a16:creationId xmlns:a16="http://schemas.microsoft.com/office/drawing/2014/main" id="{ADF99EAF-D4D1-4CDA-ADE0-405E651AC0D5}"/>
              </a:ext>
            </a:extLst>
          </p:cNvPr>
          <p:cNvPicPr>
            <a:picLocks noChangeAspect="1"/>
          </p:cNvPicPr>
          <p:nvPr/>
        </p:nvPicPr>
        <p:blipFill>
          <a:blip r:embed="rId2"/>
          <a:stretch>
            <a:fillRect/>
          </a:stretch>
        </p:blipFill>
        <p:spPr>
          <a:xfrm>
            <a:off x="801279" y="2637949"/>
            <a:ext cx="10746556" cy="3537439"/>
          </a:xfrm>
          <a:prstGeom prst="rect">
            <a:avLst/>
          </a:prstGeom>
        </p:spPr>
      </p:pic>
    </p:spTree>
    <p:extLst>
      <p:ext uri="{BB962C8B-B14F-4D97-AF65-F5344CB8AC3E}">
        <p14:creationId xmlns:p14="http://schemas.microsoft.com/office/powerpoint/2010/main" val="1371667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B638D0-D401-41C8-A798-406AF603DBE1}"/>
              </a:ext>
            </a:extLst>
          </p:cNvPr>
          <p:cNvSpPr/>
          <p:nvPr/>
        </p:nvSpPr>
        <p:spPr>
          <a:xfrm>
            <a:off x="812975" y="311878"/>
            <a:ext cx="1414170" cy="461665"/>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Contd..1</a:t>
            </a:r>
          </a:p>
        </p:txBody>
      </p:sp>
      <p:pic>
        <p:nvPicPr>
          <p:cNvPr id="6" name="Picture 5">
            <a:extLst>
              <a:ext uri="{FF2B5EF4-FFF2-40B4-BE49-F238E27FC236}">
                <a16:creationId xmlns:a16="http://schemas.microsoft.com/office/drawing/2014/main" id="{519312E8-81FD-463F-BF40-2A6DB1BD9711}"/>
              </a:ext>
            </a:extLst>
          </p:cNvPr>
          <p:cNvPicPr>
            <a:picLocks noChangeAspect="1"/>
          </p:cNvPicPr>
          <p:nvPr/>
        </p:nvPicPr>
        <p:blipFill>
          <a:blip r:embed="rId2"/>
          <a:stretch>
            <a:fillRect/>
          </a:stretch>
        </p:blipFill>
        <p:spPr>
          <a:xfrm>
            <a:off x="377072" y="3985446"/>
            <a:ext cx="10707961" cy="2597310"/>
          </a:xfrm>
          <a:prstGeom prst="rect">
            <a:avLst/>
          </a:prstGeom>
        </p:spPr>
      </p:pic>
      <p:sp>
        <p:nvSpPr>
          <p:cNvPr id="4" name="Slide Number Placeholder 3">
            <a:extLst>
              <a:ext uri="{FF2B5EF4-FFF2-40B4-BE49-F238E27FC236}">
                <a16:creationId xmlns:a16="http://schemas.microsoft.com/office/drawing/2014/main" id="{A7C6B45D-7F54-4A3C-8060-EA06154486BE}"/>
              </a:ext>
            </a:extLst>
          </p:cNvPr>
          <p:cNvSpPr>
            <a:spLocks noGrp="1"/>
          </p:cNvSpPr>
          <p:nvPr>
            <p:ph type="sldNum" sz="quarter" idx="12"/>
          </p:nvPr>
        </p:nvSpPr>
        <p:spPr/>
        <p:txBody>
          <a:bodyPr/>
          <a:lstStyle/>
          <a:p>
            <a:fld id="{04209834-1D31-4624-91EC-CD9531BDDA7C}" type="slidenum">
              <a:rPr lang="en-US" smtClean="0"/>
              <a:t>10</a:t>
            </a:fld>
            <a:endParaRPr lang="en-US" dirty="0"/>
          </a:p>
        </p:txBody>
      </p:sp>
      <p:sp>
        <p:nvSpPr>
          <p:cNvPr id="7" name="Rectangle 6">
            <a:extLst>
              <a:ext uri="{FF2B5EF4-FFF2-40B4-BE49-F238E27FC236}">
                <a16:creationId xmlns:a16="http://schemas.microsoft.com/office/drawing/2014/main" id="{93B8F717-3625-4794-915D-2A0F12C30C2E}"/>
              </a:ext>
            </a:extLst>
          </p:cNvPr>
          <p:cNvSpPr/>
          <p:nvPr/>
        </p:nvSpPr>
        <p:spPr>
          <a:xfrm>
            <a:off x="812975" y="773543"/>
            <a:ext cx="10272058" cy="369332"/>
          </a:xfrm>
          <a:prstGeom prst="rect">
            <a:avLst/>
          </a:prstGeom>
        </p:spPr>
        <p:txBody>
          <a:bodyPr wrap="square">
            <a:spAutoFit/>
          </a:bodyPr>
          <a:lstStyle/>
          <a:p>
            <a:r>
              <a:rPr lang="en-US" dirty="0">
                <a:solidFill>
                  <a:srgbClr val="002060"/>
                </a:solidFill>
              </a:rPr>
              <a:t>Configure Mail attributes like From Address, To Address and Attachments are optional</a:t>
            </a:r>
          </a:p>
        </p:txBody>
      </p:sp>
      <p:pic>
        <p:nvPicPr>
          <p:cNvPr id="10" name="Picture 9">
            <a:extLst>
              <a:ext uri="{FF2B5EF4-FFF2-40B4-BE49-F238E27FC236}">
                <a16:creationId xmlns:a16="http://schemas.microsoft.com/office/drawing/2014/main" id="{3F3D63C0-1064-4550-A205-F598EBA45ACE}"/>
              </a:ext>
            </a:extLst>
          </p:cNvPr>
          <p:cNvPicPr>
            <a:picLocks noChangeAspect="1"/>
          </p:cNvPicPr>
          <p:nvPr/>
        </p:nvPicPr>
        <p:blipFill>
          <a:blip r:embed="rId3"/>
          <a:stretch>
            <a:fillRect/>
          </a:stretch>
        </p:blipFill>
        <p:spPr>
          <a:xfrm>
            <a:off x="377072" y="1142875"/>
            <a:ext cx="10564609" cy="2681655"/>
          </a:xfrm>
          <a:prstGeom prst="rect">
            <a:avLst/>
          </a:prstGeom>
        </p:spPr>
      </p:pic>
    </p:spTree>
    <p:extLst>
      <p:ext uri="{BB962C8B-B14F-4D97-AF65-F5344CB8AC3E}">
        <p14:creationId xmlns:p14="http://schemas.microsoft.com/office/powerpoint/2010/main" val="2120582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0AF316-9F1B-4274-AC04-02D94F27DFD9}"/>
              </a:ext>
            </a:extLst>
          </p:cNvPr>
          <p:cNvSpPr/>
          <p:nvPr/>
        </p:nvSpPr>
        <p:spPr>
          <a:xfrm>
            <a:off x="746349" y="368439"/>
            <a:ext cx="2999154" cy="461665"/>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Test Using SOAPUI</a:t>
            </a:r>
          </a:p>
        </p:txBody>
      </p:sp>
      <p:sp>
        <p:nvSpPr>
          <p:cNvPr id="4" name="Slide Number Placeholder 3">
            <a:extLst>
              <a:ext uri="{FF2B5EF4-FFF2-40B4-BE49-F238E27FC236}">
                <a16:creationId xmlns:a16="http://schemas.microsoft.com/office/drawing/2014/main" id="{B1ABB35E-A8A6-44C0-9950-CC27BA758DEB}"/>
              </a:ext>
            </a:extLst>
          </p:cNvPr>
          <p:cNvSpPr>
            <a:spLocks noGrp="1"/>
          </p:cNvSpPr>
          <p:nvPr>
            <p:ph type="sldNum" sz="quarter" idx="12"/>
          </p:nvPr>
        </p:nvSpPr>
        <p:spPr/>
        <p:txBody>
          <a:bodyPr/>
          <a:lstStyle/>
          <a:p>
            <a:fld id="{04209834-1D31-4624-91EC-CD9531BDDA7C}" type="slidenum">
              <a:rPr lang="en-US" smtClean="0"/>
              <a:t>11</a:t>
            </a:fld>
            <a:endParaRPr lang="en-US" dirty="0"/>
          </a:p>
        </p:txBody>
      </p:sp>
      <p:sp>
        <p:nvSpPr>
          <p:cNvPr id="5" name="Rectangle 4">
            <a:extLst>
              <a:ext uri="{FF2B5EF4-FFF2-40B4-BE49-F238E27FC236}">
                <a16:creationId xmlns:a16="http://schemas.microsoft.com/office/drawing/2014/main" id="{4F742B14-F3AE-46CB-A660-2A3BDC5CE9B5}"/>
              </a:ext>
            </a:extLst>
          </p:cNvPr>
          <p:cNvSpPr/>
          <p:nvPr/>
        </p:nvSpPr>
        <p:spPr>
          <a:xfrm>
            <a:off x="813846" y="830104"/>
            <a:ext cx="9951563" cy="1676741"/>
          </a:xfrm>
          <a:prstGeom prst="rect">
            <a:avLst/>
          </a:prstGeom>
        </p:spPr>
        <p:txBody>
          <a:bodyPr wrap="square">
            <a:spAutoFit/>
          </a:bodyPr>
          <a:lstStyle/>
          <a:p>
            <a:pPr marL="342900" marR="0" lvl="0" indent="-342900">
              <a:lnSpc>
                <a:spcPct val="107000"/>
              </a:lnSpc>
              <a:spcBef>
                <a:spcPts val="0"/>
              </a:spcBef>
              <a:spcAft>
                <a:spcPts val="0"/>
              </a:spcAft>
              <a:buFont typeface="+mj-lt"/>
              <a:buAutoNum type="arabicPeriod"/>
            </a:pPr>
            <a:r>
              <a:rPr lang="en-US" dirty="0">
                <a:solidFill>
                  <a:srgbClr val="002060"/>
                </a:solidFill>
              </a:rPr>
              <a:t>Copy the URL from the above screen in SCPI.</a:t>
            </a:r>
          </a:p>
          <a:p>
            <a:pPr marL="342900" marR="0" lvl="0" indent="-342900">
              <a:lnSpc>
                <a:spcPct val="107000"/>
              </a:lnSpc>
              <a:spcBef>
                <a:spcPts val="0"/>
              </a:spcBef>
              <a:spcAft>
                <a:spcPts val="800"/>
              </a:spcAft>
              <a:buFont typeface="+mj-lt"/>
              <a:buAutoNum type="arabicPeriod"/>
            </a:pPr>
            <a:r>
              <a:rPr lang="en-US" dirty="0">
                <a:solidFill>
                  <a:srgbClr val="002060"/>
                </a:solidFill>
              </a:rPr>
              <a:t>Now create a new SOAP project and copy the endpoint and add  ?wsdl as below. Now click on the Add operation and subsequent Request1 as below.</a:t>
            </a:r>
          </a:p>
          <a:p>
            <a:pPr marL="342900" marR="0" lvl="0" indent="-342900">
              <a:lnSpc>
                <a:spcPct val="107000"/>
              </a:lnSpc>
              <a:spcBef>
                <a:spcPts val="0"/>
              </a:spcBef>
              <a:spcAft>
                <a:spcPts val="800"/>
              </a:spcAft>
              <a:buFont typeface="+mj-lt"/>
              <a:buAutoNum type="arabicPeriod"/>
            </a:pPr>
            <a:r>
              <a:rPr lang="en-US" dirty="0">
                <a:solidFill>
                  <a:srgbClr val="002060"/>
                </a:solidFill>
              </a:rPr>
              <a:t>provide the input fields which are mandatory. If configuration in SCPI is correct then response looks below.</a:t>
            </a:r>
          </a:p>
        </p:txBody>
      </p:sp>
      <p:pic>
        <p:nvPicPr>
          <p:cNvPr id="8" name="Picture 7">
            <a:extLst>
              <a:ext uri="{FF2B5EF4-FFF2-40B4-BE49-F238E27FC236}">
                <a16:creationId xmlns:a16="http://schemas.microsoft.com/office/drawing/2014/main" id="{5C8B5692-14C7-4FE6-8AB7-C779AE18B363}"/>
              </a:ext>
            </a:extLst>
          </p:cNvPr>
          <p:cNvPicPr>
            <a:picLocks noChangeAspect="1"/>
          </p:cNvPicPr>
          <p:nvPr/>
        </p:nvPicPr>
        <p:blipFill>
          <a:blip r:embed="rId2"/>
          <a:stretch>
            <a:fillRect/>
          </a:stretch>
        </p:blipFill>
        <p:spPr>
          <a:xfrm>
            <a:off x="169682" y="2628376"/>
            <a:ext cx="11868347" cy="3399519"/>
          </a:xfrm>
          <a:prstGeom prst="rect">
            <a:avLst/>
          </a:prstGeom>
        </p:spPr>
      </p:pic>
    </p:spTree>
    <p:extLst>
      <p:ext uri="{BB962C8B-B14F-4D97-AF65-F5344CB8AC3E}">
        <p14:creationId xmlns:p14="http://schemas.microsoft.com/office/powerpoint/2010/main" val="3051066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B04FDA0-59B1-47B2-B0A7-4735991240F0}"/>
              </a:ext>
            </a:extLst>
          </p:cNvPr>
          <p:cNvSpPr/>
          <p:nvPr/>
        </p:nvSpPr>
        <p:spPr>
          <a:xfrm>
            <a:off x="492464" y="245891"/>
            <a:ext cx="1414170" cy="461665"/>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Contd..1</a:t>
            </a:r>
          </a:p>
        </p:txBody>
      </p:sp>
      <p:sp>
        <p:nvSpPr>
          <p:cNvPr id="5" name="Slide Number Placeholder 4">
            <a:extLst>
              <a:ext uri="{FF2B5EF4-FFF2-40B4-BE49-F238E27FC236}">
                <a16:creationId xmlns:a16="http://schemas.microsoft.com/office/drawing/2014/main" id="{8DC7C686-3F9E-48A7-AEC5-047172F697CE}"/>
              </a:ext>
            </a:extLst>
          </p:cNvPr>
          <p:cNvSpPr>
            <a:spLocks noGrp="1"/>
          </p:cNvSpPr>
          <p:nvPr>
            <p:ph type="sldNum" sz="quarter" idx="12"/>
          </p:nvPr>
        </p:nvSpPr>
        <p:spPr/>
        <p:txBody>
          <a:bodyPr/>
          <a:lstStyle/>
          <a:p>
            <a:fld id="{04209834-1D31-4624-91EC-CD9531BDDA7C}" type="slidenum">
              <a:rPr lang="en-US" smtClean="0"/>
              <a:t>12</a:t>
            </a:fld>
            <a:endParaRPr lang="en-US" dirty="0"/>
          </a:p>
        </p:txBody>
      </p:sp>
      <p:sp>
        <p:nvSpPr>
          <p:cNvPr id="6" name="Rectangle 5">
            <a:extLst>
              <a:ext uri="{FF2B5EF4-FFF2-40B4-BE49-F238E27FC236}">
                <a16:creationId xmlns:a16="http://schemas.microsoft.com/office/drawing/2014/main" id="{2DEF6F0B-49A5-4136-87C6-315D6328C7B6}"/>
              </a:ext>
            </a:extLst>
          </p:cNvPr>
          <p:cNvSpPr/>
          <p:nvPr/>
        </p:nvSpPr>
        <p:spPr>
          <a:xfrm>
            <a:off x="779283" y="850991"/>
            <a:ext cx="9857295" cy="685059"/>
          </a:xfrm>
          <a:prstGeom prst="rect">
            <a:avLst/>
          </a:prstGeom>
        </p:spPr>
        <p:txBody>
          <a:bodyPr wrap="square">
            <a:spAutoFit/>
          </a:bodyPr>
          <a:lstStyle/>
          <a:p>
            <a:pPr marR="0" lvl="0">
              <a:lnSpc>
                <a:spcPct val="107000"/>
              </a:lnSpc>
              <a:spcBef>
                <a:spcPts val="0"/>
              </a:spcBef>
              <a:spcAft>
                <a:spcPts val="800"/>
              </a:spcAft>
            </a:pPr>
            <a:r>
              <a:rPr lang="en-US" dirty="0">
                <a:solidFill>
                  <a:srgbClr val="002060"/>
                </a:solidFill>
              </a:rPr>
              <a:t>Now Provide only one field input value, then exception raises as both the fields are mandatory. The SOAP response contains the fault string thrown by the webservice.</a:t>
            </a:r>
          </a:p>
        </p:txBody>
      </p:sp>
      <p:pic>
        <p:nvPicPr>
          <p:cNvPr id="7" name="Picture 6">
            <a:extLst>
              <a:ext uri="{FF2B5EF4-FFF2-40B4-BE49-F238E27FC236}">
                <a16:creationId xmlns:a16="http://schemas.microsoft.com/office/drawing/2014/main" id="{3ADD4400-FE8D-4253-9BE0-CF2A83F43789}"/>
              </a:ext>
            </a:extLst>
          </p:cNvPr>
          <p:cNvPicPr>
            <a:picLocks noChangeAspect="1"/>
          </p:cNvPicPr>
          <p:nvPr/>
        </p:nvPicPr>
        <p:blipFill>
          <a:blip r:embed="rId2"/>
          <a:stretch>
            <a:fillRect/>
          </a:stretch>
        </p:blipFill>
        <p:spPr>
          <a:xfrm>
            <a:off x="157113" y="1713123"/>
            <a:ext cx="11877773" cy="3264230"/>
          </a:xfrm>
          <a:prstGeom prst="rect">
            <a:avLst/>
          </a:prstGeom>
        </p:spPr>
      </p:pic>
    </p:spTree>
    <p:extLst>
      <p:ext uri="{BB962C8B-B14F-4D97-AF65-F5344CB8AC3E}">
        <p14:creationId xmlns:p14="http://schemas.microsoft.com/office/powerpoint/2010/main" val="3072459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1A8216-2A60-4AEB-B96A-0DA9231A8476}"/>
              </a:ext>
            </a:extLst>
          </p:cNvPr>
          <p:cNvSpPr/>
          <p:nvPr/>
        </p:nvSpPr>
        <p:spPr>
          <a:xfrm>
            <a:off x="422577" y="273486"/>
            <a:ext cx="3703258" cy="461665"/>
          </a:xfrm>
          <a:prstGeom prst="rect">
            <a:avLst/>
          </a:prstGeom>
          <a:noFill/>
        </p:spPr>
        <p:txBody>
          <a:bodyPr wrap="none" lIns="91440" tIns="45720" rIns="91440" bIns="45720">
            <a:spAutoFit/>
          </a:bodyPr>
          <a:lstStyle/>
          <a:p>
            <a:pPr algn="ctr"/>
            <a:r>
              <a:rPr lang="en-US" sz="2400" b="1" dirty="0">
                <a:solidFill>
                  <a:srgbClr val="002060"/>
                </a:solidFill>
                <a:latin typeface="Arial" panose="020B0604020202020204" pitchFamily="34" charset="0"/>
                <a:ea typeface="+mj-ea"/>
                <a:cs typeface="Arial" panose="020B0604020202020204" pitchFamily="34" charset="0"/>
              </a:rPr>
              <a:t>Alert Notification in Mail</a:t>
            </a:r>
          </a:p>
        </p:txBody>
      </p:sp>
      <p:sp>
        <p:nvSpPr>
          <p:cNvPr id="5" name="Slide Number Placeholder 4">
            <a:extLst>
              <a:ext uri="{FF2B5EF4-FFF2-40B4-BE49-F238E27FC236}">
                <a16:creationId xmlns:a16="http://schemas.microsoft.com/office/drawing/2014/main" id="{4C1AC46B-21B8-4570-889C-46F490219F8D}"/>
              </a:ext>
            </a:extLst>
          </p:cNvPr>
          <p:cNvSpPr>
            <a:spLocks noGrp="1"/>
          </p:cNvSpPr>
          <p:nvPr>
            <p:ph type="sldNum" sz="quarter" idx="12"/>
          </p:nvPr>
        </p:nvSpPr>
        <p:spPr/>
        <p:txBody>
          <a:bodyPr/>
          <a:lstStyle/>
          <a:p>
            <a:fld id="{04209834-1D31-4624-91EC-CD9531BDDA7C}" type="slidenum">
              <a:rPr lang="en-US" smtClean="0"/>
              <a:t>13</a:t>
            </a:fld>
            <a:endParaRPr lang="en-US" dirty="0"/>
          </a:p>
        </p:txBody>
      </p:sp>
      <p:pic>
        <p:nvPicPr>
          <p:cNvPr id="7" name="Picture 6">
            <a:extLst>
              <a:ext uri="{FF2B5EF4-FFF2-40B4-BE49-F238E27FC236}">
                <a16:creationId xmlns:a16="http://schemas.microsoft.com/office/drawing/2014/main" id="{B789FA23-6C9D-461E-9818-1680CB0C2916}"/>
              </a:ext>
            </a:extLst>
          </p:cNvPr>
          <p:cNvPicPr>
            <a:picLocks noChangeAspect="1"/>
          </p:cNvPicPr>
          <p:nvPr/>
        </p:nvPicPr>
        <p:blipFill>
          <a:blip r:embed="rId2"/>
          <a:stretch>
            <a:fillRect/>
          </a:stretch>
        </p:blipFill>
        <p:spPr>
          <a:xfrm>
            <a:off x="357187" y="1247775"/>
            <a:ext cx="11477625" cy="4362450"/>
          </a:xfrm>
          <a:prstGeom prst="rect">
            <a:avLst/>
          </a:prstGeom>
        </p:spPr>
      </p:pic>
    </p:spTree>
    <p:extLst>
      <p:ext uri="{BB962C8B-B14F-4D97-AF65-F5344CB8AC3E}">
        <p14:creationId xmlns:p14="http://schemas.microsoft.com/office/powerpoint/2010/main" val="248152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5356" y="5468800"/>
            <a:ext cx="5222287" cy="1152144"/>
          </a:xfrm>
        </p:spPr>
        <p:txBody>
          <a:bodyPr/>
          <a:lstStyle/>
          <a:p>
            <a:pPr>
              <a:lnSpc>
                <a:spcPts val="900"/>
              </a:lnSpc>
            </a:pPr>
            <a:r>
              <a:rPr lang="en-US" b="1" dirty="0"/>
              <a:t>About Deloitte</a:t>
            </a:r>
            <a:br>
              <a:rPr lang="en-US" dirty="0"/>
            </a:br>
            <a:r>
              <a:rPr lang="en-US" dirty="0"/>
              <a:t>Deloitte refers to one or more of Deloitte Touche Tohmatsu Limited, a UK private company limited by guarantee, and its network of member firms, each of which is a legally separate and independent entity. Please see </a:t>
            </a:r>
            <a:r>
              <a:rPr lang="en-US" dirty="0">
                <a:hlinkClick r:id="rId3"/>
              </a:rPr>
              <a:t>www.deloitte.com/about</a:t>
            </a:r>
            <a:r>
              <a:rPr lang="en-US" dirty="0"/>
              <a:t> for a detailed description of the legal structure of Deloitte Touche Tohmatsu Limited and its member firms. Please see </a:t>
            </a:r>
            <a:r>
              <a:rPr lang="en-US" dirty="0">
                <a:hlinkClick r:id="rId4"/>
              </a:rPr>
              <a:t>www.deloitte.com/us/about</a:t>
            </a:r>
            <a:r>
              <a:rPr lang="en-US" dirty="0"/>
              <a:t> for a detailed description of the legal structure of Deloitte LLP and its subsidiaries. Certain services may not be available to attest clients under the rules and regulations of public accounting. </a:t>
            </a:r>
            <a:br>
              <a:rPr lang="en-US" dirty="0"/>
            </a:br>
            <a:br>
              <a:rPr lang="en-US" dirty="0"/>
            </a:br>
            <a:r>
              <a:rPr lang="en-US" dirty="0"/>
              <a:t>Copyright © 2013 Deloitte Development LLC. All rights reserved.</a:t>
            </a:r>
            <a:br>
              <a:rPr lang="en-US" dirty="0"/>
            </a:br>
            <a:r>
              <a:rPr lang="en-US" dirty="0"/>
              <a:t>36 USC 220506</a:t>
            </a:r>
            <a:br>
              <a:rPr lang="en-US" dirty="0"/>
            </a:br>
            <a:r>
              <a:rPr lang="en-US" dirty="0"/>
              <a:t>Member of Deloitte Touche Tohmatsu Limited</a:t>
            </a: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2802" y="4617066"/>
            <a:ext cx="3439237" cy="640080"/>
          </a:xfrm>
          <a:prstGeom prst="rect">
            <a:avLst/>
          </a:prstGeom>
        </p:spPr>
      </p:pic>
    </p:spTree>
    <p:extLst>
      <p:ext uri="{BB962C8B-B14F-4D97-AF65-F5344CB8AC3E}">
        <p14:creationId xmlns:p14="http://schemas.microsoft.com/office/powerpoint/2010/main" val="1618237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F06D354A65BD46B62A95A3455428F7" ma:contentTypeVersion="6" ma:contentTypeDescription="Create a new document." ma:contentTypeScope="" ma:versionID="5a9b685b6f5b38d1f824be75f8c2c10f">
  <xsd:schema xmlns:xsd="http://www.w3.org/2001/XMLSchema" xmlns:xs="http://www.w3.org/2001/XMLSchema" xmlns:p="http://schemas.microsoft.com/office/2006/metadata/properties" xmlns:ns2="ee74452c-ad38-4f48-abaa-0382c4e578b3" xmlns:ns3="5ecd7d5c-5014-4c99-afc7-30d8cd30d8fe" targetNamespace="http://schemas.microsoft.com/office/2006/metadata/properties" ma:root="true" ma:fieldsID="9a155d52bd2634fbb5a04034cc4aad99" ns2:_="" ns3:_="">
    <xsd:import namespace="ee74452c-ad38-4f48-abaa-0382c4e578b3"/>
    <xsd:import namespace="5ecd7d5c-5014-4c99-afc7-30d8cd30d8f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4452c-ad38-4f48-abaa-0382c4e578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ecd7d5c-5014-4c99-afc7-30d8cd30d8f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0286B40-DABE-4A5F-8138-FBDCC262A3FD}"/>
</file>

<file path=customXml/itemProps2.xml><?xml version="1.0" encoding="utf-8"?>
<ds:datastoreItem xmlns:ds="http://schemas.openxmlformats.org/officeDocument/2006/customXml" ds:itemID="{781BEAA1-538A-478C-BD7C-6321CAC55449}"/>
</file>

<file path=customXml/itemProps3.xml><?xml version="1.0" encoding="utf-8"?>
<ds:datastoreItem xmlns:ds="http://schemas.openxmlformats.org/officeDocument/2006/customXml" ds:itemID="{05115226-DF3F-4523-B700-2F80E1E7FBA2}"/>
</file>

<file path=docProps/app.xml><?xml version="1.0" encoding="utf-8"?>
<Properties xmlns="http://schemas.openxmlformats.org/officeDocument/2006/extended-properties" xmlns:vt="http://schemas.openxmlformats.org/officeDocument/2006/docPropsVTypes">
  <Template/>
  <TotalTime>1357</TotalTime>
  <Words>671</Words>
  <Application>Microsoft Office PowerPoint</Application>
  <PresentationFormat>Widescreen</PresentationFormat>
  <Paragraphs>55</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Jain, Vishal</cp:lastModifiedBy>
  <cp:revision>26</cp:revision>
  <dcterms:created xsi:type="dcterms:W3CDTF">2018-04-12T09:37:24Z</dcterms:created>
  <dcterms:modified xsi:type="dcterms:W3CDTF">2021-06-03T12:13:23Z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2021-06-03T12:13:17Z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e324f61b-1e00-4835-8e3d-f5445450190c</vt:lpwstr>
  </property>
  <property fmtid="{D5CDD505-2E9C-101B-9397-08002B2CF9AE}" pid="8" name="MSIP_Label_ea60d57e-af5b-4752-ac57-3e4f28ca11dc_ContentBits">
    <vt:lpwstr>0</vt:lpwstr>
  </property>
  <property fmtid="{D5CDD505-2E9C-101B-9397-08002B2CF9AE}" pid="9" name="ContentTypeId">
    <vt:lpwstr>0x010100A9F06D354A65BD46B62A95A3455428F7</vt:lpwstr>
  </property>
</Properties>
</file>