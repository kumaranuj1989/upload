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 id="2147483909" r:id="rId5"/>
  </p:sldMasterIdLst>
  <p:notesMasterIdLst>
    <p:notesMasterId r:id="rId25"/>
  </p:notesMasterIdLst>
  <p:handoutMasterIdLst>
    <p:handoutMasterId r:id="rId26"/>
  </p:handoutMasterIdLst>
  <p:sldIdLst>
    <p:sldId id="304" r:id="rId6"/>
    <p:sldId id="598" r:id="rId7"/>
    <p:sldId id="600" r:id="rId8"/>
    <p:sldId id="601" r:id="rId9"/>
    <p:sldId id="686" r:id="rId10"/>
    <p:sldId id="604" r:id="rId11"/>
    <p:sldId id="605" r:id="rId12"/>
    <p:sldId id="607" r:id="rId13"/>
    <p:sldId id="611" r:id="rId14"/>
    <p:sldId id="608" r:id="rId15"/>
    <p:sldId id="680" r:id="rId16"/>
    <p:sldId id="684" r:id="rId17"/>
    <p:sldId id="668" r:id="rId18"/>
    <p:sldId id="667" r:id="rId19"/>
    <p:sldId id="669" r:id="rId20"/>
    <p:sldId id="670" r:id="rId21"/>
    <p:sldId id="681" r:id="rId22"/>
    <p:sldId id="685" r:id="rId23"/>
    <p:sldId id="588" r:id="rId24"/>
  </p:sldIdLst>
  <p:sldSz cx="9144000" cy="6858000" type="screen4x3"/>
  <p:notesSz cx="6858000" cy="9296400"/>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882">
          <p15:clr>
            <a:srgbClr val="A4A3A4"/>
          </p15:clr>
        </p15:guide>
        <p15:guide id="2" orient="horz" pos="491">
          <p15:clr>
            <a:srgbClr val="A4A3A4"/>
          </p15:clr>
        </p15:guide>
        <p15:guide id="3" orient="horz" pos="158">
          <p15:clr>
            <a:srgbClr val="A4A3A4"/>
          </p15:clr>
        </p15:guide>
        <p15:guide id="4" orient="horz" pos="4166">
          <p15:clr>
            <a:srgbClr val="A4A3A4"/>
          </p15:clr>
        </p15:guide>
        <p15:guide id="5" orient="horz" pos="727">
          <p15:clr>
            <a:srgbClr val="A4A3A4"/>
          </p15:clr>
        </p15:guide>
        <p15:guide id="6" orient="horz" pos="4274">
          <p15:clr>
            <a:srgbClr val="A4A3A4"/>
          </p15:clr>
        </p15:guide>
        <p15:guide id="7" orient="horz" pos="3960">
          <p15:clr>
            <a:srgbClr val="A4A3A4"/>
          </p15:clr>
        </p15:guide>
        <p15:guide id="8" orient="horz">
          <p15:clr>
            <a:srgbClr val="A4A3A4"/>
          </p15:clr>
        </p15:guide>
        <p15:guide id="9" orient="horz" pos="2110">
          <p15:clr>
            <a:srgbClr val="A4A3A4"/>
          </p15:clr>
        </p15:guide>
        <p15:guide id="10" orient="horz" pos="1163">
          <p15:clr>
            <a:srgbClr val="A4A3A4"/>
          </p15:clr>
        </p15:guide>
        <p15:guide id="11" orient="horz" pos="1284">
          <p15:clr>
            <a:srgbClr val="A4A3A4"/>
          </p15:clr>
        </p15:guide>
        <p15:guide id="12" pos="2973">
          <p15:clr>
            <a:srgbClr val="A4A3A4"/>
          </p15:clr>
        </p15:guide>
        <p15:guide id="13" pos="255">
          <p15:clr>
            <a:srgbClr val="A4A3A4"/>
          </p15:clr>
        </p15:guide>
        <p15:guide id="14" pos="5504">
          <p15:clr>
            <a:srgbClr val="A4A3A4"/>
          </p15:clr>
        </p15:guide>
        <p15:guide id="15" pos="2982">
          <p15:clr>
            <a:srgbClr val="A4A3A4"/>
          </p15:clr>
        </p15:guide>
        <p15:guide id="16" pos="2778">
          <p15:clr>
            <a:srgbClr val="A4A3A4"/>
          </p15:clr>
        </p15:guide>
        <p15:guide id="17" pos="369">
          <p15:clr>
            <a:srgbClr val="A4A3A4"/>
          </p15:clr>
        </p15:guide>
        <p15:guide id="18" pos="539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ammer, Jodi" initials="" lastIdx="79" clrIdx="0"/>
  <p:cmAuthor id="1" name="Youngraven, Leah" initials="" lastIdx="20" clrIdx="1"/>
  <p:cmAuthor id="2" name="Brittain, Dorothy" initials="" lastIdx="1" clrIdx="2"/>
  <p:cmAuthor id="3" name="Currie, Myles" initials="" lastIdx="7" clrIdx="3"/>
  <p:cmAuthor id="4" name="Sottile, Laura" initials="LS" lastIdx="4" clrIdx="4"/>
  <p:cmAuthor id="5" name="Brittain, Dorothy" initials="DB" lastIdx="104"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1DE"/>
    <a:srgbClr val="404040"/>
    <a:srgbClr val="BFBFBF"/>
    <a:srgbClr val="7F7F7F"/>
    <a:srgbClr val="CC3300"/>
    <a:srgbClr val="336600"/>
    <a:srgbClr val="FF9900"/>
    <a:srgbClr val="3C8A2D"/>
    <a:srgbClr val="002776"/>
    <a:srgbClr val="007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26" autoAdjust="0"/>
    <p:restoredTop sz="99059" autoAdjust="0"/>
  </p:normalViewPr>
  <p:slideViewPr>
    <p:cSldViewPr snapToGrid="0" snapToObjects="1">
      <p:cViewPr varScale="1">
        <p:scale>
          <a:sx n="63" d="100"/>
          <a:sy n="63" d="100"/>
        </p:scale>
        <p:origin x="1252" y="56"/>
      </p:cViewPr>
      <p:guideLst>
        <p:guide orient="horz" pos="882"/>
        <p:guide orient="horz" pos="491"/>
        <p:guide orient="horz" pos="158"/>
        <p:guide orient="horz" pos="4166"/>
        <p:guide orient="horz" pos="727"/>
        <p:guide orient="horz" pos="4274"/>
        <p:guide orient="horz" pos="3960"/>
        <p:guide orient="horz"/>
        <p:guide orient="horz" pos="2110"/>
        <p:guide orient="horz" pos="1163"/>
        <p:guide orient="horz" pos="1284"/>
        <p:guide pos="2973"/>
        <p:guide pos="255"/>
        <p:guide pos="5504"/>
        <p:guide pos="2982"/>
        <p:guide pos="2778"/>
        <p:guide pos="369"/>
        <p:guide pos="53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660"/>
    </p:cViewPr>
  </p:sorterViewPr>
  <p:notesViewPr>
    <p:cSldViewPr snapToGrid="0" snapToObjects="1">
      <p:cViewPr varScale="1">
        <p:scale>
          <a:sx n="98" d="100"/>
          <a:sy n="98" d="100"/>
        </p:scale>
        <p:origin x="-2622" y="-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may, Shivam" userId="S::ssaumay@deloitte.com::33920cf1-91eb-4aab-8531-31cb5027a181" providerId="AD" clId="Web-{F57FB71D-4703-4FCB-92A5-5C6EA0456FC9}"/>
    <pc:docChg chg="sldOrd">
      <pc:chgData name="Saumay, Shivam" userId="S::ssaumay@deloitte.com::33920cf1-91eb-4aab-8531-31cb5027a181" providerId="AD" clId="Web-{F57FB71D-4703-4FCB-92A5-5C6EA0456FC9}" dt="2023-08-31T11:53:31.769" v="0"/>
      <pc:docMkLst>
        <pc:docMk/>
      </pc:docMkLst>
      <pc:sldChg chg="ord">
        <pc:chgData name="Saumay, Shivam" userId="S::ssaumay@deloitte.com::33920cf1-91eb-4aab-8531-31cb5027a181" providerId="AD" clId="Web-{F57FB71D-4703-4FCB-92A5-5C6EA0456FC9}" dt="2023-08-31T11:53:31.769" v="0"/>
        <pc:sldMkLst>
          <pc:docMk/>
          <pc:sldMk cId="1128110498" sldId="598"/>
        </pc:sldMkLst>
      </pc:sldChg>
    </pc:docChg>
  </pc:docChgLst>
  <pc:docChgLst>
    <pc:chgData name="Soni, Saloni" userId="S::salosoni@deloitte.com::56d1ee55-f47d-4517-8d5f-65ecd2cdb8da" providerId="AD" clId="Web-{C54B331C-B1C1-B7D1-D1C4-DD68AFE4F5C8}"/>
    <pc:docChg chg="modSld">
      <pc:chgData name="Soni, Saloni" userId="S::salosoni@deloitte.com::56d1ee55-f47d-4517-8d5f-65ecd2cdb8da" providerId="AD" clId="Web-{C54B331C-B1C1-B7D1-D1C4-DD68AFE4F5C8}" dt="2024-03-14T04:09:42.995" v="0" actId="20577"/>
      <pc:docMkLst>
        <pc:docMk/>
      </pc:docMkLst>
      <pc:sldChg chg="modSp">
        <pc:chgData name="Soni, Saloni" userId="S::salosoni@deloitte.com::56d1ee55-f47d-4517-8d5f-65ecd2cdb8da" providerId="AD" clId="Web-{C54B331C-B1C1-B7D1-D1C4-DD68AFE4F5C8}" dt="2024-03-14T04:09:42.995" v="0" actId="20577"/>
        <pc:sldMkLst>
          <pc:docMk/>
          <pc:sldMk cId="0" sldId="304"/>
        </pc:sldMkLst>
      </pc:sldChg>
    </pc:docChg>
  </pc:docChgLst>
  <pc:docChgLst>
    <pc:chgData name="Agarwal, Shreyansh" userId="S::shreyanagarwal@deloitte.com::fb6e8a2e-0a2e-40ea-8002-25afb9f356ea" providerId="AD" clId="Web-{3015A38B-9843-4309-821C-51308DC5DEB4}"/>
    <pc:docChg chg="modSld">
      <pc:chgData name="Agarwal, Shreyansh" userId="S::shreyanagarwal@deloitte.com::fb6e8a2e-0a2e-40ea-8002-25afb9f356ea" providerId="AD" clId="Web-{3015A38B-9843-4309-821C-51308DC5DEB4}" dt="2023-08-07T23:23:34.358" v="0" actId="1076"/>
      <pc:docMkLst>
        <pc:docMk/>
      </pc:docMkLst>
      <pc:sldChg chg="modSp">
        <pc:chgData name="Agarwal, Shreyansh" userId="S::shreyanagarwal@deloitte.com::fb6e8a2e-0a2e-40ea-8002-25afb9f356ea" providerId="AD" clId="Web-{3015A38B-9843-4309-821C-51308DC5DEB4}" dt="2023-08-07T23:23:34.358" v="0" actId="1076"/>
        <pc:sldMkLst>
          <pc:docMk/>
          <pc:sldMk cId="2783519439" sldId="668"/>
        </pc:sldMkLst>
      </pc:sldChg>
    </pc:docChg>
  </pc:docChgLst>
  <pc:docChgLst>
    <pc:chgData name="R, Abhishek" userId="S::abhishekr98@deloitte.com::399e1896-d4ca-4e25-82bc-15b22ef497bb" providerId="AD" clId="Web-{37FE31AC-97E2-6C74-07A2-07EE780D3CED}"/>
    <pc:docChg chg="mod">
      <pc:chgData name="R, Abhishek" userId="S::abhishekr98@deloitte.com::399e1896-d4ca-4e25-82bc-15b22ef497bb" providerId="AD" clId="Web-{37FE31AC-97E2-6C74-07A2-07EE780D3CED}" dt="2024-03-25T02:47:36.748" v="0" actId="33475"/>
      <pc:docMkLst>
        <pc:docMk/>
      </pc:docMkLst>
    </pc:docChg>
  </pc:docChgLst>
  <pc:docChgLst>
    <pc:chgData name="Moin Khaja, Shaik" userId="781edcc4-8406-4a1c-a708-37c6142ad11e" providerId="ADAL" clId="{0B56C251-BE69-4E00-83F9-DFACDF60AC53}"/>
    <pc:docChg chg="modSld">
      <pc:chgData name="Moin Khaja, Shaik" userId="781edcc4-8406-4a1c-a708-37c6142ad11e" providerId="ADAL" clId="{0B56C251-BE69-4E00-83F9-DFACDF60AC53}" dt="2025-10-27T03:21:51.222" v="0" actId="20577"/>
      <pc:docMkLst>
        <pc:docMk/>
      </pc:docMkLst>
      <pc:sldChg chg="modSp mod">
        <pc:chgData name="Moin Khaja, Shaik" userId="781edcc4-8406-4a1c-a708-37c6142ad11e" providerId="ADAL" clId="{0B56C251-BE69-4E00-83F9-DFACDF60AC53}" dt="2025-10-27T03:21:51.222" v="0" actId="20577"/>
        <pc:sldMkLst>
          <pc:docMk/>
          <pc:sldMk cId="0" sldId="304"/>
        </pc:sldMkLst>
        <pc:spChg chg="mod">
          <ac:chgData name="Moin Khaja, Shaik" userId="781edcc4-8406-4a1c-a708-37c6142ad11e" providerId="ADAL" clId="{0B56C251-BE69-4E00-83F9-DFACDF60AC53}" dt="2025-10-27T03:21:51.222" v="0" actId="20577"/>
          <ac:spMkLst>
            <pc:docMk/>
            <pc:sldMk cId="0" sldId="304"/>
            <ac:spMk id="121891" creationId="{00000000-0000-0000-0000-000000000000}"/>
          </ac:spMkLst>
        </pc:spChg>
      </pc:sldChg>
    </pc:docChg>
  </pc:docChgLst>
  <pc:docChgLst>
    <pc:chgData name="Moin Khaja, Shaik" userId="S::mmoinkhaja@deloitte.com::781edcc4-8406-4a1c-a708-37c6142ad11e" providerId="AD" clId="Web-{6A977F6E-6499-436E-FD87-65915A418E16}"/>
    <pc:docChg chg="sldOrd">
      <pc:chgData name="Moin Khaja, Shaik" userId="S::mmoinkhaja@deloitte.com::781edcc4-8406-4a1c-a708-37c6142ad11e" providerId="AD" clId="Web-{6A977F6E-6499-436E-FD87-65915A418E16}" dt="2025-06-09T11:19:26.697" v="0"/>
      <pc:docMkLst>
        <pc:docMk/>
      </pc:docMkLst>
      <pc:sldChg chg="ord">
        <pc:chgData name="Moin Khaja, Shaik" userId="S::mmoinkhaja@deloitte.com::781edcc4-8406-4a1c-a708-37c6142ad11e" providerId="AD" clId="Web-{6A977F6E-6499-436E-FD87-65915A418E16}" dt="2025-06-09T11:19:26.697" v="0"/>
        <pc:sldMkLst>
          <pc:docMk/>
          <pc:sldMk cId="1128110498" sldId="5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l" defTabSz="634922">
              <a:spcBef>
                <a:spcPct val="0"/>
              </a:spcBef>
              <a:defRPr sz="800" b="0"/>
            </a:lvl1pPr>
          </a:lstStyle>
          <a:p>
            <a:endParaRPr lang="en-GB" dirty="0"/>
          </a:p>
        </p:txBody>
      </p:sp>
      <p:sp>
        <p:nvSpPr>
          <p:cNvPr id="3" name="Date Placeholder 2"/>
          <p:cNvSpPr>
            <a:spLocks noGrp="1"/>
          </p:cNvSpPr>
          <p:nvPr>
            <p:ph type="dt" sz="quarter" idx="1"/>
          </p:nvPr>
        </p:nvSpPr>
        <p:spPr bwMode="auto">
          <a:xfrm>
            <a:off x="3884613" y="0"/>
            <a:ext cx="2971800"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r" defTabSz="634922">
              <a:spcBef>
                <a:spcPct val="0"/>
              </a:spcBef>
              <a:defRPr sz="800" b="0"/>
            </a:lvl1pPr>
          </a:lstStyle>
          <a:p>
            <a:fld id="{55F4F54F-BFE9-4158-8CC4-DD040336CB83}" type="datetimeFigureOut">
              <a:rPr lang="en-US"/>
              <a:pPr/>
              <a:t>10/27/2025</a:t>
            </a:fld>
            <a:endParaRPr lang="en-GB" dirty="0"/>
          </a:p>
        </p:txBody>
      </p:sp>
      <p:sp>
        <p:nvSpPr>
          <p:cNvPr id="4" name="Footer Placeholder 3"/>
          <p:cNvSpPr>
            <a:spLocks noGrp="1"/>
          </p:cNvSpPr>
          <p:nvPr>
            <p:ph type="ftr" sz="quarter" idx="2"/>
          </p:nvPr>
        </p:nvSpPr>
        <p:spPr bwMode="auto">
          <a:xfrm>
            <a:off x="0" y="8831263"/>
            <a:ext cx="2973388"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l" defTabSz="634922">
              <a:spcBef>
                <a:spcPct val="0"/>
              </a:spcBef>
              <a:defRPr sz="800" b="0"/>
            </a:lvl1pPr>
          </a:lstStyle>
          <a:p>
            <a:endParaRPr lang="en-GB" dirty="0"/>
          </a:p>
        </p:txBody>
      </p:sp>
      <p:sp>
        <p:nvSpPr>
          <p:cNvPr id="5" name="Slide Number Placeholder 4"/>
          <p:cNvSpPr>
            <a:spLocks noGrp="1"/>
          </p:cNvSpPr>
          <p:nvPr>
            <p:ph type="sldNum" sz="quarter" idx="3"/>
          </p:nvPr>
        </p:nvSpPr>
        <p:spPr bwMode="auto">
          <a:xfrm>
            <a:off x="3884613" y="8831263"/>
            <a:ext cx="2971800"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r" defTabSz="634922">
              <a:spcBef>
                <a:spcPct val="0"/>
              </a:spcBef>
              <a:defRPr sz="800" b="0"/>
            </a:lvl1pPr>
          </a:lstStyle>
          <a:p>
            <a:fld id="{4A1FC2AB-82DE-43D4-878D-2B0CA2799EF2}" type="slidenum">
              <a:rPr lang="en-GB"/>
              <a:pPr/>
              <a:t>‹#›</a:t>
            </a:fld>
            <a:endParaRPr lang="en-GB" dirty="0"/>
          </a:p>
        </p:txBody>
      </p:sp>
    </p:spTree>
    <p:extLst>
      <p:ext uri="{BB962C8B-B14F-4D97-AF65-F5344CB8AC3E}">
        <p14:creationId xmlns:p14="http://schemas.microsoft.com/office/powerpoint/2010/main" val="4704309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l" defTabSz="634922">
              <a:spcBef>
                <a:spcPct val="0"/>
              </a:spcBef>
              <a:defRPr sz="1200" b="0"/>
            </a:lvl1pPr>
          </a:lstStyle>
          <a:p>
            <a:endParaRPr lang="en-GB" dirty="0"/>
          </a:p>
        </p:txBody>
      </p:sp>
      <p:sp>
        <p:nvSpPr>
          <p:cNvPr id="3" name="Date Placeholder 2"/>
          <p:cNvSpPr>
            <a:spLocks noGrp="1"/>
          </p:cNvSpPr>
          <p:nvPr>
            <p:ph type="dt" idx="1"/>
          </p:nvPr>
        </p:nvSpPr>
        <p:spPr bwMode="auto">
          <a:xfrm>
            <a:off x="3884613" y="0"/>
            <a:ext cx="2971800"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r" defTabSz="634922">
              <a:spcBef>
                <a:spcPct val="0"/>
              </a:spcBef>
              <a:defRPr sz="1200" b="0"/>
            </a:lvl1pPr>
          </a:lstStyle>
          <a:p>
            <a:fld id="{48C56040-B352-4CF8-B5D5-F47EA68AB32D}" type="datetimeFigureOut">
              <a:rPr lang="en-US"/>
              <a:pPr/>
              <a:t>10/27/2025</a:t>
            </a:fld>
            <a:endParaRPr lang="en-GB" dirty="0"/>
          </a:p>
        </p:txBody>
      </p:sp>
      <p:sp>
        <p:nvSpPr>
          <p:cNvPr id="4" name="Slide Image Placeholder 3"/>
          <p:cNvSpPr>
            <a:spLocks noGrp="1" noRot="1" noChangeAspect="1"/>
          </p:cNvSpPr>
          <p:nvPr>
            <p:ph type="sldImg" idx="2"/>
          </p:nvPr>
        </p:nvSpPr>
        <p:spPr>
          <a:xfrm>
            <a:off x="1106488" y="698500"/>
            <a:ext cx="4646612" cy="3486150"/>
          </a:xfrm>
          <a:prstGeom prst="rect">
            <a:avLst/>
          </a:prstGeom>
          <a:noFill/>
          <a:ln w="12700">
            <a:solidFill>
              <a:prstClr val="black"/>
            </a:solidFill>
          </a:ln>
        </p:spPr>
        <p:txBody>
          <a:bodyPr vert="horz" lIns="139373" tIns="69688" rIns="139373" bIns="69688" rtlCol="0" anchor="ctr"/>
          <a:lstStyle/>
          <a:p>
            <a:pPr lvl="0"/>
            <a:endParaRPr lang="en-GB" noProof="0" dirty="0"/>
          </a:p>
        </p:txBody>
      </p:sp>
      <p:sp>
        <p:nvSpPr>
          <p:cNvPr id="5" name="Notes Placeholder 4"/>
          <p:cNvSpPr>
            <a:spLocks noGrp="1"/>
          </p:cNvSpPr>
          <p:nvPr>
            <p:ph type="body" sz="quarter" idx="3"/>
          </p:nvPr>
        </p:nvSpPr>
        <p:spPr bwMode="gray">
          <a:xfrm>
            <a:off x="684214" y="4416426"/>
            <a:ext cx="5489575" cy="91757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bwMode="auto">
          <a:xfrm>
            <a:off x="0" y="8831263"/>
            <a:ext cx="2973388"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l" defTabSz="634922">
              <a:spcBef>
                <a:spcPct val="0"/>
              </a:spcBef>
              <a:defRPr sz="1200" b="0"/>
            </a:lvl1pPr>
          </a:lstStyle>
          <a:p>
            <a:endParaRPr lang="en-GB" dirty="0"/>
          </a:p>
        </p:txBody>
      </p:sp>
      <p:sp>
        <p:nvSpPr>
          <p:cNvPr id="7" name="Slide Number Placeholder 6"/>
          <p:cNvSpPr>
            <a:spLocks noGrp="1"/>
          </p:cNvSpPr>
          <p:nvPr>
            <p:ph type="sldNum" sz="quarter" idx="5"/>
          </p:nvPr>
        </p:nvSpPr>
        <p:spPr bwMode="auto">
          <a:xfrm>
            <a:off x="3884613" y="8831263"/>
            <a:ext cx="2971800"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r" defTabSz="634922">
              <a:spcBef>
                <a:spcPct val="0"/>
              </a:spcBef>
              <a:defRPr sz="1200" b="0"/>
            </a:lvl1pPr>
          </a:lstStyle>
          <a:p>
            <a:fld id="{F6715F80-3722-40A8-A13B-913CAEEA0A98}" type="slidenum">
              <a:rPr lang="en-GB"/>
              <a:pPr/>
              <a:t>‹#›</a:t>
            </a:fld>
            <a:endParaRPr lang="en-GB" dirty="0"/>
          </a:p>
        </p:txBody>
      </p:sp>
    </p:spTree>
    <p:extLst>
      <p:ext uri="{BB962C8B-B14F-4D97-AF65-F5344CB8AC3E}">
        <p14:creationId xmlns:p14="http://schemas.microsoft.com/office/powerpoint/2010/main" val="886304488"/>
      </p:ext>
    </p:extLst>
  </p:cSld>
  <p:clrMap bg1="lt1" tx1="dk1" bg2="lt2" tx2="dk2" accent1="accent1" accent2="accent2" accent3="accent3" accent4="accent4" accent5="accent5" accent6="accent6" hlink="hlink" folHlink="folHlink"/>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4" name="Rectangle 4"/>
          <p:cNvSpPr>
            <a:spLocks noGrp="1" noRot="1" noChangeAspect="1" noTextEdit="1"/>
          </p:cNvSpPr>
          <p:nvPr>
            <p:ph type="sldImg"/>
          </p:nvPr>
        </p:nvSpPr>
        <p:spPr bwMode="auto">
          <a:noFill/>
          <a:ln>
            <a:solidFill>
              <a:srgbClr val="000000"/>
            </a:solidFill>
            <a:miter lim="800000"/>
            <a:headEnd/>
            <a:tailEnd/>
          </a:ln>
        </p:spPr>
      </p:sp>
      <p:sp>
        <p:nvSpPr>
          <p:cNvPr id="281605" name="Rectangle 5"/>
          <p:cNvSpPr>
            <a:spLocks noGrp="1"/>
          </p:cNvSpPr>
          <p:nvPr>
            <p:ph type="body" idx="1"/>
          </p:nvPr>
        </p:nvSpPr>
        <p:spPr>
          <a:xfrm>
            <a:off x="684214" y="4416427"/>
            <a:ext cx="5489575" cy="169277"/>
          </a:xfrm>
        </p:spPr>
        <p:txBody>
          <a:bodyPr/>
          <a:lstStyle/>
          <a:p>
            <a:endParaRPr lang="en-US" dirty="0"/>
          </a:p>
        </p:txBody>
      </p:sp>
    </p:spTree>
    <p:extLst>
      <p:ext uri="{BB962C8B-B14F-4D97-AF65-F5344CB8AC3E}">
        <p14:creationId xmlns:p14="http://schemas.microsoft.com/office/powerpoint/2010/main" val="3143932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34922" rtl="0" eaLnBrk="1" fontAlgn="auto" latinLnBrk="0" hangingPunct="1">
              <a:lnSpc>
                <a:spcPct val="100000"/>
              </a:lnSpc>
              <a:spcBef>
                <a:spcPct val="0"/>
              </a:spcBef>
              <a:spcAft>
                <a:spcPts val="0"/>
              </a:spcAft>
              <a:buClrTx/>
              <a:buSzTx/>
              <a:buFontTx/>
              <a:buNone/>
              <a:tabLst/>
              <a:defRPr/>
            </a:pPr>
            <a:fld id="{53FF97DE-2E5A-4F56-B5F7-2D03942CAE1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34922" rtl="0" eaLnBrk="1" fontAlgn="auto" latinLnBrk="0" hangingPunct="1">
                <a:lnSpc>
                  <a:spcPct val="100000"/>
                </a:lnSpc>
                <a:spcBef>
                  <a:spcPct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3252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34922" rtl="0" eaLnBrk="1" fontAlgn="auto" latinLnBrk="0" hangingPunct="1">
              <a:lnSpc>
                <a:spcPct val="100000"/>
              </a:lnSpc>
              <a:spcBef>
                <a:spcPct val="0"/>
              </a:spcBef>
              <a:spcAft>
                <a:spcPts val="0"/>
              </a:spcAft>
              <a:buClrTx/>
              <a:buSzTx/>
              <a:buFontTx/>
              <a:buNone/>
              <a:tabLst/>
              <a:defRPr/>
            </a:pPr>
            <a:fld id="{53FF97DE-2E5A-4F56-B5F7-2D03942CAE1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34922" rtl="0" eaLnBrk="1" fontAlgn="auto" latinLnBrk="0" hangingPunct="1">
                <a:lnSpc>
                  <a:spcPct val="100000"/>
                </a:lnSpc>
                <a:spcBef>
                  <a:spcPct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8332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34922" rtl="0" eaLnBrk="1" fontAlgn="auto" latinLnBrk="0" hangingPunct="1">
              <a:lnSpc>
                <a:spcPct val="100000"/>
              </a:lnSpc>
              <a:spcBef>
                <a:spcPct val="0"/>
              </a:spcBef>
              <a:spcAft>
                <a:spcPts val="0"/>
              </a:spcAft>
              <a:buClrTx/>
              <a:buSzTx/>
              <a:buFontTx/>
              <a:buNone/>
              <a:tabLst/>
              <a:defRPr/>
            </a:pPr>
            <a:fld id="{53FF97DE-2E5A-4F56-B5F7-2D03942CAE1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34922" rtl="0" eaLnBrk="1" fontAlgn="auto" latinLnBrk="0" hangingPunct="1">
                <a:lnSpc>
                  <a:spcPct val="100000"/>
                </a:lnSpc>
                <a:spcBef>
                  <a:spcPct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287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34922" rtl="0" eaLnBrk="1" fontAlgn="auto" latinLnBrk="0" hangingPunct="1">
              <a:lnSpc>
                <a:spcPct val="100000"/>
              </a:lnSpc>
              <a:spcBef>
                <a:spcPct val="0"/>
              </a:spcBef>
              <a:spcAft>
                <a:spcPts val="0"/>
              </a:spcAft>
              <a:buClrTx/>
              <a:buSzTx/>
              <a:buFontTx/>
              <a:buNone/>
              <a:tabLst/>
              <a:defRPr/>
            </a:pPr>
            <a:fld id="{53FF97DE-2E5A-4F56-B5F7-2D03942CAE1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34922" rtl="0" eaLnBrk="1" fontAlgn="auto" latinLnBrk="0" hangingPunct="1">
                <a:lnSpc>
                  <a:spcPct val="100000"/>
                </a:lnSpc>
                <a:spcBef>
                  <a:spcPct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846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3" name="Rectangle 7"/>
          <p:cNvSpPr txBox="1">
            <a:spLocks noGrp="1" noChangeArrowheads="1"/>
          </p:cNvSpPr>
          <p:nvPr/>
        </p:nvSpPr>
        <p:spPr bwMode="auto">
          <a:xfrm>
            <a:off x="370896" y="8891734"/>
            <a:ext cx="216406" cy="169277"/>
          </a:xfrm>
          <a:prstGeom prst="rect">
            <a:avLst/>
          </a:prstGeom>
          <a:noFill/>
          <a:ln w="9525">
            <a:noFill/>
            <a:miter lim="800000"/>
            <a:headEnd/>
            <a:tailEnd/>
          </a:ln>
        </p:spPr>
        <p:txBody>
          <a:bodyPr wrap="none" lIns="0" tIns="0" rIns="0" bIns="0" anchor="b">
            <a:spAutoFit/>
          </a:bodyPr>
          <a:lstStyle/>
          <a:p>
            <a:pPr defTabSz="606362"/>
            <a:fld id="{5846B39A-30BE-4295-A2C8-CD2E1E9535F7}" type="slidenum">
              <a:rPr lang="en-GB">
                <a:latin typeface="Calibri" pitchFamily="34" charset="0"/>
              </a:rPr>
              <a:pPr defTabSz="606362"/>
              <a:t>18</a:t>
            </a:fld>
            <a:endParaRPr lang="en-GB" dirty="0">
              <a:latin typeface="Calibri" pitchFamily="34" charset="0"/>
            </a:endParaRPr>
          </a:p>
        </p:txBody>
      </p:sp>
      <p:sp>
        <p:nvSpPr>
          <p:cNvPr id="847874" name="Rectangle 2"/>
          <p:cNvSpPr>
            <a:spLocks noGrp="1" noRot="1" noChangeAspect="1" noChangeArrowheads="1" noTextEdit="1"/>
          </p:cNvSpPr>
          <p:nvPr>
            <p:ph type="sldImg"/>
          </p:nvPr>
        </p:nvSpPr>
        <p:spPr bwMode="auto">
          <a:xfrm>
            <a:off x="677863" y="366713"/>
            <a:ext cx="5486400" cy="4114800"/>
          </a:xfrm>
          <a:noFill/>
          <a:ln>
            <a:solidFill>
              <a:srgbClr val="000000"/>
            </a:solidFill>
            <a:miter lim="800000"/>
            <a:headEnd/>
            <a:tailEnd/>
          </a:ln>
        </p:spPr>
      </p:sp>
      <p:sp>
        <p:nvSpPr>
          <p:cNvPr id="847875" name="Rectangle 3"/>
          <p:cNvSpPr>
            <a:spLocks noGrp="1" noChangeArrowheads="1"/>
          </p:cNvSpPr>
          <p:nvPr>
            <p:ph type="body" idx="1"/>
          </p:nvPr>
        </p:nvSpPr>
        <p:spPr>
          <a:xfrm>
            <a:off x="360527" y="4576690"/>
            <a:ext cx="6120925" cy="169277"/>
          </a:xfrm>
          <a:noFill/>
          <a:ln/>
        </p:spPr>
        <p:txBody>
          <a:bodyPr/>
          <a:lstStyle/>
          <a:p>
            <a:pPr marL="218290" indent="-218290" eaLnBrk="1" hangingPunct="1">
              <a:spcBef>
                <a:spcPct val="0"/>
              </a:spcBef>
            </a:pPr>
            <a:endParaRPr lang="en-US" dirty="0">
              <a:latin typeface="Arial" charset="0"/>
            </a:endParaRPr>
          </a:p>
        </p:txBody>
      </p:sp>
    </p:spTree>
    <p:extLst>
      <p:ext uri="{BB962C8B-B14F-4D97-AF65-F5344CB8AC3E}">
        <p14:creationId xmlns:p14="http://schemas.microsoft.com/office/powerpoint/2010/main" val="442539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143000" y="2641627"/>
            <a:ext cx="4113213" cy="743793"/>
          </a:xfrm>
          <a:prstGeom prst="rect">
            <a:avLst/>
          </a:prstGeom>
        </p:spPr>
        <p:txBody>
          <a:bodyPr anchor="b" anchorCtr="0">
            <a:spAutoFit/>
          </a:bodyPr>
          <a:lstStyle>
            <a:lvl1pPr>
              <a:lnSpc>
                <a:spcPct val="85000"/>
              </a:lnSpc>
              <a:defRPr sz="2800" b="0" smtClean="0">
                <a:latin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1143000" y="3689350"/>
            <a:ext cx="4113213" cy="276999"/>
          </a:xfrm>
          <a:prstGeom prst="rect">
            <a:avLst/>
          </a:prstGeom>
        </p:spPr>
        <p:txBody>
          <a:bodyPr>
            <a:spAutoFit/>
          </a:bodyPr>
          <a:lstStyle>
            <a:lvl1pPr>
              <a:lnSpc>
                <a:spcPct val="100000"/>
              </a:lnSpc>
              <a:defRPr sz="1800" b="1" smtClean="0">
                <a:latin typeface="Arial" pitchFamily="34" charset="0"/>
              </a:defRPr>
            </a:lvl1pPr>
          </a:lstStyle>
          <a:p>
            <a:r>
              <a:rPr lang="en-US"/>
              <a:t>Click to edit Master subtitle style</a:t>
            </a:r>
            <a:endParaRPr/>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04813" y="303213"/>
            <a:ext cx="1636712" cy="307975"/>
          </a:xfrm>
          <a:prstGeom prst="rect">
            <a:avLst/>
          </a:prstGeom>
          <a:noFill/>
        </p:spPr>
      </p:pic>
    </p:spTree>
  </p:cSld>
  <p:clrMapOvr>
    <a:masterClrMapping/>
  </p:clrMapOv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11480" y="2773363"/>
            <a:ext cx="4325112" cy="731520"/>
          </a:xfrm>
          <a:prstGeom prst="rect">
            <a:avLst/>
          </a:prstGeom>
        </p:spPr>
        <p:txBody>
          <a:bodyPr>
            <a:spAutoFit/>
          </a:bodyPr>
          <a:lstStyle>
            <a:lvl1pPr>
              <a:lnSpc>
                <a:spcPct val="85000"/>
              </a:lnSpc>
              <a:defRPr sz="2800" b="1" smtClean="0">
                <a:latin typeface="+mj-lt"/>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411480" y="3694176"/>
            <a:ext cx="4325112" cy="307777"/>
          </a:xfrm>
          <a:prstGeom prst="rect">
            <a:avLst/>
          </a:prstGeom>
        </p:spPr>
        <p:txBody>
          <a:bodyPr>
            <a:spAutoFit/>
          </a:bodyPr>
          <a:lstStyle>
            <a:lvl1pPr>
              <a:lnSpc>
                <a:spcPct val="100000"/>
              </a:lnSpc>
              <a:defRPr sz="2000" b="0" smtClean="0">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11480" y="2824696"/>
            <a:ext cx="8149908" cy="680186"/>
          </a:xfrm>
          <a:prstGeom prst="rect">
            <a:avLst/>
          </a:prstGeom>
        </p:spPr>
        <p:txBody>
          <a:bodyPr anchor="b" anchorCtr="0">
            <a:spAutoFit/>
          </a:bodyPr>
          <a:lstStyle>
            <a:lvl1pPr>
              <a:lnSpc>
                <a:spcPct val="85000"/>
              </a:lnSpc>
              <a:defRPr sz="5200" b="0" smtClean="0">
                <a:solidFill>
                  <a:schemeClr val="bg1"/>
                </a:solidFill>
                <a:latin typeface="Times New Roman" pitchFamily="18" charset="0"/>
                <a:cs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auto">
          <a:xfrm>
            <a:off x="411480" y="3694176"/>
            <a:ext cx="4325112" cy="276999"/>
          </a:xfrm>
          <a:prstGeom prst="rect">
            <a:avLst/>
          </a:prstGeom>
        </p:spPr>
        <p:txBody>
          <a:bodyPr>
            <a:spAutoFit/>
          </a:bodyPr>
          <a:lstStyle>
            <a:lvl1pPr>
              <a:lnSpc>
                <a:spcPct val="100000"/>
              </a:lnSpc>
              <a:defRPr sz="1800" b="1" smtClean="0">
                <a:solidFill>
                  <a:schemeClr val="bg1"/>
                </a:solidFill>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388302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 Column">
    <p:bg>
      <p:bgPr>
        <a:solidFill>
          <a:schemeClr val="bg1"/>
        </a:solidFill>
        <a:effectLst/>
      </p:bgPr>
    </p:bg>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7468"/>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7" name="Content Placeholder 20"/>
          <p:cNvSpPr>
            <a:spLocks noGrp="1"/>
          </p:cNvSpPr>
          <p:nvPr>
            <p:ph sz="quarter" idx="14"/>
          </p:nvPr>
        </p:nvSpPr>
        <p:spPr bwMode="gray">
          <a:xfrm>
            <a:off x="4724400"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8" y="1399031"/>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20"/>
          <p:cNvSpPr>
            <a:spLocks noGrp="1"/>
          </p:cNvSpPr>
          <p:nvPr>
            <p:ph sz="quarter" idx="11"/>
          </p:nvPr>
        </p:nvSpPr>
        <p:spPr bwMode="gray">
          <a:xfrm>
            <a:off x="325481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2"/>
          </p:nvPr>
        </p:nvSpPr>
        <p:spPr bwMode="gray">
          <a:xfrm>
            <a:off x="609815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4737846"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1" name="Content Placeholder 20"/>
          <p:cNvSpPr>
            <a:spLocks noGrp="1"/>
          </p:cNvSpPr>
          <p:nvPr>
            <p:ph sz="quarter" idx="18"/>
          </p:nvPr>
        </p:nvSpPr>
        <p:spPr bwMode="gray">
          <a:xfrm>
            <a:off x="4724400"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1"/>
          <p:cNvSpPr>
            <a:spLocks noGrp="1"/>
          </p:cNvSpPr>
          <p:nvPr>
            <p:ph type="body" sz="quarter" idx="19"/>
          </p:nvPr>
        </p:nvSpPr>
        <p:spPr bwMode="gray">
          <a:xfrm>
            <a:off x="4727259"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cSld>
  <p:clrMapOvr>
    <a:masterClrMapping/>
  </p:clrMapOvr>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1879392" y="727200"/>
            <a:ext cx="5400000" cy="5400000"/>
          </a:xfrm>
          <a:prstGeom prst="rect">
            <a:avLst/>
          </a:prstGeom>
        </p:spPr>
        <p:txBody>
          <a:bodyPr/>
          <a:lstStyle>
            <a:lvl1pPr>
              <a:defRPr>
                <a:solidFill>
                  <a:schemeClr val="bg1"/>
                </a:solidFill>
              </a:defRPr>
            </a:lvl1pPr>
          </a:lstStyle>
          <a:p>
            <a:r>
              <a:rPr lang="en-US" noProof="0" dirty="0"/>
              <a:t>Click icon to add picture</a:t>
            </a:r>
          </a:p>
        </p:txBody>
      </p:sp>
      <p:sp>
        <p:nvSpPr>
          <p:cNvPr id="2" name="Title 1"/>
          <p:cNvSpPr>
            <a:spLocks noGrp="1"/>
          </p:cNvSpPr>
          <p:nvPr>
            <p:ph type="ctrTitle"/>
          </p:nvPr>
        </p:nvSpPr>
        <p:spPr bwMode="gray">
          <a:xfrm>
            <a:off x="377991" y="5549440"/>
            <a:ext cx="4194009"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7992" y="5864229"/>
            <a:ext cx="4194008"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1" name="Group 20"/>
          <p:cNvGrpSpPr/>
          <p:nvPr/>
        </p:nvGrpSpPr>
        <p:grpSpPr>
          <a:xfrm>
            <a:off x="377991" y="378000"/>
            <a:ext cx="1620000" cy="307976"/>
            <a:chOff x="398463" y="404813"/>
            <a:chExt cx="1627187" cy="307976"/>
          </a:xfrm>
          <a:solidFill>
            <a:schemeClr val="bg1"/>
          </a:solidFill>
        </p:grpSpPr>
        <p:sp>
          <p:nvSpPr>
            <p:cNvPr id="11"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grpSp>
        <p:nvGrpSpPr>
          <p:cNvPr id="22" name="Group 21">
            <a:extLst>
              <a:ext uri="{FF2B5EF4-FFF2-40B4-BE49-F238E27FC236}">
                <a16:creationId xmlns:a16="http://schemas.microsoft.com/office/drawing/2014/main" id="{8EBE7F86-1950-4F43-AA52-814ACC516CC8}"/>
              </a:ext>
            </a:extLst>
          </p:cNvPr>
          <p:cNvGrpSpPr/>
          <p:nvPr userDrawn="1"/>
        </p:nvGrpSpPr>
        <p:grpSpPr>
          <a:xfrm>
            <a:off x="377991" y="378000"/>
            <a:ext cx="1620000" cy="307976"/>
            <a:chOff x="398463" y="404813"/>
            <a:chExt cx="1627187" cy="307976"/>
          </a:xfrm>
          <a:solidFill>
            <a:schemeClr val="bg1"/>
          </a:solidFill>
        </p:grpSpPr>
        <p:sp>
          <p:nvSpPr>
            <p:cNvPr id="23" name="Oval 5">
              <a:extLst>
                <a:ext uri="{FF2B5EF4-FFF2-40B4-BE49-F238E27FC236}">
                  <a16:creationId xmlns:a16="http://schemas.microsoft.com/office/drawing/2014/main" id="{39CC85CB-C69C-4217-88DF-59D5B976F0B5}"/>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4" name="Freeform 6">
              <a:extLst>
                <a:ext uri="{FF2B5EF4-FFF2-40B4-BE49-F238E27FC236}">
                  <a16:creationId xmlns:a16="http://schemas.microsoft.com/office/drawing/2014/main" id="{A21495B1-FBD9-461B-97D8-80A3B561E0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5" name="Rectangle 7">
              <a:extLst>
                <a:ext uri="{FF2B5EF4-FFF2-40B4-BE49-F238E27FC236}">
                  <a16:creationId xmlns:a16="http://schemas.microsoft.com/office/drawing/2014/main" id="{DD00EC20-772D-4958-96B8-DD078D8519C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6" name="Freeform 8">
              <a:extLst>
                <a:ext uri="{FF2B5EF4-FFF2-40B4-BE49-F238E27FC236}">
                  <a16:creationId xmlns:a16="http://schemas.microsoft.com/office/drawing/2014/main" id="{86566ABC-BC75-4390-8AB6-5C3E29DDD88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7" name="Rectangle 9">
              <a:extLst>
                <a:ext uri="{FF2B5EF4-FFF2-40B4-BE49-F238E27FC236}">
                  <a16:creationId xmlns:a16="http://schemas.microsoft.com/office/drawing/2014/main" id="{BFF351CD-2214-48A8-A5E2-CEAC637DDA63}"/>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8" name="Rectangle 10">
              <a:extLst>
                <a:ext uri="{FF2B5EF4-FFF2-40B4-BE49-F238E27FC236}">
                  <a16:creationId xmlns:a16="http://schemas.microsoft.com/office/drawing/2014/main" id="{66EE140D-7BE1-440F-ACB2-3B630D5ADD1B}"/>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9" name="Freeform 11">
              <a:extLst>
                <a:ext uri="{FF2B5EF4-FFF2-40B4-BE49-F238E27FC236}">
                  <a16:creationId xmlns:a16="http://schemas.microsoft.com/office/drawing/2014/main" id="{8F0A94DE-FB3B-4B61-A049-0EFF793B0F52}"/>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30" name="Freeform 12">
              <a:extLst>
                <a:ext uri="{FF2B5EF4-FFF2-40B4-BE49-F238E27FC236}">
                  <a16:creationId xmlns:a16="http://schemas.microsoft.com/office/drawing/2014/main" id="{7FA0DF63-0D49-4A7F-A357-6F5BC2FAE34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31" name="Freeform 13">
              <a:extLst>
                <a:ext uri="{FF2B5EF4-FFF2-40B4-BE49-F238E27FC236}">
                  <a16:creationId xmlns:a16="http://schemas.microsoft.com/office/drawing/2014/main" id="{A87F0B37-1AFF-45C9-A490-670B2DA0325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32" name="Freeform 14">
              <a:extLst>
                <a:ext uri="{FF2B5EF4-FFF2-40B4-BE49-F238E27FC236}">
                  <a16:creationId xmlns:a16="http://schemas.microsoft.com/office/drawing/2014/main" id="{A9666259-D80A-4D92-BB87-EBAB549A750C}"/>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grpSp>
    </p:spTree>
    <p:extLst>
      <p:ext uri="{BB962C8B-B14F-4D97-AF65-F5344CB8AC3E}">
        <p14:creationId xmlns:p14="http://schemas.microsoft.com/office/powerpoint/2010/main" val="39112895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1867360" y="727200"/>
            <a:ext cx="5400000" cy="5400000"/>
          </a:xfrm>
          <a:prstGeom prst="rect">
            <a:avLst/>
          </a:prstGeom>
        </p:spPr>
        <p:txBody>
          <a:bodyPr/>
          <a:lstStyle/>
          <a:p>
            <a:r>
              <a:rPr lang="en-US" noProof="0" dirty="0"/>
              <a:t>Click icon to add picture</a:t>
            </a:r>
          </a:p>
        </p:txBody>
      </p:sp>
      <p:sp>
        <p:nvSpPr>
          <p:cNvPr id="2" name="Title 1"/>
          <p:cNvSpPr>
            <a:spLocks noGrp="1"/>
          </p:cNvSpPr>
          <p:nvPr>
            <p:ph type="ctrTitle"/>
          </p:nvPr>
        </p:nvSpPr>
        <p:spPr bwMode="gray">
          <a:xfrm>
            <a:off x="376238" y="5549440"/>
            <a:ext cx="4195762"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6238" y="5864229"/>
            <a:ext cx="4195761"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377991" y="378000"/>
            <a:ext cx="162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79891971"/>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502000" y="1368000"/>
            <a:ext cx="414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7992" y="5864229"/>
            <a:ext cx="4194008"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1" name="Group 20"/>
          <p:cNvGrpSpPr/>
          <p:nvPr/>
        </p:nvGrpSpPr>
        <p:grpSpPr>
          <a:xfrm>
            <a:off x="377991" y="378000"/>
            <a:ext cx="1620000" cy="307976"/>
            <a:chOff x="398463" y="404813"/>
            <a:chExt cx="1627187" cy="307976"/>
          </a:xfrm>
          <a:solidFill>
            <a:schemeClr val="bg1"/>
          </a:solidFill>
        </p:grpSpPr>
        <p:sp>
          <p:nvSpPr>
            <p:cNvPr id="11"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23303437"/>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502000" y="1368000"/>
            <a:ext cx="414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6238" y="5864229"/>
            <a:ext cx="4195761"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8" y="6381750"/>
            <a:ext cx="4195762"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377991" y="378000"/>
            <a:ext cx="162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956790018"/>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5" name="TextBox 4"/>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7" name="TextBox 6"/>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756804266"/>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80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3" name="TextBox 12"/>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914647009"/>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35622714"/>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64352537"/>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70137680"/>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69"/>
            <a:ext cx="7905750"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644988786"/>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864277" cy="4752975"/>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793037219"/>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7200"/>
            <a:ext cx="6958012" cy="4759584"/>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28222669"/>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80852786"/>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TextBox 9"/>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69152466"/>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76238" y="1628774"/>
            <a:ext cx="6958012" cy="4752975"/>
          </a:xfrm>
          <a:prstGeom prst="rect">
            <a:avLst/>
          </a:prstGeom>
        </p:spPr>
        <p:txBody>
          <a:bodyPr>
            <a:normAutofit/>
          </a:bodyPr>
          <a:lstStyle>
            <a:lvl1pPr>
              <a:spcBef>
                <a:spcPts val="3600"/>
              </a:spcBef>
              <a:defRPr sz="2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864300608"/>
      </p:ext>
    </p:extLst>
  </p:cSld>
  <p:clrMapOvr>
    <a:overrideClrMapping bg1="lt1" tx1="dk1" bg2="lt2" tx2="dk2" accent1="accent1" accent2="accent2" accent3="accent3" accent4="accent4" accent5="accent5" accent6="accent6" hlink="hlink" folHlink="folHlink"/>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76238" y="1665288"/>
            <a:ext cx="6958012"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376239" y="317499"/>
            <a:ext cx="8385174"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622543219"/>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8" y="317501"/>
            <a:ext cx="8391525"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087763" y="1701801"/>
            <a:ext cx="4680000" cy="4679950"/>
          </a:xfrm>
        </p:spPr>
        <p:txBody>
          <a:bodyPr/>
          <a:lstStyle/>
          <a:p>
            <a:r>
              <a:rPr lang="en-US" noProof="0" dirty="0"/>
              <a:t>Click icon to add picture</a:t>
            </a:r>
          </a:p>
        </p:txBody>
      </p:sp>
      <p:sp>
        <p:nvSpPr>
          <p:cNvPr id="6" name="Content Placeholder 3"/>
          <p:cNvSpPr>
            <a:spLocks noGrp="1"/>
          </p:cNvSpPr>
          <p:nvPr>
            <p:ph sz="quarter" idx="10"/>
          </p:nvPr>
        </p:nvSpPr>
        <p:spPr>
          <a:xfrm>
            <a:off x="376238" y="1665288"/>
            <a:ext cx="3342322"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96612954"/>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376238" y="1665288"/>
            <a:ext cx="8374062" cy="4716463"/>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13568140"/>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76238" y="317499"/>
            <a:ext cx="8371762"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376238" y="1700213"/>
            <a:ext cx="8374062" cy="4678986"/>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71539422"/>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76238" y="317499"/>
            <a:ext cx="8371762"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376238" y="1700213"/>
            <a:ext cx="8374062"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1478794"/>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376239" y="2051999"/>
            <a:ext cx="8391524"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376239" y="1700213"/>
            <a:ext cx="8391524"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376238" y="6121013"/>
            <a:ext cx="8391525"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2640165939"/>
      </p:ext>
    </p:extLst>
  </p:cSld>
  <p:clrMapOvr>
    <a:masterClrMapping/>
  </p:clrMapOvr>
  <p:transition>
    <p:fade/>
  </p:transition>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376238"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378000" y="2051999"/>
            <a:ext cx="2662162"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376237" y="1665289"/>
            <a:ext cx="2671763"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3227388" y="2051999"/>
            <a:ext cx="2671212"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227388" y="1665289"/>
            <a:ext cx="2671211"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6094797" y="2051999"/>
            <a:ext cx="2672965"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6094797" y="1659145"/>
            <a:ext cx="2672966"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376237" y="6121013"/>
            <a:ext cx="8374064"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2028868462"/>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376238" y="317499"/>
            <a:ext cx="8402002"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376238" y="651600"/>
            <a:ext cx="840200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376238" y="1665288"/>
            <a:ext cx="3979184"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4786154" y="1665288"/>
            <a:ext cx="3992086"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0732208"/>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376237" y="317500"/>
            <a:ext cx="8391525"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376237" y="1665288"/>
            <a:ext cx="3979185"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4787999" y="1665288"/>
            <a:ext cx="3979763"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988432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376239" y="1665288"/>
            <a:ext cx="4016374"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4755917" y="2125013"/>
            <a:ext cx="4011846" cy="3996000"/>
          </a:xfrm>
        </p:spPr>
        <p:txBody>
          <a:bodyPr/>
          <a:lstStyle/>
          <a:p>
            <a:r>
              <a:rPr lang="en-US" noProof="0" dirty="0"/>
              <a:t>Click icon to add chart</a:t>
            </a:r>
          </a:p>
        </p:txBody>
      </p:sp>
      <p:sp>
        <p:nvSpPr>
          <p:cNvPr id="6" name="Text Placeholder 5"/>
          <p:cNvSpPr>
            <a:spLocks noGrp="1"/>
          </p:cNvSpPr>
          <p:nvPr>
            <p:ph type="body" sz="quarter" idx="22"/>
          </p:nvPr>
        </p:nvSpPr>
        <p:spPr>
          <a:xfrm>
            <a:off x="4755917" y="1665288"/>
            <a:ext cx="4011846"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376237" y="6121013"/>
            <a:ext cx="8391525"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1891486751"/>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4755915" y="2125013"/>
            <a:ext cx="4011847" cy="3996000"/>
          </a:xfrm>
        </p:spPr>
        <p:txBody>
          <a:bodyPr/>
          <a:lstStyle/>
          <a:p>
            <a:r>
              <a:rPr lang="en-US" noProof="0" dirty="0"/>
              <a:t>Click icon to add chart</a:t>
            </a:r>
          </a:p>
        </p:txBody>
      </p:sp>
      <p:sp>
        <p:nvSpPr>
          <p:cNvPr id="6" name="Text Placeholder 5"/>
          <p:cNvSpPr>
            <a:spLocks noGrp="1"/>
          </p:cNvSpPr>
          <p:nvPr>
            <p:ph type="body" sz="quarter" idx="22"/>
          </p:nvPr>
        </p:nvSpPr>
        <p:spPr>
          <a:xfrm>
            <a:off x="4755916" y="1665288"/>
            <a:ext cx="4011847"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376237" y="6121013"/>
            <a:ext cx="8374064" cy="260737"/>
          </a:xfrm>
        </p:spPr>
        <p:txBody>
          <a:bodyPr>
            <a:normAutofit/>
          </a:bodyPr>
          <a:lstStyle>
            <a:lvl1pPr>
              <a:spcAft>
                <a:spcPts val="0"/>
              </a:spcAft>
              <a:defRPr sz="900"/>
            </a:lvl1pPr>
          </a:lstStyle>
          <a:p>
            <a:pPr lvl="0"/>
            <a:r>
              <a:rPr lang="en-US" noProof="0"/>
              <a:t>Edit Master text styles</a:t>
            </a:r>
          </a:p>
        </p:txBody>
      </p:sp>
      <p:sp>
        <p:nvSpPr>
          <p:cNvPr id="9" name="Chart Placeholder 2"/>
          <p:cNvSpPr>
            <a:spLocks noGrp="1"/>
          </p:cNvSpPr>
          <p:nvPr>
            <p:ph type="chart" sz="quarter" idx="24"/>
          </p:nvPr>
        </p:nvSpPr>
        <p:spPr>
          <a:xfrm>
            <a:off x="376238" y="2125013"/>
            <a:ext cx="4004297" cy="3996000"/>
          </a:xfrm>
        </p:spPr>
        <p:txBody>
          <a:bodyPr/>
          <a:lstStyle/>
          <a:p>
            <a:r>
              <a:rPr lang="en-US" noProof="0" dirty="0"/>
              <a:t>Click icon to add chart</a:t>
            </a:r>
          </a:p>
        </p:txBody>
      </p:sp>
      <p:sp>
        <p:nvSpPr>
          <p:cNvPr id="12" name="Text Placeholder 5"/>
          <p:cNvSpPr>
            <a:spLocks noGrp="1"/>
          </p:cNvSpPr>
          <p:nvPr>
            <p:ph type="body" sz="quarter" idx="25"/>
          </p:nvPr>
        </p:nvSpPr>
        <p:spPr>
          <a:xfrm>
            <a:off x="376237" y="1665288"/>
            <a:ext cx="4004298" cy="420687"/>
          </a:xfrm>
        </p:spPr>
        <p:txBody>
          <a:bodyPr/>
          <a:lstStyle/>
          <a:p>
            <a:pPr lvl="0"/>
            <a:r>
              <a:rPr lang="en-US" noProof="0"/>
              <a:t>Edit Master text styles</a:t>
            </a:r>
          </a:p>
        </p:txBody>
      </p:sp>
    </p:spTree>
    <p:extLst>
      <p:ext uri="{BB962C8B-B14F-4D97-AF65-F5344CB8AC3E}">
        <p14:creationId xmlns:p14="http://schemas.microsoft.com/office/powerpoint/2010/main" val="433079193"/>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9" y="317499"/>
            <a:ext cx="8391524"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376237" y="1665288"/>
            <a:ext cx="3323893"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087762" y="1700213"/>
            <a:ext cx="468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100931573"/>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76238" y="317500"/>
            <a:ext cx="8391525"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683411" y="1658680"/>
            <a:ext cx="3084351" cy="4723072"/>
          </a:xfrm>
          <a:prstGeom prst="rect">
            <a:avLst/>
          </a:prstGeom>
        </p:spPr>
        <p:txBody>
          <a:bodyPr>
            <a:normAutofit/>
          </a:bodyPr>
          <a:lstStyle>
            <a:lvl1pPr>
              <a:tabLst>
                <a:tab pos="5029200" algn="r"/>
              </a:tabLst>
              <a:defRPr sz="24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376238" y="1665288"/>
            <a:ext cx="4879761"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376239" y="651600"/>
            <a:ext cx="8391524"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42115015"/>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0"/>
            <a:ext cx="8391525" cy="6985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376237" y="1700213"/>
            <a:ext cx="203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495412" y="1700213"/>
            <a:ext cx="203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4614587" y="1700213"/>
            <a:ext cx="203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6733763" y="1700213"/>
            <a:ext cx="203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376237" y="3124200"/>
            <a:ext cx="2040351"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4612472" y="3120550"/>
            <a:ext cx="2034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497530" y="3124199"/>
            <a:ext cx="2034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6744876" y="3108508"/>
            <a:ext cx="2022887"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376237" y="651600"/>
            <a:ext cx="8391526"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66064662"/>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0"/>
            <a:ext cx="8391525" cy="698500"/>
          </a:xfrm>
        </p:spPr>
        <p:txBody>
          <a:bodyPr/>
          <a:lstStyle/>
          <a:p>
            <a:r>
              <a:rPr lang="en-US" noProof="0"/>
              <a:t>Click to edit Master title style</a:t>
            </a:r>
            <a:endParaRPr lang="en-US" noProof="0" dirty="0"/>
          </a:p>
        </p:txBody>
      </p:sp>
      <p:sp>
        <p:nvSpPr>
          <p:cNvPr id="4" name="Rectangle 3"/>
          <p:cNvSpPr/>
          <p:nvPr/>
        </p:nvSpPr>
        <p:spPr>
          <a:xfrm>
            <a:off x="378000" y="1707173"/>
            <a:ext cx="4122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4668064" y="1700213"/>
            <a:ext cx="41063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378000" y="4065173"/>
            <a:ext cx="4122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p:nvSpPr>
        <p:spPr>
          <a:xfrm>
            <a:off x="4668064" y="4065173"/>
            <a:ext cx="41063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378000" y="1880213"/>
            <a:ext cx="1476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4668064" y="1880213"/>
            <a:ext cx="1476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378000" y="4256213"/>
            <a:ext cx="1476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4668064" y="4256213"/>
            <a:ext cx="1476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012612" y="1880213"/>
            <a:ext cx="2466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6297420" y="1880213"/>
            <a:ext cx="2476944"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012612" y="4256213"/>
            <a:ext cx="2466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6297420" y="4256213"/>
            <a:ext cx="2476944"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689782177"/>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6984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376238" y="1700213"/>
            <a:ext cx="2771775"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6004798" y="1700213"/>
            <a:ext cx="2762965"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3204806" y="1700213"/>
            <a:ext cx="27432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376238" y="3832225"/>
            <a:ext cx="2762962"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200400" y="3832225"/>
            <a:ext cx="27432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6004798" y="3832225"/>
            <a:ext cx="2762965"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81949901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607802366"/>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378000" y="1857892"/>
            <a:ext cx="410011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4684646" y="1857892"/>
            <a:ext cx="4083117"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376238" y="317501"/>
            <a:ext cx="8391525" cy="698499"/>
          </a:xfrm>
        </p:spPr>
        <p:txBody>
          <a:bodyPr/>
          <a:lstStyle/>
          <a:p>
            <a:r>
              <a:rPr lang="en-US" noProof="0"/>
              <a:t>Click to edit Master title style</a:t>
            </a:r>
            <a:endParaRPr lang="en-US" noProof="0" dirty="0"/>
          </a:p>
        </p:txBody>
      </p:sp>
      <p:sp>
        <p:nvSpPr>
          <p:cNvPr id="4" name="Rectangle 3"/>
          <p:cNvSpPr/>
          <p:nvPr/>
        </p:nvSpPr>
        <p:spPr>
          <a:xfrm>
            <a:off x="378000" y="1705378"/>
            <a:ext cx="41001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4684646" y="1705378"/>
            <a:ext cx="40897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3577118" y="1863916"/>
            <a:ext cx="907655"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7818462" y="1857892"/>
            <a:ext cx="93312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06263670"/>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378000" y="1857892"/>
            <a:ext cx="410170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4684646" y="1857892"/>
            <a:ext cx="409100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376238" y="317501"/>
            <a:ext cx="8391525" cy="697888"/>
          </a:xfrm>
        </p:spPr>
        <p:txBody>
          <a:bodyPr/>
          <a:lstStyle/>
          <a:p>
            <a:r>
              <a:rPr lang="en-US" noProof="0"/>
              <a:t>Click to edit Master title style</a:t>
            </a:r>
            <a:endParaRPr lang="en-US" noProof="0" dirty="0"/>
          </a:p>
        </p:txBody>
      </p:sp>
      <p:sp>
        <p:nvSpPr>
          <p:cNvPr id="4" name="Rectangle 3"/>
          <p:cNvSpPr/>
          <p:nvPr/>
        </p:nvSpPr>
        <p:spPr>
          <a:xfrm>
            <a:off x="378000" y="1705378"/>
            <a:ext cx="41001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4684646" y="1705378"/>
            <a:ext cx="408971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7818462" y="1857892"/>
            <a:ext cx="93312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378000" y="4249682"/>
            <a:ext cx="410011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4684645" y="4249682"/>
            <a:ext cx="408971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p:nvSpPr>
        <p:spPr>
          <a:xfrm>
            <a:off x="378000" y="4103518"/>
            <a:ext cx="410170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p:nvSpPr>
        <p:spPr>
          <a:xfrm>
            <a:off x="4684645" y="4103518"/>
            <a:ext cx="408353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3565870" y="4255706"/>
            <a:ext cx="929536"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7818463" y="4249682"/>
            <a:ext cx="93312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376238" y="651600"/>
            <a:ext cx="8398126"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3577118" y="1863916"/>
            <a:ext cx="907655"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2200080407"/>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3240000" y="1705968"/>
            <a:ext cx="266708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378000" y="1700213"/>
            <a:ext cx="267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6086475" y="1705968"/>
            <a:ext cx="268789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3244283" y="1851441"/>
            <a:ext cx="265543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378000" y="1851441"/>
            <a:ext cx="267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6095999" y="1851441"/>
            <a:ext cx="2678365"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376238" y="651600"/>
            <a:ext cx="8371762"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147825196"/>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376238" y="317501"/>
            <a:ext cx="8391525" cy="705184"/>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378000"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6822627"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526209"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4674418" y="2556000"/>
            <a:ext cx="19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012791075"/>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6237" y="317500"/>
            <a:ext cx="8391526" cy="789405"/>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378000"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6825564"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527188"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4676376" y="2556000"/>
            <a:ext cx="1944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0" indent="-176400">
              <a:spcAft>
                <a:spcPts val="1000"/>
              </a:spcAft>
              <a:buFont typeface="Arial" panose="020B0604020202020204" pitchFamily="34" charset="0"/>
              <a:buChar char="•"/>
              <a:defRPr>
                <a:solidFill>
                  <a:schemeClr val="bg1"/>
                </a:solidFill>
              </a:defRPr>
            </a:lvl4pPr>
            <a:lvl5pPr marL="356400" indent="-176400">
              <a:spcAft>
                <a:spcPts val="1000"/>
              </a:spcAft>
              <a:defRPr baseline="0">
                <a:solidFill>
                  <a:schemeClr val="bg1"/>
                </a:solidFill>
              </a:defRPr>
            </a:lvl5pPr>
            <a:lvl6pPr marL="356400" indent="-176400">
              <a:spcAft>
                <a:spcPts val="1000"/>
              </a:spcAft>
              <a:buFont typeface="Verdana" panose="020B0604030504040204" pitchFamily="34" charset="0"/>
              <a:buChar char="−"/>
              <a:defRPr>
                <a:solidFill>
                  <a:schemeClr val="bg1"/>
                </a:solidFill>
              </a:defRPr>
            </a:lvl6pPr>
            <a:lvl7pPr marL="356400" indent="-176400">
              <a:spcAft>
                <a:spcPts val="1000"/>
              </a:spcAft>
              <a:defRPr>
                <a:solidFill>
                  <a:schemeClr val="bg1"/>
                </a:solidFill>
              </a:defRPr>
            </a:lvl7pPr>
            <a:lvl8pPr marL="356400" indent="-176400">
              <a:spcAft>
                <a:spcPts val="1000"/>
              </a:spcAft>
              <a:defRPr>
                <a:solidFill>
                  <a:schemeClr val="bg1"/>
                </a:solidFill>
              </a:defRPr>
            </a:lvl8pPr>
            <a:lvl9pPr marL="356400" indent="-176400">
              <a:spcAft>
                <a:spcPts val="1000"/>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376237" y="687694"/>
            <a:ext cx="8391526"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p:nvSpPr>
        <p:spPr>
          <a:xfrm>
            <a:off x="4751388" y="6477000"/>
            <a:ext cx="367242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p:nvSpPr>
        <p:spPr>
          <a:xfrm>
            <a:off x="376238" y="6477000"/>
            <a:ext cx="4016375" cy="201260"/>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122274"/>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376237" y="651600"/>
            <a:ext cx="8391525"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376237" y="317499"/>
            <a:ext cx="8391525" cy="6985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376237" y="1665288"/>
            <a:ext cx="4195763" cy="4716463"/>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43252331"/>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2741036528"/>
      </p:ext>
    </p:extLst>
  </p:cSld>
  <p:clrMapOvr>
    <a:masterClrMapping/>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153042"/>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376239" y="4211955"/>
            <a:ext cx="6396702" cy="2169796"/>
          </a:xfrm>
        </p:spPr>
        <p:txBody>
          <a:bodyPr anchor="b" anchorCtr="0"/>
          <a:lstStyle>
            <a:lvl1pPr>
              <a:lnSpc>
                <a:spcPct val="100000"/>
              </a:lnSpc>
              <a:spcAft>
                <a:spcPts val="600"/>
              </a:spcAft>
              <a:defRPr sz="900"/>
            </a:lvl1pPr>
          </a:lstStyle>
          <a:p>
            <a:pPr lvl="0"/>
            <a:r>
              <a:rPr lang="en-US" noProof="0"/>
              <a:t>Edit Master text styles</a:t>
            </a:r>
          </a:p>
        </p:txBody>
      </p:sp>
      <p:sp>
        <p:nvSpPr>
          <p:cNvPr id="3" name="Picture Placeholder 2"/>
          <p:cNvSpPr>
            <a:spLocks noGrp="1"/>
          </p:cNvSpPr>
          <p:nvPr>
            <p:ph type="pic" sz="quarter" idx="14" hasCustomPrompt="1"/>
          </p:nvPr>
        </p:nvSpPr>
        <p:spPr>
          <a:xfrm>
            <a:off x="7028135" y="4211955"/>
            <a:ext cx="1739627" cy="1725448"/>
          </a:xfrm>
        </p:spPr>
        <p:txBody>
          <a:bodyPr anchor="ctr" anchorCtr="0"/>
          <a:lstStyle>
            <a:lvl1pPr algn="ctr">
              <a:defRPr sz="900"/>
            </a:lvl1pPr>
          </a:lstStyle>
          <a:p>
            <a:r>
              <a:rPr lang="en-US" sz="900" noProof="0" dirty="0"/>
              <a:t>Insert sponsorship mark here</a:t>
            </a:r>
            <a:endParaRPr lang="en-US" noProof="0" dirty="0"/>
          </a:p>
        </p:txBody>
      </p:sp>
      <p:sp>
        <p:nvSpPr>
          <p:cNvPr id="8" name="Text Placeholder 7"/>
          <p:cNvSpPr>
            <a:spLocks noGrp="1"/>
          </p:cNvSpPr>
          <p:nvPr>
            <p:ph type="body" sz="quarter" idx="15"/>
          </p:nvPr>
        </p:nvSpPr>
        <p:spPr>
          <a:xfrm>
            <a:off x="7028137" y="6018028"/>
            <a:ext cx="1739626" cy="363722"/>
          </a:xfrm>
        </p:spPr>
        <p:txBody>
          <a:bodyPr anchor="b" anchorCtr="0"/>
          <a:lstStyle>
            <a:lvl1pPr>
              <a:lnSpc>
                <a:spcPct val="100000"/>
              </a:lnSpc>
              <a:defRPr sz="950"/>
            </a:lvl1pPr>
          </a:lstStyle>
          <a:p>
            <a:pPr lvl="0"/>
            <a:r>
              <a:rPr lang="en-US" noProof="0"/>
              <a:t>Edit Master text styles</a:t>
            </a:r>
          </a:p>
        </p:txBody>
      </p:sp>
      <p:grpSp>
        <p:nvGrpSpPr>
          <p:cNvPr id="9" name="Group 8"/>
          <p:cNvGrpSpPr/>
          <p:nvPr/>
        </p:nvGrpSpPr>
        <p:grpSpPr>
          <a:xfrm>
            <a:off x="377991" y="378000"/>
            <a:ext cx="162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731683425"/>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388302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4F04C24D-7AB6-4A88-8042-60FE80E34F6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799688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extLst>
      <p:ext uri="{BB962C8B-B14F-4D97-AF65-F5344CB8AC3E}">
        <p14:creationId xmlns:p14="http://schemas.microsoft.com/office/powerpoint/2010/main" val="2575626955"/>
      </p:ext>
    </p:extLst>
  </p:cSld>
  <p:clrMapOvr>
    <a:masterClrMapping/>
  </p:clrMapOvr>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 Column">
    <p:bg>
      <p:bgPr>
        <a:solidFill>
          <a:schemeClr val="bg1"/>
        </a:solidFill>
        <a:effectLst/>
      </p:bgPr>
    </p:bg>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7468"/>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322688723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7" name="Content Placeholder 20"/>
          <p:cNvSpPr>
            <a:spLocks noGrp="1"/>
          </p:cNvSpPr>
          <p:nvPr>
            <p:ph sz="quarter" idx="14"/>
          </p:nvPr>
        </p:nvSpPr>
        <p:spPr bwMode="gray">
          <a:xfrm>
            <a:off x="4724400"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605515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8" y="1399031"/>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20"/>
          <p:cNvSpPr>
            <a:spLocks noGrp="1"/>
          </p:cNvSpPr>
          <p:nvPr>
            <p:ph sz="quarter" idx="11"/>
          </p:nvPr>
        </p:nvSpPr>
        <p:spPr bwMode="gray">
          <a:xfrm>
            <a:off x="325481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2"/>
          </p:nvPr>
        </p:nvSpPr>
        <p:spPr bwMode="gray">
          <a:xfrm>
            <a:off x="609815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367122090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284684557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4737846"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1" name="Content Placeholder 20"/>
          <p:cNvSpPr>
            <a:spLocks noGrp="1"/>
          </p:cNvSpPr>
          <p:nvPr>
            <p:ph sz="quarter" idx="18"/>
          </p:nvPr>
        </p:nvSpPr>
        <p:spPr bwMode="gray">
          <a:xfrm>
            <a:off x="4724400"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1"/>
          <p:cNvSpPr>
            <a:spLocks noGrp="1"/>
          </p:cNvSpPr>
          <p:nvPr>
            <p:ph type="body" sz="quarter" idx="19"/>
          </p:nvPr>
        </p:nvSpPr>
        <p:spPr bwMode="gray">
          <a:xfrm>
            <a:off x="4727259"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Tree>
    <p:extLst>
      <p:ext uri="{BB962C8B-B14F-4D97-AF65-F5344CB8AC3E}">
        <p14:creationId xmlns:p14="http://schemas.microsoft.com/office/powerpoint/2010/main" val="81334475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369327464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1879392" y="727200"/>
            <a:ext cx="5400000" cy="276999"/>
          </a:xfrm>
          <a:prstGeom prst="rect">
            <a:avLst/>
          </a:prstGeom>
        </p:spPr>
        <p:txBody>
          <a:bodyPr/>
          <a:lstStyle>
            <a:lvl1pPr>
              <a:defRPr>
                <a:solidFill>
                  <a:schemeClr val="bg1"/>
                </a:solidFill>
              </a:defRPr>
            </a:lvl1pPr>
          </a:lstStyle>
          <a:p>
            <a:r>
              <a:rPr lang="en-US" noProof="0" dirty="0"/>
              <a:t>Click icon to add picture</a:t>
            </a:r>
          </a:p>
        </p:txBody>
      </p:sp>
      <p:sp>
        <p:nvSpPr>
          <p:cNvPr id="2" name="Title 1"/>
          <p:cNvSpPr>
            <a:spLocks noGrp="1"/>
          </p:cNvSpPr>
          <p:nvPr>
            <p:ph type="ctrTitle"/>
          </p:nvPr>
        </p:nvSpPr>
        <p:spPr bwMode="gray">
          <a:xfrm>
            <a:off x="377993" y="5549440"/>
            <a:ext cx="4194009" cy="324000"/>
          </a:xfrm>
        </p:spPr>
        <p:txBody>
          <a:bodyPr anchor="t" anchorCtr="0">
            <a:noAutofit/>
          </a:bodyPr>
          <a:lstStyle>
            <a:lvl1pPr algn="l">
              <a:lnSpc>
                <a:spcPct val="100000"/>
              </a:lnSpc>
              <a:defRPr sz="13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377992" y="5864233"/>
            <a:ext cx="4194008" cy="505645"/>
          </a:xfrm>
          <a:prstGeom prst="rect">
            <a:avLst/>
          </a:prstGeom>
        </p:spPr>
        <p:txBody>
          <a:bodyPr lIns="0" tIns="0" rIns="0" bIns="0">
            <a:noAutofit/>
          </a:bodyPr>
          <a:lstStyle>
            <a:lvl1pPr marL="0" indent="0" algn="l">
              <a:lnSpc>
                <a:spcPct val="100000"/>
              </a:lnSpc>
              <a:spcAft>
                <a:spcPts val="0"/>
              </a:spcAft>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376239" y="6381750"/>
            <a:ext cx="4195762" cy="115416"/>
          </a:xfrm>
          <a:prstGeom prst="rect">
            <a:avLst/>
          </a:prstGeom>
        </p:spPr>
        <p:txBody>
          <a:bodyPr/>
          <a:lstStyle>
            <a:lvl1pPr>
              <a:spcAft>
                <a:spcPts val="0"/>
              </a:spcAft>
              <a:defRPr sz="7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377991" y="378000"/>
            <a:ext cx="162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25" dirty="0">
                <a:solidFill>
                  <a:prstClr val="white"/>
                </a:solidFill>
              </a:endParaRPr>
            </a:p>
          </p:txBody>
        </p:sp>
      </p:grpSp>
    </p:spTree>
    <p:extLst>
      <p:ext uri="{BB962C8B-B14F-4D97-AF65-F5344CB8AC3E}">
        <p14:creationId xmlns:p14="http://schemas.microsoft.com/office/powerpoint/2010/main" val="34113494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Resume">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402336" y="3044952"/>
            <a:ext cx="4005072" cy="3246120"/>
          </a:xfrm>
        </p:spPr>
        <p:txBody>
          <a:bodyPr/>
          <a:lstStyle>
            <a:lvl1pPr marL="0" indent="0">
              <a:defRPr sz="2000">
                <a:solidFill>
                  <a:schemeClr val="tx1"/>
                </a:solidFill>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endParaRPr lang="en-US" dirty="0"/>
          </a:p>
        </p:txBody>
      </p:sp>
      <p:sp>
        <p:nvSpPr>
          <p:cNvPr id="6" name="Text Placeholder 10"/>
          <p:cNvSpPr>
            <a:spLocks noGrp="1"/>
          </p:cNvSpPr>
          <p:nvPr>
            <p:ph type="body" sz="quarter" idx="14"/>
          </p:nvPr>
        </p:nvSpPr>
        <p:spPr>
          <a:xfrm>
            <a:off x="4736592" y="3044952"/>
            <a:ext cx="4005072" cy="2132690"/>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58670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image" Target="../media/image3.emf"/><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tags" Target="../tags/tag1.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5975657" y="6656388"/>
            <a:ext cx="2774950" cy="107722"/>
          </a:xfrm>
          <a:prstGeom prst="rect">
            <a:avLst/>
          </a:prstGeom>
          <a:noFill/>
          <a:ln w="25400" algn="ctr">
            <a:noFill/>
            <a:miter lim="800000"/>
            <a:headEnd/>
            <a:tailEnd/>
          </a:ln>
        </p:spPr>
        <p:txBody>
          <a:bodyPr lIns="0" tIns="0" rIns="0" bIns="0" anchor="b">
            <a:spAutoFit/>
          </a:bodyPr>
          <a:lstStyle/>
          <a:p>
            <a:pPr algn="r">
              <a:spcBef>
                <a:spcPct val="0"/>
              </a:spcBef>
            </a:pPr>
            <a:r>
              <a:rPr lang="en-US" sz="700" b="0" dirty="0">
                <a:solidFill>
                  <a:schemeClr val="tx2"/>
                </a:solidFill>
              </a:rPr>
              <a:t>Copyright © 2019 Deloitte Development LLC. All rights reserved.</a:t>
            </a:r>
          </a:p>
        </p:txBody>
      </p:sp>
      <p:sp>
        <p:nvSpPr>
          <p:cNvPr id="19" name="Slide Number Placeholder 9"/>
          <p:cNvSpPr>
            <a:spLocks/>
          </p:cNvSpPr>
          <p:nvPr/>
        </p:nvSpPr>
        <p:spPr bwMode="gray">
          <a:xfrm>
            <a:off x="414338" y="6640513"/>
            <a:ext cx="268287" cy="138499"/>
          </a:xfrm>
          <a:prstGeom prst="rect">
            <a:avLst/>
          </a:prstGeom>
          <a:noFill/>
          <a:ln w="9525">
            <a:noFill/>
            <a:miter lim="800000"/>
            <a:headEnd/>
            <a:tailEnd/>
          </a:ln>
        </p:spPr>
        <p:txBody>
          <a:bodyPr lIns="0" tIns="0" rIns="0" bIns="0" anchor="b">
            <a:spAutoFit/>
          </a:bodyPr>
          <a:lstStyle/>
          <a:p>
            <a:pPr algn="l">
              <a:spcBef>
                <a:spcPct val="0"/>
              </a:spcBef>
            </a:pPr>
            <a:fld id="{86C77FDF-45C5-4665-AAEE-45520AE6BEA9}" type="slidenum">
              <a:rPr lang="en-US" sz="900">
                <a:solidFill>
                  <a:schemeClr val="tx2"/>
                </a:solidFill>
              </a:rPr>
              <a:pPr algn="l">
                <a:spcBef>
                  <a:spcPct val="0"/>
                </a:spcBef>
              </a:pPr>
              <a:t>‹#›</a:t>
            </a:fld>
            <a:endParaRPr lang="en-US" sz="900" dirty="0">
              <a:solidFill>
                <a:schemeClr val="tx2"/>
              </a:solidFill>
            </a:endParaRP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6" name="Text Placeholder 15"/>
          <p:cNvSpPr>
            <a:spLocks noGrp="1"/>
          </p:cNvSpPr>
          <p:nvPr>
            <p:ph type="body" idx="1"/>
          </p:nvPr>
        </p:nvSpPr>
        <p:spPr bwMode="gray">
          <a:xfrm>
            <a:off x="411480" y="1400175"/>
            <a:ext cx="8330184" cy="149784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7" r:id="rId3"/>
    <p:sldLayoutId id="2147483908" r:id="rId4"/>
    <p:sldLayoutId id="2147483898" r:id="rId5"/>
    <p:sldLayoutId id="2147483904" r:id="rId6"/>
    <p:sldLayoutId id="2147483906" r:id="rId7"/>
    <p:sldLayoutId id="2147483905" r:id="rId8"/>
    <p:sldLayoutId id="2147483897" r:id="rId9"/>
    <p:sldLayoutId id="2147483899" r:id="rId10"/>
    <p:sldLayoutId id="2147483900" r:id="rId11"/>
  </p:sldLayoutIdLst>
  <p:hf hd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p:titleStyle>
    <p:body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4" imgW="270" imgH="270" progId="TCLayout.ActiveDocument.1">
                  <p:embed/>
                </p:oleObj>
              </mc:Choice>
              <mc:Fallback>
                <p:oleObj name="think-cell Slide" r:id="rId54" imgW="270" imgH="270" progId="TCLayout.ActiveDocument.1">
                  <p:embed/>
                  <p:pic>
                    <p:nvPicPr>
                      <p:cNvPr id="4" name="Object 3" hidden="1"/>
                      <p:cNvPicPr/>
                      <p:nvPr/>
                    </p:nvPicPr>
                    <p:blipFill>
                      <a:blip r:embed="rId55"/>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76238" y="317501"/>
            <a:ext cx="8391525"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TextBox 14"/>
          <p:cNvSpPr txBox="1"/>
          <p:nvPr/>
        </p:nvSpPr>
        <p:spPr>
          <a:xfrm>
            <a:off x="4751388" y="6476999"/>
            <a:ext cx="367242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tx1"/>
                </a:solidFill>
              </a:rPr>
              <a:t>Copyright @ 2018 Deloitte Development LLC. All Rights Reserved</a:t>
            </a:r>
          </a:p>
        </p:txBody>
      </p:sp>
      <p:sp>
        <p:nvSpPr>
          <p:cNvPr id="19" name="Text Placeholder 18"/>
          <p:cNvSpPr>
            <a:spLocks noGrp="1"/>
          </p:cNvSpPr>
          <p:nvPr>
            <p:ph type="body" idx="1"/>
          </p:nvPr>
        </p:nvSpPr>
        <p:spPr>
          <a:xfrm>
            <a:off x="376237" y="1665289"/>
            <a:ext cx="8391525"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p:nvSpPr>
        <p:spPr>
          <a:xfrm>
            <a:off x="8536782" y="6477000"/>
            <a:ext cx="230981"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522686457"/>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6" r:id="rId17"/>
    <p:sldLayoutId id="2147483927" r:id="rId18"/>
    <p:sldLayoutId id="2147483928" r:id="rId19"/>
    <p:sldLayoutId id="2147483929" r:id="rId20"/>
    <p:sldLayoutId id="2147483930" r:id="rId21"/>
    <p:sldLayoutId id="2147483931" r:id="rId22"/>
    <p:sldLayoutId id="2147483932" r:id="rId23"/>
    <p:sldLayoutId id="2147483933" r:id="rId24"/>
    <p:sldLayoutId id="2147483934" r:id="rId25"/>
    <p:sldLayoutId id="2147483935" r:id="rId26"/>
    <p:sldLayoutId id="2147483936" r:id="rId27"/>
    <p:sldLayoutId id="2147483937" r:id="rId28"/>
    <p:sldLayoutId id="2147483938" r:id="rId29"/>
    <p:sldLayoutId id="2147483939" r:id="rId30"/>
    <p:sldLayoutId id="2147483940" r:id="rId31"/>
    <p:sldLayoutId id="2147483941" r:id="rId32"/>
    <p:sldLayoutId id="2147483942" r:id="rId33"/>
    <p:sldLayoutId id="2147483943" r:id="rId34"/>
    <p:sldLayoutId id="2147483944" r:id="rId35"/>
    <p:sldLayoutId id="2147483945" r:id="rId36"/>
    <p:sldLayoutId id="2147483946" r:id="rId37"/>
    <p:sldLayoutId id="2147483947" r:id="rId38"/>
    <p:sldLayoutId id="2147483948" r:id="rId39"/>
    <p:sldLayoutId id="2147483949" r:id="rId40"/>
    <p:sldLayoutId id="2147483950" r:id="rId41"/>
    <p:sldLayoutId id="2147483951" r:id="rId42"/>
    <p:sldLayoutId id="2147483952" r:id="rId43"/>
    <p:sldLayoutId id="2147483953" r:id="rId44"/>
    <p:sldLayoutId id="2147483954" r:id="rId45"/>
    <p:sldLayoutId id="2147483955" r:id="rId46"/>
    <p:sldLayoutId id="2147483956" r:id="rId47"/>
    <p:sldLayoutId id="2147483957" r:id="rId48"/>
    <p:sldLayoutId id="2147483958" r:id="rId49"/>
    <p:sldLayoutId id="2147483959" r:id="rId50"/>
    <p:sldLayoutId id="2147483960" r:id="rId51"/>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3" Type="http://schemas.openxmlformats.org/officeDocument/2006/relationships/hyperlink" Target="https://blogs.sap.com/2015/01/13/architectural-overview-of-sap-hana-cloud-integration/" TargetMode="External"/><Relationship Id="rId2" Type="http://schemas.openxmlformats.org/officeDocument/2006/relationships/hyperlink" Target="https://help.sap.com/docs/CLOUD_INTEGRATION/368c481cd6954bdfa5d0435479fd4eaf/e12c09cc8e9b4574b092d8964b049ce6.html" TargetMode="External"/><Relationship Id="rId1" Type="http://schemas.openxmlformats.org/officeDocument/2006/relationships/slideLayout" Target="../slideLayouts/slideLayout27.xml"/><Relationship Id="rId6" Type="http://schemas.openxmlformats.org/officeDocument/2006/relationships/hyperlink" Target="https://blogs.sap.com/tags/73554900100800003241/" TargetMode="External"/><Relationship Id="rId5" Type="http://schemas.openxmlformats.org/officeDocument/2006/relationships/hyperlink" Target="https://blogs.sap.com/tags/67837800100800006801/" TargetMode="External"/><Relationship Id="rId4" Type="http://schemas.openxmlformats.org/officeDocument/2006/relationships/hyperlink" Target="https://blogs.sap.com/2020/01/16/comprehensive-sap-cpi-development-standards-best-practice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6.xml"/><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90" name="Rectangle 34"/>
          <p:cNvSpPr>
            <a:spLocks noGrp="1"/>
          </p:cNvSpPr>
          <p:nvPr>
            <p:ph type="ctrTitle"/>
          </p:nvPr>
        </p:nvSpPr>
        <p:spPr bwMode="gray">
          <a:xfrm>
            <a:off x="1143000" y="3019166"/>
            <a:ext cx="4844845" cy="366254"/>
          </a:xfrm>
        </p:spPr>
        <p:txBody>
          <a:bodyPr/>
          <a:lstStyle/>
          <a:p>
            <a:r>
              <a:rPr lang="en-US" dirty="0">
                <a:latin typeface="+mn-lt"/>
              </a:rPr>
              <a:t>SAP Cloud Integration (CI)</a:t>
            </a:r>
            <a:endParaRPr lang="en-US" dirty="0">
              <a:solidFill>
                <a:schemeClr val="accent2"/>
              </a:solidFill>
              <a:latin typeface="+mn-lt"/>
            </a:endParaRPr>
          </a:p>
        </p:txBody>
      </p:sp>
      <p:sp>
        <p:nvSpPr>
          <p:cNvPr id="121891" name="Rectangle 35"/>
          <p:cNvSpPr>
            <a:spLocks noGrp="1"/>
          </p:cNvSpPr>
          <p:nvPr>
            <p:ph type="subTitle" idx="1"/>
          </p:nvPr>
        </p:nvSpPr>
        <p:spPr bwMode="gray">
          <a:xfrm>
            <a:off x="1266290" y="4644847"/>
            <a:ext cx="4113213" cy="553998"/>
          </a:xfrm>
        </p:spPr>
        <p:txBody>
          <a:bodyPr vert="horz" lIns="0" tIns="0" rIns="0" bIns="0" rtlCol="0" anchor="t">
            <a:spAutoFit/>
          </a:bodyPr>
          <a:lstStyle/>
          <a:p>
            <a:br>
              <a:rPr lang="en-US" dirty="0">
                <a:latin typeface="+mn-lt"/>
              </a:rPr>
            </a:br>
            <a:r>
              <a:rPr lang="en-US" dirty="0">
                <a:latin typeface="+mn-lt"/>
                <a:cs typeface="Arial"/>
              </a:rPr>
              <a:t>September 2023</a:t>
            </a:r>
            <a:endParaRPr lang="en-US"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a:xfrm>
            <a:off x="411478" y="1032387"/>
            <a:ext cx="8333043" cy="5534668"/>
          </a:xfrm>
        </p:spPr>
        <p:txBody>
          <a:bodyPr/>
          <a:lstStyle/>
          <a:p>
            <a:pPr marL="166687" lvl="1" indent="0" fontAlgn="b">
              <a:spcBef>
                <a:spcPts val="0"/>
              </a:spcBef>
              <a:spcAft>
                <a:spcPts val="0"/>
              </a:spcAft>
              <a:buNone/>
              <a:tabLst/>
            </a:pPr>
            <a:r>
              <a:rPr lang="en-US" sz="1600" dirty="0"/>
              <a:t>SAP Cloud Integration (CI) Overview</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Key Features </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Software Update</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Architecture</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Web UI Components: Discover, Design, Operate and Monitor</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Adapters</a:t>
            </a:r>
          </a:p>
          <a:p>
            <a:pPr marL="166687" lvl="1" indent="0" fontAlgn="b">
              <a:spcBef>
                <a:spcPts val="0"/>
              </a:spcBef>
              <a:spcAft>
                <a:spcPts val="0"/>
              </a:spcAft>
              <a:buNone/>
              <a:tabLst/>
            </a:pPr>
            <a:endParaRPr lang="en-US" sz="1600" dirty="0"/>
          </a:p>
          <a:p>
            <a:pPr marL="166687" lvl="1" indent="0" fontAlgn="b">
              <a:spcBef>
                <a:spcPts val="0"/>
              </a:spcBef>
              <a:spcAft>
                <a:spcPts val="0"/>
              </a:spcAft>
              <a:buNone/>
              <a:tabLst/>
            </a:pPr>
            <a:r>
              <a:rPr lang="en-US" sz="1600" dirty="0"/>
              <a:t>References</a:t>
            </a:r>
          </a:p>
          <a:p>
            <a:endParaRPr lang="en-US" dirty="0"/>
          </a:p>
        </p:txBody>
      </p:sp>
      <p:sp>
        <p:nvSpPr>
          <p:cNvPr id="3" name="Title 2"/>
          <p:cNvSpPr>
            <a:spLocks noGrp="1"/>
          </p:cNvSpPr>
          <p:nvPr>
            <p:ph type="title"/>
          </p:nvPr>
        </p:nvSpPr>
        <p:spPr>
          <a:xfrm>
            <a:off x="414338" y="446038"/>
            <a:ext cx="8330184" cy="333425"/>
          </a:xfrm>
        </p:spPr>
        <p:txBody>
          <a:bodyPr/>
          <a:lstStyle/>
          <a:p>
            <a:r>
              <a:rPr lang="en-US" dirty="0"/>
              <a:t>Agenda</a:t>
            </a:r>
          </a:p>
        </p:txBody>
      </p:sp>
    </p:spTree>
    <p:extLst>
      <p:ext uri="{BB962C8B-B14F-4D97-AF65-F5344CB8AC3E}">
        <p14:creationId xmlns:p14="http://schemas.microsoft.com/office/powerpoint/2010/main" val="112811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SAP Cloud Integration (CI) Overview</a:t>
            </a:r>
          </a:p>
        </p:txBody>
      </p:sp>
      <p:sp>
        <p:nvSpPr>
          <p:cNvPr id="4" name="Rectangle 35"/>
          <p:cNvSpPr txBox="1">
            <a:spLocks/>
          </p:cNvSpPr>
          <p:nvPr/>
        </p:nvSpPr>
        <p:spPr bwMode="gray">
          <a:xfrm>
            <a:off x="414338" y="1320220"/>
            <a:ext cx="7890233" cy="2758620"/>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algn="just"/>
            <a:r>
              <a:rPr lang="en-US" sz="1400" dirty="0"/>
              <a:t>SAP Cloud Integration (CI) helps you to connect cloud and on-premise applications with other SAP and non-SAP cloud and on-premise applications. This service has the capabilities to process messages in real-time scenarios spanning different companies, organizations, or departments within one organization.</a:t>
            </a:r>
          </a:p>
          <a:p>
            <a:pPr algn="just"/>
            <a:r>
              <a:rPr lang="en-US" sz="1400" dirty="0"/>
              <a:t>SAP Cloud Integration supports end-to-end process integration across cloud-based and on-premise applications (cloud-cloud and cloud-on-premise integration).</a:t>
            </a:r>
          </a:p>
          <a:p>
            <a:pPr algn="just"/>
            <a:r>
              <a:rPr lang="en-US" sz="1400" dirty="0"/>
              <a:t>.</a:t>
            </a:r>
            <a:r>
              <a:rPr lang="en-US" sz="1400" b="1" dirty="0">
                <a:solidFill>
                  <a:srgbClr val="002776"/>
                </a:solidFill>
                <a:latin typeface="Arial" pitchFamily="34" charset="0"/>
              </a:rPr>
              <a:t> </a:t>
            </a:r>
            <a:endParaRPr lang="en-US" sz="1400" dirty="0"/>
          </a:p>
          <a:p>
            <a:pPr algn="just"/>
            <a:endParaRPr lang="en-US" sz="1400" dirty="0"/>
          </a:p>
        </p:txBody>
      </p:sp>
      <p:pic>
        <p:nvPicPr>
          <p:cNvPr id="6" name="Picture 5">
            <a:extLst>
              <a:ext uri="{FF2B5EF4-FFF2-40B4-BE49-F238E27FC236}">
                <a16:creationId xmlns:a16="http://schemas.microsoft.com/office/drawing/2014/main" id="{DD80D25E-DC4A-4308-A56E-DE8C1C0065C2}"/>
              </a:ext>
            </a:extLst>
          </p:cNvPr>
          <p:cNvPicPr>
            <a:picLocks noChangeAspect="1"/>
          </p:cNvPicPr>
          <p:nvPr/>
        </p:nvPicPr>
        <p:blipFill>
          <a:blip r:embed="rId2"/>
          <a:stretch>
            <a:fillRect/>
          </a:stretch>
        </p:blipFill>
        <p:spPr>
          <a:xfrm>
            <a:off x="1287359" y="3980981"/>
            <a:ext cx="5850089" cy="2349626"/>
          </a:xfrm>
          <a:prstGeom prst="rect">
            <a:avLst/>
          </a:prstGeom>
        </p:spPr>
      </p:pic>
    </p:spTree>
    <p:extLst>
      <p:ext uri="{BB962C8B-B14F-4D97-AF65-F5344CB8AC3E}">
        <p14:creationId xmlns:p14="http://schemas.microsoft.com/office/powerpoint/2010/main" val="1042055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Key Features </a:t>
            </a:r>
          </a:p>
        </p:txBody>
      </p:sp>
      <p:sp>
        <p:nvSpPr>
          <p:cNvPr id="4" name="Rectangle 35"/>
          <p:cNvSpPr txBox="1">
            <a:spLocks/>
          </p:cNvSpPr>
          <p:nvPr/>
        </p:nvSpPr>
        <p:spPr bwMode="gray">
          <a:xfrm>
            <a:off x="414338" y="1202076"/>
            <a:ext cx="7890233" cy="5281851"/>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algn="just">
              <a:lnSpc>
                <a:spcPct val="90000"/>
              </a:lnSpc>
              <a:spcBef>
                <a:spcPct val="40000"/>
              </a:spcBef>
              <a:buClr>
                <a:schemeClr val="tx1"/>
              </a:buClr>
              <a:buSzPct val="80000"/>
              <a:defRPr/>
            </a:pPr>
            <a:r>
              <a:rPr lang="en-US" sz="1400" b="1" dirty="0"/>
              <a:t>Implement diverse scenarios:</a:t>
            </a:r>
          </a:p>
          <a:p>
            <a:pPr algn="just">
              <a:lnSpc>
                <a:spcPct val="90000"/>
              </a:lnSpc>
              <a:spcBef>
                <a:spcPct val="40000"/>
              </a:spcBef>
              <a:buClr>
                <a:schemeClr val="tx1"/>
              </a:buClr>
              <a:buSzPct val="80000"/>
              <a:defRPr/>
            </a:pPr>
            <a:r>
              <a:rPr lang="en-US" sz="1400" dirty="0"/>
              <a:t>Integrate processes and data in application-to-application (A2A) and business-to-business (B2B) scenarios.</a:t>
            </a:r>
          </a:p>
          <a:p>
            <a:pPr algn="just">
              <a:lnSpc>
                <a:spcPct val="90000"/>
              </a:lnSpc>
              <a:spcBef>
                <a:spcPct val="40000"/>
              </a:spcBef>
              <a:buClr>
                <a:schemeClr val="tx1"/>
              </a:buClr>
              <a:buSzPct val="80000"/>
              <a:defRPr/>
            </a:pPr>
            <a:endParaRPr lang="en-US" sz="1400" dirty="0"/>
          </a:p>
          <a:p>
            <a:pPr algn="just">
              <a:lnSpc>
                <a:spcPct val="90000"/>
              </a:lnSpc>
              <a:spcBef>
                <a:spcPct val="40000"/>
              </a:spcBef>
              <a:buClr>
                <a:schemeClr val="tx1"/>
              </a:buClr>
              <a:buSzPct val="80000"/>
              <a:defRPr/>
            </a:pPr>
            <a:r>
              <a:rPr lang="en-US" sz="1400" b="1" dirty="0"/>
              <a:t>Connect to multiple endpoints :</a:t>
            </a:r>
          </a:p>
          <a:p>
            <a:pPr algn="just">
              <a:lnSpc>
                <a:spcPct val="90000"/>
              </a:lnSpc>
              <a:spcBef>
                <a:spcPct val="40000"/>
              </a:spcBef>
              <a:buClr>
                <a:schemeClr val="tx1"/>
              </a:buClr>
              <a:buSzPct val="80000"/>
              <a:defRPr/>
            </a:pPr>
            <a:r>
              <a:rPr lang="en-US" sz="1400" dirty="0"/>
              <a:t>Integrate various applications and data sources from SAP and non-SAP, on premise, as well as the cloud. SAP Cloud Integration comes with a set of prebuilt adapters.</a:t>
            </a:r>
          </a:p>
          <a:p>
            <a:pPr algn="just">
              <a:lnSpc>
                <a:spcPct val="90000"/>
              </a:lnSpc>
              <a:spcBef>
                <a:spcPct val="40000"/>
              </a:spcBef>
              <a:buClr>
                <a:schemeClr val="tx1"/>
              </a:buClr>
              <a:buSzPct val="80000"/>
              <a:defRPr/>
            </a:pPr>
            <a:endParaRPr lang="en-US" sz="1400" dirty="0"/>
          </a:p>
          <a:p>
            <a:pPr algn="just">
              <a:lnSpc>
                <a:spcPct val="90000"/>
              </a:lnSpc>
              <a:spcBef>
                <a:spcPct val="40000"/>
              </a:spcBef>
              <a:buClr>
                <a:schemeClr val="tx1"/>
              </a:buClr>
              <a:buSzPct val="80000"/>
              <a:defRPr/>
            </a:pPr>
            <a:r>
              <a:rPr lang="en-US" sz="1400" b="1" dirty="0"/>
              <a:t>Customize SAP integration scenarios :</a:t>
            </a:r>
          </a:p>
          <a:p>
            <a:pPr algn="just">
              <a:lnSpc>
                <a:spcPct val="90000"/>
              </a:lnSpc>
              <a:spcBef>
                <a:spcPct val="40000"/>
              </a:spcBef>
              <a:buClr>
                <a:schemeClr val="tx1"/>
              </a:buClr>
              <a:buSzPct val="80000"/>
              <a:defRPr/>
            </a:pPr>
            <a:r>
              <a:rPr lang="en-US" sz="1400" dirty="0"/>
              <a:t>Benefit from prepackaged integration content to jump-start integration projects and to set up productive scenarios with only minimum effort. You can extend predefined integration flows according to your requirements.</a:t>
            </a:r>
          </a:p>
          <a:p>
            <a:pPr algn="just">
              <a:lnSpc>
                <a:spcPct val="90000"/>
              </a:lnSpc>
              <a:spcBef>
                <a:spcPct val="40000"/>
              </a:spcBef>
              <a:buClr>
                <a:schemeClr val="tx1"/>
              </a:buClr>
              <a:buSzPct val="80000"/>
              <a:defRPr/>
            </a:pPr>
            <a:endParaRPr lang="en-US" sz="1400" dirty="0"/>
          </a:p>
          <a:p>
            <a:pPr algn="just">
              <a:lnSpc>
                <a:spcPct val="90000"/>
              </a:lnSpc>
              <a:spcBef>
                <a:spcPct val="40000"/>
              </a:spcBef>
              <a:buClr>
                <a:schemeClr val="tx1"/>
              </a:buClr>
              <a:buSzPct val="80000"/>
              <a:defRPr/>
            </a:pPr>
            <a:r>
              <a:rPr lang="en-US" sz="1400" b="1" dirty="0"/>
              <a:t>Develop custom adapters :</a:t>
            </a:r>
          </a:p>
          <a:p>
            <a:pPr algn="just">
              <a:lnSpc>
                <a:spcPct val="90000"/>
              </a:lnSpc>
              <a:spcBef>
                <a:spcPct val="40000"/>
              </a:spcBef>
              <a:buClr>
                <a:schemeClr val="tx1"/>
              </a:buClr>
              <a:buSzPct val="80000"/>
              <a:defRPr/>
            </a:pPr>
            <a:r>
              <a:rPr lang="en-US" sz="1400" dirty="0"/>
              <a:t>Use the adapter SDK to build your own custom adapters for additional connectivity needs.</a:t>
            </a:r>
          </a:p>
        </p:txBody>
      </p:sp>
    </p:spTree>
    <p:extLst>
      <p:ext uri="{BB962C8B-B14F-4D97-AF65-F5344CB8AC3E}">
        <p14:creationId xmlns:p14="http://schemas.microsoft.com/office/powerpoint/2010/main" val="310155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8A1F23-52DB-4884-B3DA-820934F76C07}"/>
              </a:ext>
            </a:extLst>
          </p:cNvPr>
          <p:cNvSpPr>
            <a:spLocks noGrp="1"/>
          </p:cNvSpPr>
          <p:nvPr>
            <p:ph sz="quarter" idx="11"/>
          </p:nvPr>
        </p:nvSpPr>
        <p:spPr>
          <a:xfrm>
            <a:off x="411479" y="1399029"/>
            <a:ext cx="7869492" cy="4887471"/>
          </a:xfrm>
        </p:spPr>
        <p:txBody>
          <a:bodyPr/>
          <a:lstStyle/>
          <a:p>
            <a:pPr marL="285750" indent="-285750" algn="l">
              <a:buFont typeface="Arial" panose="020B0604020202020204" pitchFamily="34" charset="0"/>
              <a:buChar char="•"/>
            </a:pPr>
            <a:r>
              <a:rPr lang="en-US" sz="1400" dirty="0"/>
              <a:t>Out-of-the-box connectivity support (for example, IDoc, SFTP, SOAP/HTTPS, SuccessFactors, OData, HTTPS)</a:t>
            </a:r>
          </a:p>
          <a:p>
            <a:pPr marL="285750" indent="-285750" algn="l">
              <a:buFont typeface="Arial" panose="020B0604020202020204" pitchFamily="34" charset="0"/>
              <a:buChar char="•"/>
            </a:pPr>
            <a:r>
              <a:rPr lang="en-US" sz="1400" dirty="0"/>
              <a:t>Security features such as content encryption and certificate-based communication</a:t>
            </a:r>
          </a:p>
          <a:p>
            <a:pPr marL="285750" indent="-285750" algn="l">
              <a:buFont typeface="Arial" panose="020B0604020202020204" pitchFamily="34" charset="0"/>
              <a:buChar char="•"/>
            </a:pPr>
            <a:r>
              <a:rPr lang="en-US" sz="1400" dirty="0"/>
              <a:t>Leveraging preconfigured integration patterns. These integration patterns provide different options for configuring the data flow between participants, for example, by using routing rules.</a:t>
            </a:r>
          </a:p>
          <a:p>
            <a:pPr marL="285750" indent="-285750">
              <a:buFont typeface="Arial" panose="020B0604020202020204" pitchFamily="34" charset="0"/>
              <a:buChar char="•"/>
            </a:pPr>
            <a:r>
              <a:rPr lang="en-US" sz="1400" dirty="0"/>
              <a:t>Core runtime for processing, transformation, and routing of messages to be exchanged between the involved customer systems. It is ensured that data related to different customers connected to Cloud Integration is isolated. This is important, for example, when using Cloud Integration for business-to-business scenarios.</a:t>
            </a:r>
          </a:p>
          <a:p>
            <a:pPr marL="285750" indent="-285750" algn="l">
              <a:buFont typeface="Arial" panose="020B0604020202020204" pitchFamily="34" charset="0"/>
              <a:buChar char="•"/>
            </a:pPr>
            <a:endParaRPr lang="en-US" sz="1400" dirty="0"/>
          </a:p>
          <a:p>
            <a:pPr algn="l">
              <a:buFont typeface="Arial" panose="020B0604020202020204" pitchFamily="34" charset="0"/>
              <a:buChar char="•"/>
            </a:pPr>
            <a:endParaRPr lang="en-US" b="0" i="0" dirty="0">
              <a:solidFill>
                <a:srgbClr val="333333"/>
              </a:solidFill>
              <a:effectLst/>
              <a:latin typeface="72"/>
            </a:endParaRPr>
          </a:p>
          <a:p>
            <a:endParaRPr lang="en-US" dirty="0"/>
          </a:p>
        </p:txBody>
      </p:sp>
      <p:sp>
        <p:nvSpPr>
          <p:cNvPr id="3" name="Title 2">
            <a:extLst>
              <a:ext uri="{FF2B5EF4-FFF2-40B4-BE49-F238E27FC236}">
                <a16:creationId xmlns:a16="http://schemas.microsoft.com/office/drawing/2014/main" id="{2EA96D34-499C-47B0-A92E-7645E17C4FC3}"/>
              </a:ext>
            </a:extLst>
          </p:cNvPr>
          <p:cNvSpPr>
            <a:spLocks noGrp="1"/>
          </p:cNvSpPr>
          <p:nvPr>
            <p:ph type="title"/>
          </p:nvPr>
        </p:nvSpPr>
        <p:spPr>
          <a:xfrm>
            <a:off x="414338" y="446038"/>
            <a:ext cx="8330184" cy="333425"/>
          </a:xfrm>
        </p:spPr>
        <p:txBody>
          <a:bodyPr/>
          <a:lstStyle/>
          <a:p>
            <a:r>
              <a:rPr lang="en-US" dirty="0"/>
              <a:t>Key Features </a:t>
            </a:r>
          </a:p>
        </p:txBody>
      </p:sp>
    </p:spTree>
    <p:extLst>
      <p:ext uri="{BB962C8B-B14F-4D97-AF65-F5344CB8AC3E}">
        <p14:creationId xmlns:p14="http://schemas.microsoft.com/office/powerpoint/2010/main" val="2722069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Software Update</a:t>
            </a:r>
          </a:p>
        </p:txBody>
      </p:sp>
      <p:sp>
        <p:nvSpPr>
          <p:cNvPr id="4" name="Rectangle 35"/>
          <p:cNvSpPr txBox="1">
            <a:spLocks/>
          </p:cNvSpPr>
          <p:nvPr/>
        </p:nvSpPr>
        <p:spPr bwMode="gray">
          <a:xfrm>
            <a:off x="414338" y="1028700"/>
            <a:ext cx="8251680" cy="5455227"/>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400" dirty="0"/>
              <a:t>The software is updated monthly by SAP. </a:t>
            </a:r>
          </a:p>
          <a:p>
            <a:r>
              <a:rPr lang="en-US" sz="1400" dirty="0"/>
              <a:t>The following applies for software updates:</a:t>
            </a:r>
          </a:p>
          <a:p>
            <a:pPr marL="285750" indent="-285750">
              <a:spcBef>
                <a:spcPts val="1200"/>
              </a:spcBef>
              <a:buFont typeface="Arial" panose="020B0604020202020204" pitchFamily="34" charset="0"/>
              <a:buChar char="•"/>
            </a:pPr>
            <a:r>
              <a:rPr lang="en-US" sz="1400" dirty="0"/>
              <a:t>Software updates are performed by SAP. Customers do not have to take any action here.</a:t>
            </a:r>
          </a:p>
          <a:p>
            <a:pPr marL="285750" indent="-285750">
              <a:spcBef>
                <a:spcPts val="1200"/>
              </a:spcBef>
              <a:buFont typeface="Arial" panose="020B0604020202020204" pitchFamily="34" charset="0"/>
              <a:buChar char="•"/>
            </a:pPr>
            <a:r>
              <a:rPr lang="en-US" sz="1400" dirty="0"/>
              <a:t>Software updates do not require any downtime of productive scenarios running on the integration platform.</a:t>
            </a:r>
          </a:p>
          <a:p>
            <a:pPr marL="285750" indent="-285750">
              <a:spcBef>
                <a:spcPts val="1200"/>
              </a:spcBef>
              <a:buFont typeface="Arial" panose="020B0604020202020204" pitchFamily="34" charset="0"/>
              <a:buChar char="•"/>
            </a:pPr>
            <a:r>
              <a:rPr lang="en-US" sz="1400" dirty="0"/>
              <a:t>SAP ensures that deployed integration flows continue running after the update. </a:t>
            </a:r>
          </a:p>
          <a:p>
            <a:pPr marL="285750" indent="-285750">
              <a:spcBef>
                <a:spcPts val="1200"/>
              </a:spcBef>
              <a:buFont typeface="Arial" panose="020B0604020202020204" pitchFamily="34" charset="0"/>
              <a:buChar char="•"/>
            </a:pPr>
            <a:r>
              <a:rPr lang="en-US" sz="1400" dirty="0"/>
              <a:t>In case a tenant is not accessible or shows component failures after an update, SAP is notified by appropriate alert mechanisms and triggers the necessary recovery processes.</a:t>
            </a:r>
          </a:p>
          <a:p>
            <a:pPr marL="285750" indent="-285750">
              <a:spcBef>
                <a:spcPts val="1200"/>
              </a:spcBef>
              <a:buFont typeface="Arial" panose="020B0604020202020204" pitchFamily="34" charset="0"/>
              <a:buChar char="•"/>
            </a:pPr>
            <a:r>
              <a:rPr lang="en-US" sz="1400" dirty="0"/>
              <a:t>If a specific integration flow stops working unnoticed after update, customers are asked to open a ticket under LOD-PI (priority high).</a:t>
            </a:r>
          </a:p>
        </p:txBody>
      </p:sp>
    </p:spTree>
    <p:extLst>
      <p:ext uri="{BB962C8B-B14F-4D97-AF65-F5344CB8AC3E}">
        <p14:creationId xmlns:p14="http://schemas.microsoft.com/office/powerpoint/2010/main" val="3494081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Architecture</a:t>
            </a:r>
          </a:p>
        </p:txBody>
      </p:sp>
      <p:sp>
        <p:nvSpPr>
          <p:cNvPr id="4" name="Rectangle 35"/>
          <p:cNvSpPr txBox="1">
            <a:spLocks/>
          </p:cNvSpPr>
          <p:nvPr/>
        </p:nvSpPr>
        <p:spPr bwMode="gray">
          <a:xfrm>
            <a:off x="414338" y="1028700"/>
            <a:ext cx="8251680" cy="5455227"/>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400" dirty="0"/>
              <a:t>       SAP Cloud Integration is a cloud-based solution. The tenants are provisioned based on request made. Developers can build integrations in virtualized environments, and focus on enterprise integration patterns, implementation challenges, and leave out the maintenance efforts on the platform. </a:t>
            </a:r>
          </a:p>
          <a:p>
            <a:r>
              <a:rPr lang="en-US" sz="1400" b="1" dirty="0"/>
              <a:t>SAP Cloud Integration Nodes:</a:t>
            </a:r>
          </a:p>
          <a:p>
            <a:r>
              <a:rPr lang="en-US" sz="1400" b="1" dirty="0"/>
              <a:t>Integration nodes</a:t>
            </a:r>
            <a:r>
              <a:rPr lang="en-US" sz="1400" dirty="0"/>
              <a:t> are core of SAP Cloud Integration that run on the SAP Business Technology Platform (BTP). Each node is a virtual machine instance.</a:t>
            </a:r>
            <a:r>
              <a:rPr lang="en-US" sz="1400" b="0" i="0" dirty="0">
                <a:solidFill>
                  <a:srgbClr val="444444"/>
                </a:solidFill>
                <a:effectLst/>
                <a:latin typeface="BentonSansRegular"/>
              </a:rPr>
              <a:t> </a:t>
            </a:r>
            <a:r>
              <a:rPr lang="en-US" sz="1400" dirty="0"/>
              <a:t>We have two types of nodes, and each node performs a different function</a:t>
            </a:r>
          </a:p>
          <a:p>
            <a:pPr marL="285750" indent="-285750">
              <a:buFont typeface="Arial" panose="020B0604020202020204" pitchFamily="34" charset="0"/>
              <a:buChar char="•"/>
            </a:pPr>
            <a:r>
              <a:rPr lang="en-US" sz="1400" dirty="0"/>
              <a:t>Worker Node</a:t>
            </a:r>
          </a:p>
          <a:p>
            <a:pPr marL="285750" indent="-285750">
              <a:buFont typeface="Arial" panose="020B0604020202020204" pitchFamily="34" charset="0"/>
              <a:buChar char="•"/>
            </a:pPr>
            <a:r>
              <a:rPr lang="en-US" sz="1400" dirty="0"/>
              <a:t>Tenant management Node</a:t>
            </a:r>
          </a:p>
          <a:p>
            <a:r>
              <a:rPr lang="en-US" sz="1400" dirty="0"/>
              <a:t>A </a:t>
            </a:r>
            <a:r>
              <a:rPr lang="en-US" sz="1400" b="1" dirty="0"/>
              <a:t>worker node</a:t>
            </a:r>
            <a:r>
              <a:rPr lang="en-US" sz="1400" dirty="0"/>
              <a:t> performs all the message processing while a </a:t>
            </a:r>
            <a:r>
              <a:rPr lang="en-US" sz="1400" b="1" dirty="0"/>
              <a:t>tenant management node</a:t>
            </a:r>
            <a:r>
              <a:rPr lang="en-US" sz="1400" dirty="0"/>
              <a:t> functions as a supervisor for the worker nodes. Tenant Management Nodes can bring up worker nodes, ensure it is up and running all the time, and keeps a repository of all your integration artifacts.</a:t>
            </a:r>
            <a:endParaRPr lang="en-US" sz="1400" b="1" dirty="0"/>
          </a:p>
        </p:txBody>
      </p:sp>
    </p:spTree>
    <p:extLst>
      <p:ext uri="{BB962C8B-B14F-4D97-AF65-F5344CB8AC3E}">
        <p14:creationId xmlns:p14="http://schemas.microsoft.com/office/powerpoint/2010/main" val="2005321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Architecture – Fail Over Capability </a:t>
            </a:r>
          </a:p>
        </p:txBody>
      </p:sp>
      <p:sp>
        <p:nvSpPr>
          <p:cNvPr id="4" name="Rectangle 35"/>
          <p:cNvSpPr txBox="1">
            <a:spLocks/>
          </p:cNvSpPr>
          <p:nvPr/>
        </p:nvSpPr>
        <p:spPr bwMode="gray">
          <a:xfrm>
            <a:off x="414338" y="1028700"/>
            <a:ext cx="8251680" cy="5455227"/>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400" dirty="0"/>
              <a:t>SAP Cloud Integration can detect failures, gracefully handle failures, bring up new instances and redirect traffic from a downed instance to a live instance. The tenant management node supervises the worker nodes and shall immediately know if a worker node is not functioning. Health-check reports of worker nodes causes the tenant management nodes to take action.</a:t>
            </a:r>
          </a:p>
        </p:txBody>
      </p:sp>
      <p:pic>
        <p:nvPicPr>
          <p:cNvPr id="5" name="Picture 4"/>
          <p:cNvPicPr>
            <a:picLocks noChangeAspect="1"/>
          </p:cNvPicPr>
          <p:nvPr/>
        </p:nvPicPr>
        <p:blipFill>
          <a:blip r:embed="rId2"/>
          <a:stretch>
            <a:fillRect/>
          </a:stretch>
        </p:blipFill>
        <p:spPr>
          <a:xfrm>
            <a:off x="1955223" y="2928071"/>
            <a:ext cx="4381500" cy="2124075"/>
          </a:xfrm>
          <a:prstGeom prst="rect">
            <a:avLst/>
          </a:prstGeom>
        </p:spPr>
      </p:pic>
    </p:spTree>
    <p:extLst>
      <p:ext uri="{BB962C8B-B14F-4D97-AF65-F5344CB8AC3E}">
        <p14:creationId xmlns:p14="http://schemas.microsoft.com/office/powerpoint/2010/main" val="3377772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Architecture - Scalability Capability </a:t>
            </a:r>
          </a:p>
        </p:txBody>
      </p:sp>
      <p:sp>
        <p:nvSpPr>
          <p:cNvPr id="4" name="Rectangle 35"/>
          <p:cNvSpPr txBox="1">
            <a:spLocks/>
          </p:cNvSpPr>
          <p:nvPr/>
        </p:nvSpPr>
        <p:spPr bwMode="gray">
          <a:xfrm>
            <a:off x="414338" y="935182"/>
            <a:ext cx="8251680" cy="5548745"/>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400" dirty="0"/>
              <a:t>We can add additional integration worker nodes and configure to handle the load. The BigIP load balancer shall spread the load between all the instances.</a:t>
            </a:r>
          </a:p>
          <a:p>
            <a:pPr>
              <a:spcBef>
                <a:spcPts val="1200"/>
              </a:spcBef>
            </a:pPr>
            <a:r>
              <a:rPr lang="en-US" sz="1400" dirty="0"/>
              <a:t>There are two levels of scalability for a worker node.</a:t>
            </a:r>
          </a:p>
          <a:p>
            <a:pPr marL="285750" indent="-285750">
              <a:spcBef>
                <a:spcPts val="1200"/>
              </a:spcBef>
              <a:buFont typeface="Arial" panose="020B0604020202020204" pitchFamily="34" charset="0"/>
              <a:buChar char="•"/>
            </a:pPr>
            <a:r>
              <a:rPr lang="en-US" sz="1400" dirty="0"/>
              <a:t>Increase the </a:t>
            </a:r>
            <a:r>
              <a:rPr lang="en-US" sz="1400" b="1" dirty="0"/>
              <a:t>VM size of the worker node</a:t>
            </a:r>
          </a:p>
          <a:p>
            <a:pPr marL="285750" indent="-285750">
              <a:spcBef>
                <a:spcPts val="1200"/>
              </a:spcBef>
              <a:buFont typeface="Arial" panose="020B0604020202020204" pitchFamily="34" charset="0"/>
              <a:buChar char="•"/>
            </a:pPr>
            <a:r>
              <a:rPr lang="en-US" sz="1400" dirty="0"/>
              <a:t>Increase the </a:t>
            </a:r>
            <a:r>
              <a:rPr lang="en-US" sz="1400" b="1" dirty="0"/>
              <a:t>number of worker nodes</a:t>
            </a:r>
            <a:endParaRPr lang="en-US" sz="1400" dirty="0"/>
          </a:p>
          <a:p>
            <a:pPr>
              <a:spcBef>
                <a:spcPts val="1200"/>
              </a:spcBef>
            </a:pPr>
            <a:r>
              <a:rPr lang="en-US" sz="1400" dirty="0"/>
              <a:t>SAP Cloud Integration currently provides the following Virtual Machine configurations: </a:t>
            </a:r>
          </a:p>
          <a:p>
            <a:pPr marL="285750" indent="-285750">
              <a:spcBef>
                <a:spcPts val="1200"/>
              </a:spcBef>
              <a:buFont typeface="Arial" panose="020B0604020202020204" pitchFamily="34" charset="0"/>
              <a:buChar char="•"/>
            </a:pPr>
            <a:r>
              <a:rPr lang="en-US" sz="1400" dirty="0"/>
              <a:t>Lite = 1 Core / 2GB RAM</a:t>
            </a:r>
          </a:p>
          <a:p>
            <a:pPr marL="285750" indent="-285750">
              <a:spcBef>
                <a:spcPts val="1200"/>
              </a:spcBef>
              <a:buFont typeface="Arial" panose="020B0604020202020204" pitchFamily="34" charset="0"/>
              <a:buChar char="•"/>
            </a:pPr>
            <a:r>
              <a:rPr lang="en-US" sz="1400" dirty="0"/>
              <a:t>Professional = 2 Cores / 4GB RAM</a:t>
            </a:r>
          </a:p>
          <a:p>
            <a:pPr marL="285750" indent="-285750">
              <a:spcBef>
                <a:spcPts val="1200"/>
              </a:spcBef>
              <a:buFont typeface="Arial" panose="020B0604020202020204" pitchFamily="34" charset="0"/>
              <a:buChar char="•"/>
            </a:pPr>
            <a:r>
              <a:rPr lang="en-US" sz="1400" dirty="0"/>
              <a:t>Premium = 4 Cores / 8 GB RAM</a:t>
            </a:r>
          </a:p>
          <a:p>
            <a:pPr marL="285750" indent="-285750">
              <a:spcBef>
                <a:spcPts val="1200"/>
              </a:spcBef>
              <a:buFont typeface="Arial" panose="020B0604020202020204" pitchFamily="34" charset="0"/>
              <a:buChar char="•"/>
            </a:pPr>
            <a:r>
              <a:rPr lang="en-US" sz="1400" dirty="0"/>
              <a:t>Premium Plus = 8 Cores / 16 GB RAM, available in "à la carte" configurations.</a:t>
            </a:r>
          </a:p>
        </p:txBody>
      </p:sp>
    </p:spTree>
    <p:extLst>
      <p:ext uri="{BB962C8B-B14F-4D97-AF65-F5344CB8AC3E}">
        <p14:creationId xmlns:p14="http://schemas.microsoft.com/office/powerpoint/2010/main" val="3124970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Architecture - Scalability Capability </a:t>
            </a:r>
          </a:p>
        </p:txBody>
      </p:sp>
      <p:sp>
        <p:nvSpPr>
          <p:cNvPr id="4" name="Rectangle 35"/>
          <p:cNvSpPr txBox="1">
            <a:spLocks/>
          </p:cNvSpPr>
          <p:nvPr/>
        </p:nvSpPr>
        <p:spPr bwMode="gray">
          <a:xfrm>
            <a:off x="414338" y="935182"/>
            <a:ext cx="8251680" cy="5548745"/>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400" dirty="0"/>
              <a:t>By default, standard edition of SAP Cloud Integration provides a VM Lite version and one instance of the worker node. You can opt for a higher version of the VM and for more VMs.</a:t>
            </a:r>
          </a:p>
          <a:p>
            <a:endParaRPr lang="en-US" dirty="0"/>
          </a:p>
        </p:txBody>
      </p:sp>
      <p:pic>
        <p:nvPicPr>
          <p:cNvPr id="5" name="Picture 4"/>
          <p:cNvPicPr>
            <a:picLocks noChangeAspect="1"/>
          </p:cNvPicPr>
          <p:nvPr/>
        </p:nvPicPr>
        <p:blipFill>
          <a:blip r:embed="rId2"/>
          <a:stretch>
            <a:fillRect/>
          </a:stretch>
        </p:blipFill>
        <p:spPr>
          <a:xfrm>
            <a:off x="1316244" y="2090078"/>
            <a:ext cx="5306165" cy="3238952"/>
          </a:xfrm>
          <a:prstGeom prst="rect">
            <a:avLst/>
          </a:prstGeom>
        </p:spPr>
      </p:pic>
    </p:spTree>
    <p:extLst>
      <p:ext uri="{BB962C8B-B14F-4D97-AF65-F5344CB8AC3E}">
        <p14:creationId xmlns:p14="http://schemas.microsoft.com/office/powerpoint/2010/main" val="3761067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2A4FF1-394D-4C73-B8C5-799E9EA3022A}"/>
              </a:ext>
            </a:extLst>
          </p:cNvPr>
          <p:cNvSpPr/>
          <p:nvPr/>
        </p:nvSpPr>
        <p:spPr>
          <a:xfrm>
            <a:off x="551990" y="1050214"/>
            <a:ext cx="6999402" cy="338554"/>
          </a:xfrm>
          <a:prstGeom prst="rect">
            <a:avLst/>
          </a:prstGeom>
        </p:spPr>
        <p:txBody>
          <a:bodyPr wrap="square">
            <a:spAutoFit/>
          </a:bodyPr>
          <a:lstStyle/>
          <a:p>
            <a:pPr lvl="0" algn="l" fontAlgn="auto">
              <a:spcBef>
                <a:spcPts val="0"/>
              </a:spcBef>
              <a:spcAft>
                <a:spcPts val="0"/>
              </a:spcAft>
              <a:defRPr/>
            </a:pPr>
            <a:r>
              <a:rPr lang="en-US" sz="1600" dirty="0">
                <a:solidFill>
                  <a:srgbClr val="002776"/>
                </a:solidFill>
              </a:rPr>
              <a:t>https://&lt;TenantId&gt;-&lt;HostName&gt;/itspaces/shell/discover</a:t>
            </a:r>
          </a:p>
        </p:txBody>
      </p:sp>
      <p:sp>
        <p:nvSpPr>
          <p:cNvPr id="6" name="Title 1">
            <a:extLst>
              <a:ext uri="{FF2B5EF4-FFF2-40B4-BE49-F238E27FC236}">
                <a16:creationId xmlns:a16="http://schemas.microsoft.com/office/drawing/2014/main" id="{7BF3BF69-23B0-492E-9D7A-9674CE8E8306}"/>
              </a:ext>
            </a:extLst>
          </p:cNvPr>
          <p:cNvSpPr>
            <a:spLocks noGrp="1"/>
          </p:cNvSpPr>
          <p:nvPr>
            <p:ph type="title"/>
          </p:nvPr>
        </p:nvSpPr>
        <p:spPr>
          <a:xfrm>
            <a:off x="414338" y="394667"/>
            <a:ext cx="8330184" cy="333425"/>
          </a:xfrm>
        </p:spPr>
        <p:txBody>
          <a:bodyPr/>
          <a:lstStyle/>
          <a:p>
            <a:r>
              <a:rPr lang="en-US" sz="2400" b="1" dirty="0">
                <a:solidFill>
                  <a:srgbClr val="002776"/>
                </a:solidFill>
                <a:latin typeface="Arial Body"/>
              </a:rPr>
              <a:t>SAP Cloud Integration- Home Page</a:t>
            </a:r>
          </a:p>
        </p:txBody>
      </p:sp>
      <p:pic>
        <p:nvPicPr>
          <p:cNvPr id="8" name="Picture 7">
            <a:extLst>
              <a:ext uri="{FF2B5EF4-FFF2-40B4-BE49-F238E27FC236}">
                <a16:creationId xmlns:a16="http://schemas.microsoft.com/office/drawing/2014/main" id="{9920136B-3067-4D84-A455-C5F3E11EA88E}"/>
              </a:ext>
            </a:extLst>
          </p:cNvPr>
          <p:cNvPicPr>
            <a:picLocks noChangeAspect="1"/>
          </p:cNvPicPr>
          <p:nvPr/>
        </p:nvPicPr>
        <p:blipFill>
          <a:blip r:embed="rId2"/>
          <a:stretch>
            <a:fillRect/>
          </a:stretch>
        </p:blipFill>
        <p:spPr>
          <a:xfrm>
            <a:off x="195209" y="1491139"/>
            <a:ext cx="8722760" cy="4542572"/>
          </a:xfrm>
          <a:prstGeom prst="rect">
            <a:avLst/>
          </a:prstGeom>
        </p:spPr>
      </p:pic>
    </p:spTree>
    <p:extLst>
      <p:ext uri="{BB962C8B-B14F-4D97-AF65-F5344CB8AC3E}">
        <p14:creationId xmlns:p14="http://schemas.microsoft.com/office/powerpoint/2010/main" val="3337952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EB803D0-4768-43EF-815D-BFF5CE9C4B57}"/>
              </a:ext>
            </a:extLst>
          </p:cNvPr>
          <p:cNvSpPr>
            <a:spLocks noGrp="1"/>
          </p:cNvSpPr>
          <p:nvPr>
            <p:ph sz="quarter" idx="10"/>
          </p:nvPr>
        </p:nvSpPr>
        <p:spPr>
          <a:xfrm>
            <a:off x="376237" y="1016000"/>
            <a:ext cx="8385175" cy="5365751"/>
          </a:xfrm>
        </p:spPr>
        <p:txBody>
          <a:bodyPr/>
          <a:lstStyle/>
          <a:p>
            <a:r>
              <a:rPr lang="en-US" sz="1400" dirty="0">
                <a:solidFill>
                  <a:srgbClr val="002776"/>
                </a:solidFill>
                <a:latin typeface="Arial Body"/>
                <a:cs typeface="Arial" pitchFamily="34" charset="0"/>
              </a:rPr>
              <a:t>SAP Cloud Integration provides a starting point for Integration Projects by offering pre-packaged Integration Content</a:t>
            </a:r>
          </a:p>
          <a:p>
            <a:r>
              <a:rPr lang="en-US" sz="1400" dirty="0">
                <a:solidFill>
                  <a:srgbClr val="002776"/>
                </a:solidFill>
                <a:latin typeface="Arial Body"/>
                <a:cs typeface="Arial" pitchFamily="34" charset="0"/>
              </a:rPr>
              <a:t>The integration flows in the pre-packaged content are mostly pre-configured and require very minimal configuration to be used in productive scenario.</a:t>
            </a:r>
          </a:p>
          <a:p>
            <a:endParaRPr lang="en-US" dirty="0"/>
          </a:p>
        </p:txBody>
      </p:sp>
      <p:sp>
        <p:nvSpPr>
          <p:cNvPr id="3" name="Title 2">
            <a:extLst>
              <a:ext uri="{FF2B5EF4-FFF2-40B4-BE49-F238E27FC236}">
                <a16:creationId xmlns:a16="http://schemas.microsoft.com/office/drawing/2014/main" id="{E8CF436C-804E-4811-B08B-62FD0847B08A}"/>
              </a:ext>
            </a:extLst>
          </p:cNvPr>
          <p:cNvSpPr>
            <a:spLocks noGrp="1"/>
          </p:cNvSpPr>
          <p:nvPr>
            <p:ph type="title"/>
          </p:nvPr>
        </p:nvSpPr>
        <p:spPr/>
        <p:txBody>
          <a:bodyPr/>
          <a:lstStyle/>
          <a:p>
            <a:r>
              <a:rPr lang="en-US" sz="2400" b="1" dirty="0">
                <a:solidFill>
                  <a:srgbClr val="002776"/>
                </a:solidFill>
                <a:latin typeface="Arial Body"/>
              </a:rPr>
              <a:t>SAP Cloud Integration- Discover page</a:t>
            </a:r>
            <a:endParaRPr lang="en-US" sz="2400" dirty="0">
              <a:latin typeface="Arial Body"/>
            </a:endParaRPr>
          </a:p>
        </p:txBody>
      </p:sp>
      <p:pic>
        <p:nvPicPr>
          <p:cNvPr id="6" name="Picture 5">
            <a:extLst>
              <a:ext uri="{FF2B5EF4-FFF2-40B4-BE49-F238E27FC236}">
                <a16:creationId xmlns:a16="http://schemas.microsoft.com/office/drawing/2014/main" id="{5D8E907F-84F2-410D-92FE-87798E75E66F}"/>
              </a:ext>
            </a:extLst>
          </p:cNvPr>
          <p:cNvPicPr>
            <a:picLocks noChangeAspect="1"/>
          </p:cNvPicPr>
          <p:nvPr/>
        </p:nvPicPr>
        <p:blipFill>
          <a:blip r:embed="rId2"/>
          <a:stretch>
            <a:fillRect/>
          </a:stretch>
        </p:blipFill>
        <p:spPr>
          <a:xfrm>
            <a:off x="215757" y="2219218"/>
            <a:ext cx="8702212" cy="4553708"/>
          </a:xfrm>
          <a:prstGeom prst="rect">
            <a:avLst/>
          </a:prstGeom>
        </p:spPr>
      </p:pic>
    </p:spTree>
    <p:extLst>
      <p:ext uri="{BB962C8B-B14F-4D97-AF65-F5344CB8AC3E}">
        <p14:creationId xmlns:p14="http://schemas.microsoft.com/office/powerpoint/2010/main" val="110539813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txBox="1">
            <a:spLocks/>
          </p:cNvSpPr>
          <p:nvPr/>
        </p:nvSpPr>
        <p:spPr bwMode="invGray">
          <a:xfrm>
            <a:off x="400199" y="1111861"/>
            <a:ext cx="8335963" cy="5436144"/>
          </a:xfrm>
          <a:prstGeom prst="rect">
            <a:avLst/>
          </a:prstGeom>
          <a:noFill/>
          <a:ln w="9525" algn="ctr">
            <a:noFill/>
            <a:miter lim="800000"/>
            <a:headEnd/>
            <a:tailEnd/>
          </a:ln>
        </p:spPr>
        <p:txBody>
          <a:bodyPr lIns="0" tIns="0" rIns="0" bIns="0"/>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1400" b="0" dirty="0">
                <a:solidFill>
                  <a:srgbClr val="002776"/>
                </a:solidFill>
                <a:latin typeface="Arial Body"/>
              </a:rPr>
              <a:t>An Integration Developer must copy the pre-packaged solution to the tenant. Once the artifact is copied successfully, we can see it under the Design tab and next time onwards we can make changes to the iFlow configuration and deploy it from this tab itself.</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 name="Title 1"/>
          <p:cNvSpPr>
            <a:spLocks noGrp="1"/>
          </p:cNvSpPr>
          <p:nvPr>
            <p:ph type="title"/>
          </p:nvPr>
        </p:nvSpPr>
        <p:spPr>
          <a:xfrm>
            <a:off x="402336" y="443815"/>
            <a:ext cx="8339328" cy="333425"/>
          </a:xfrm>
        </p:spPr>
        <p:txBody>
          <a:bodyPr/>
          <a:lstStyle/>
          <a:p>
            <a:r>
              <a:rPr lang="en-US" sz="2400" b="1" dirty="0">
                <a:solidFill>
                  <a:srgbClr val="002776"/>
                </a:solidFill>
                <a:latin typeface="Arial Body"/>
              </a:rPr>
              <a:t>SAP Cloud Integration</a:t>
            </a:r>
            <a:r>
              <a:rPr lang="en-US" b="1" dirty="0">
                <a:solidFill>
                  <a:srgbClr val="002776"/>
                </a:solidFill>
                <a:latin typeface="Arial"/>
              </a:rPr>
              <a:t>: Standard Content</a:t>
            </a:r>
          </a:p>
        </p:txBody>
      </p:sp>
      <p:pic>
        <p:nvPicPr>
          <p:cNvPr id="2050" name="Picture 2">
            <a:extLst>
              <a:ext uri="{FF2B5EF4-FFF2-40B4-BE49-F238E27FC236}">
                <a16:creationId xmlns:a16="http://schemas.microsoft.com/office/drawing/2014/main" id="{9F0FAAA5-09F6-455C-BE20-BF5F4C2DE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11" y="2219218"/>
            <a:ext cx="8335964" cy="4276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51943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txBox="1">
            <a:spLocks/>
          </p:cNvSpPr>
          <p:nvPr/>
        </p:nvSpPr>
        <p:spPr bwMode="invGray">
          <a:xfrm>
            <a:off x="463439" y="1059906"/>
            <a:ext cx="8335963" cy="5436144"/>
          </a:xfrm>
          <a:prstGeom prst="rect">
            <a:avLst/>
          </a:prstGeom>
          <a:noFill/>
          <a:ln w="9525" algn="ctr">
            <a:noFill/>
            <a:miter lim="800000"/>
            <a:headEnd/>
            <a:tailEnd/>
          </a:ln>
        </p:spPr>
        <p:txBody>
          <a:bodyPr lIns="0" tIns="0" rIns="0" bIns="0"/>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0" dirty="0">
                <a:solidFill>
                  <a:srgbClr val="002776"/>
                </a:solidFill>
              </a:rPr>
              <a:t>Integration Package with its contents is shown below. To edit, configure and deploy content via web ui the role AuthGroup.IntegrationDeveloper, is required for the specific tenant. </a:t>
            </a:r>
          </a:p>
        </p:txBody>
      </p:sp>
      <p:sp>
        <p:nvSpPr>
          <p:cNvPr id="2" name="Title 1"/>
          <p:cNvSpPr>
            <a:spLocks noGrp="1"/>
          </p:cNvSpPr>
          <p:nvPr>
            <p:ph type="title"/>
          </p:nvPr>
        </p:nvSpPr>
        <p:spPr>
          <a:xfrm>
            <a:off x="402336" y="443815"/>
            <a:ext cx="8339328" cy="333425"/>
          </a:xfrm>
        </p:spPr>
        <p:txBody>
          <a:bodyPr/>
          <a:lstStyle/>
          <a:p>
            <a:r>
              <a:rPr lang="en-US" sz="2400" b="1" dirty="0">
                <a:solidFill>
                  <a:srgbClr val="002776"/>
                </a:solidFill>
                <a:latin typeface="Arial Body"/>
              </a:rPr>
              <a:t>SAP Cloud Integration: </a:t>
            </a:r>
            <a:r>
              <a:rPr lang="en-US" b="1" dirty="0">
                <a:solidFill>
                  <a:srgbClr val="002776"/>
                </a:solidFill>
                <a:latin typeface="Arial"/>
              </a:rPr>
              <a:t>Design page</a:t>
            </a:r>
          </a:p>
        </p:txBody>
      </p:sp>
      <p:pic>
        <p:nvPicPr>
          <p:cNvPr id="6" name="Picture 5">
            <a:extLst>
              <a:ext uri="{FF2B5EF4-FFF2-40B4-BE49-F238E27FC236}">
                <a16:creationId xmlns:a16="http://schemas.microsoft.com/office/drawing/2014/main" id="{A9A0962C-114C-498E-BC20-DDD3DCFE0401}"/>
              </a:ext>
            </a:extLst>
          </p:cNvPr>
          <p:cNvPicPr>
            <a:picLocks noChangeAspect="1"/>
          </p:cNvPicPr>
          <p:nvPr/>
        </p:nvPicPr>
        <p:blipFill>
          <a:blip r:embed="rId3"/>
          <a:stretch>
            <a:fillRect/>
          </a:stretch>
        </p:blipFill>
        <p:spPr>
          <a:xfrm>
            <a:off x="344598" y="2038203"/>
            <a:ext cx="8454804" cy="3850106"/>
          </a:xfrm>
          <a:prstGeom prst="rect">
            <a:avLst/>
          </a:prstGeom>
        </p:spPr>
      </p:pic>
    </p:spTree>
    <p:extLst>
      <p:ext uri="{BB962C8B-B14F-4D97-AF65-F5344CB8AC3E}">
        <p14:creationId xmlns:p14="http://schemas.microsoft.com/office/powerpoint/2010/main" val="405096205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txBox="1">
            <a:spLocks/>
          </p:cNvSpPr>
          <p:nvPr/>
        </p:nvSpPr>
        <p:spPr bwMode="invGray">
          <a:xfrm>
            <a:off x="174662" y="978041"/>
            <a:ext cx="8644628" cy="5436144"/>
          </a:xfrm>
          <a:prstGeom prst="rect">
            <a:avLst/>
          </a:prstGeom>
          <a:noFill/>
          <a:ln w="9525" algn="ctr">
            <a:noFill/>
            <a:miter lim="800000"/>
            <a:headEnd/>
            <a:tailEnd/>
          </a:ln>
        </p:spPr>
        <p:txBody>
          <a:bodyPr lIns="0" tIns="0" rIns="0" bIns="0"/>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solidFill>
                  <a:srgbClr val="002776"/>
                </a:solidFill>
              </a:rPr>
              <a:t>Under Overview tab, we can monitor the runtime status for all the deployed artifacts as well as Messages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solidFill>
                  <a:srgbClr val="002776"/>
                </a:solidFill>
              </a:rPr>
              <a:t>We can also manage the Security content such as User Credentials, Keystore, SSL certificates etc.. </a:t>
            </a:r>
          </a:p>
        </p:txBody>
      </p:sp>
      <p:sp>
        <p:nvSpPr>
          <p:cNvPr id="2" name="Title 1"/>
          <p:cNvSpPr>
            <a:spLocks noGrp="1"/>
          </p:cNvSpPr>
          <p:nvPr>
            <p:ph type="title"/>
          </p:nvPr>
        </p:nvSpPr>
        <p:spPr>
          <a:xfrm>
            <a:off x="402336" y="322923"/>
            <a:ext cx="8339328" cy="333425"/>
          </a:xfrm>
        </p:spPr>
        <p:txBody>
          <a:bodyPr/>
          <a:lstStyle/>
          <a:p>
            <a:r>
              <a:rPr lang="en-US" sz="2400" b="1" dirty="0">
                <a:solidFill>
                  <a:srgbClr val="002776"/>
                </a:solidFill>
                <a:latin typeface="Arial Body"/>
              </a:rPr>
              <a:t>SAP Cloud Integration: Operate and Monitor</a:t>
            </a:r>
            <a:endParaRPr lang="en-US" b="1" dirty="0">
              <a:solidFill>
                <a:srgbClr val="002776"/>
              </a:solidFill>
              <a:latin typeface="Arial"/>
            </a:endParaRPr>
          </a:p>
        </p:txBody>
      </p:sp>
      <p:pic>
        <p:nvPicPr>
          <p:cNvPr id="4" name="Picture 3">
            <a:extLst>
              <a:ext uri="{FF2B5EF4-FFF2-40B4-BE49-F238E27FC236}">
                <a16:creationId xmlns:a16="http://schemas.microsoft.com/office/drawing/2014/main" id="{5C11CF8D-F2EA-465F-858B-9BA40F6708A8}"/>
              </a:ext>
            </a:extLst>
          </p:cNvPr>
          <p:cNvPicPr>
            <a:picLocks noChangeAspect="1"/>
          </p:cNvPicPr>
          <p:nvPr/>
        </p:nvPicPr>
        <p:blipFill>
          <a:blip r:embed="rId3"/>
          <a:stretch>
            <a:fillRect/>
          </a:stretch>
        </p:blipFill>
        <p:spPr>
          <a:xfrm>
            <a:off x="174661" y="1551398"/>
            <a:ext cx="8567003" cy="4600253"/>
          </a:xfrm>
          <a:prstGeom prst="rect">
            <a:avLst/>
          </a:prstGeom>
        </p:spPr>
      </p:pic>
    </p:spTree>
    <p:extLst>
      <p:ext uri="{BB962C8B-B14F-4D97-AF65-F5344CB8AC3E}">
        <p14:creationId xmlns:p14="http://schemas.microsoft.com/office/powerpoint/2010/main" val="106401815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txBox="1">
            <a:spLocks/>
          </p:cNvSpPr>
          <p:nvPr/>
        </p:nvSpPr>
        <p:spPr bwMode="invGray">
          <a:xfrm>
            <a:off x="483326" y="1059906"/>
            <a:ext cx="8335963" cy="5436144"/>
          </a:xfrm>
          <a:prstGeom prst="rect">
            <a:avLst/>
          </a:prstGeom>
          <a:noFill/>
          <a:ln w="9525" algn="ctr">
            <a:noFill/>
            <a:miter lim="800000"/>
            <a:headEnd/>
            <a:tailEn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002776"/>
                </a:solidFill>
              </a:rPr>
              <a:t> Under Manage stores, We can monitor Data stores, Variables, Messages Queues and Number ranges etc.</a:t>
            </a:r>
          </a:p>
        </p:txBody>
      </p:sp>
      <p:sp>
        <p:nvSpPr>
          <p:cNvPr id="2" name="Title 1"/>
          <p:cNvSpPr>
            <a:spLocks noGrp="1"/>
          </p:cNvSpPr>
          <p:nvPr>
            <p:ph type="title"/>
          </p:nvPr>
        </p:nvSpPr>
        <p:spPr>
          <a:xfrm>
            <a:off x="402336" y="396681"/>
            <a:ext cx="8339328" cy="333425"/>
          </a:xfrm>
        </p:spPr>
        <p:txBody>
          <a:bodyPr/>
          <a:lstStyle/>
          <a:p>
            <a:r>
              <a:rPr lang="en-US" sz="2400" b="1" dirty="0">
                <a:solidFill>
                  <a:srgbClr val="002776"/>
                </a:solidFill>
                <a:latin typeface="Arial Body"/>
              </a:rPr>
              <a:t>SAP Cloud Integration: Operate and Monitor</a:t>
            </a:r>
            <a:endParaRPr lang="en-US" b="1" dirty="0">
              <a:solidFill>
                <a:srgbClr val="002776"/>
              </a:solidFill>
              <a:latin typeface="Arial"/>
            </a:endParaRPr>
          </a:p>
        </p:txBody>
      </p:sp>
      <p:pic>
        <p:nvPicPr>
          <p:cNvPr id="4" name="Picture 3">
            <a:extLst>
              <a:ext uri="{FF2B5EF4-FFF2-40B4-BE49-F238E27FC236}">
                <a16:creationId xmlns:a16="http://schemas.microsoft.com/office/drawing/2014/main" id="{F68BBDDD-E74E-41C6-AC85-5AE25615186A}"/>
              </a:ext>
            </a:extLst>
          </p:cNvPr>
          <p:cNvPicPr>
            <a:picLocks noChangeAspect="1"/>
          </p:cNvPicPr>
          <p:nvPr/>
        </p:nvPicPr>
        <p:blipFill>
          <a:blip r:embed="rId3"/>
          <a:stretch>
            <a:fillRect/>
          </a:stretch>
        </p:blipFill>
        <p:spPr>
          <a:xfrm>
            <a:off x="402336" y="1695235"/>
            <a:ext cx="8416953" cy="4551453"/>
          </a:xfrm>
          <a:prstGeom prst="rect">
            <a:avLst/>
          </a:prstGeom>
        </p:spPr>
      </p:pic>
    </p:spTree>
    <p:extLst>
      <p:ext uri="{BB962C8B-B14F-4D97-AF65-F5344CB8AC3E}">
        <p14:creationId xmlns:p14="http://schemas.microsoft.com/office/powerpoint/2010/main" val="31518070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4338" y="471686"/>
            <a:ext cx="8330184" cy="307777"/>
          </a:xfrm>
        </p:spPr>
        <p:txBody>
          <a:bodyPr/>
          <a:lstStyle/>
          <a:p>
            <a:r>
              <a:rPr lang="en-US" sz="2400" b="1" dirty="0">
                <a:solidFill>
                  <a:srgbClr val="002776"/>
                </a:solidFill>
                <a:latin typeface="Arial Body"/>
              </a:rPr>
              <a:t>SAP Cloud Integration: </a:t>
            </a:r>
            <a:r>
              <a:rPr lang="en-US" sz="2400" b="1" dirty="0">
                <a:solidFill>
                  <a:srgbClr val="002776"/>
                </a:solidFill>
                <a:latin typeface="Arial"/>
              </a:rPr>
              <a:t>Adapters</a:t>
            </a:r>
          </a:p>
        </p:txBody>
      </p:sp>
      <p:pic>
        <p:nvPicPr>
          <p:cNvPr id="4" name="Picture 3">
            <a:extLst>
              <a:ext uri="{FF2B5EF4-FFF2-40B4-BE49-F238E27FC236}">
                <a16:creationId xmlns:a16="http://schemas.microsoft.com/office/drawing/2014/main" id="{B89DFD65-651A-4FA3-B3F1-383501D91492}"/>
              </a:ext>
            </a:extLst>
          </p:cNvPr>
          <p:cNvPicPr>
            <a:picLocks noChangeAspect="1"/>
          </p:cNvPicPr>
          <p:nvPr/>
        </p:nvPicPr>
        <p:blipFill>
          <a:blip r:embed="rId2"/>
          <a:stretch>
            <a:fillRect/>
          </a:stretch>
        </p:blipFill>
        <p:spPr>
          <a:xfrm>
            <a:off x="1032408" y="1019428"/>
            <a:ext cx="5656068" cy="5366886"/>
          </a:xfrm>
          <a:prstGeom prst="rect">
            <a:avLst/>
          </a:prstGeom>
        </p:spPr>
      </p:pic>
    </p:spTree>
    <p:extLst>
      <p:ext uri="{BB962C8B-B14F-4D97-AF65-F5344CB8AC3E}">
        <p14:creationId xmlns:p14="http://schemas.microsoft.com/office/powerpoint/2010/main" val="1811459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5B8E7DA-6F16-4639-BA1B-A1614DC4A755}"/>
              </a:ext>
            </a:extLst>
          </p:cNvPr>
          <p:cNvSpPr>
            <a:spLocks noGrp="1"/>
          </p:cNvSpPr>
          <p:nvPr>
            <p:ph sz="quarter" idx="10"/>
          </p:nvPr>
        </p:nvSpPr>
        <p:spPr>
          <a:xfrm>
            <a:off x="376237" y="780836"/>
            <a:ext cx="8295151" cy="5600915"/>
          </a:xfrm>
        </p:spPr>
        <p:txBody>
          <a:bodyPr/>
          <a:lstStyle/>
          <a:p>
            <a:endParaRPr lang="en-US" dirty="0"/>
          </a:p>
          <a:p>
            <a:r>
              <a:rPr lang="en-US" dirty="0">
                <a:hlinkClick r:id="rId2"/>
              </a:rPr>
              <a:t>https://help.sap.com/docs/CLOUD_INTEGRATION/368c481cd6954bdfa5d0435479fd4eaf/e12c09cc8e9b4574b092d8964b049ce6.html</a:t>
            </a:r>
            <a:endParaRPr lang="en-US" dirty="0"/>
          </a:p>
          <a:p>
            <a:endParaRPr lang="en-US" dirty="0"/>
          </a:p>
          <a:p>
            <a:r>
              <a:rPr lang="en-US" dirty="0">
                <a:hlinkClick r:id="rId3"/>
              </a:rPr>
              <a:t>https://blogs.sap.com/2015/01/13/architectural-overview-of-sap-hana-cloud-integration/</a:t>
            </a:r>
            <a:endParaRPr lang="en-US" dirty="0"/>
          </a:p>
          <a:p>
            <a:endParaRPr lang="en-US" dirty="0"/>
          </a:p>
          <a:p>
            <a:r>
              <a:rPr lang="en-US" dirty="0">
                <a:hlinkClick r:id="rId4"/>
              </a:rPr>
              <a:t>https://blogs.sap.com/2020/01/16/comprehensive-sap-cpi-development-standards-best-practices/</a:t>
            </a:r>
            <a:endParaRPr lang="en-US" dirty="0"/>
          </a:p>
          <a:p>
            <a:endParaRPr lang="en-US" dirty="0"/>
          </a:p>
          <a:p>
            <a:r>
              <a:rPr lang="en-US" dirty="0">
                <a:hlinkClick r:id="rId5"/>
              </a:rPr>
              <a:t>https://blogs.sap.com/tags/67837800100800006801/</a:t>
            </a:r>
            <a:endParaRPr lang="en-US" dirty="0"/>
          </a:p>
          <a:p>
            <a:endParaRPr lang="en-US" dirty="0"/>
          </a:p>
          <a:p>
            <a:r>
              <a:rPr lang="en-US" dirty="0">
                <a:hlinkClick r:id="rId6"/>
              </a:rPr>
              <a:t>https://blogs.sap.com/tags/73554900100800003241/</a:t>
            </a:r>
            <a:endParaRPr lang="en-US" dirty="0"/>
          </a:p>
          <a:p>
            <a:endParaRPr lang="en-US" dirty="0"/>
          </a:p>
          <a:p>
            <a:endParaRPr lang="en-US" dirty="0"/>
          </a:p>
        </p:txBody>
      </p:sp>
      <p:sp>
        <p:nvSpPr>
          <p:cNvPr id="8" name="Title 7">
            <a:extLst>
              <a:ext uri="{FF2B5EF4-FFF2-40B4-BE49-F238E27FC236}">
                <a16:creationId xmlns:a16="http://schemas.microsoft.com/office/drawing/2014/main" id="{6EE427FC-01B1-427D-8006-E53442AD7910}"/>
              </a:ext>
            </a:extLst>
          </p:cNvPr>
          <p:cNvSpPr>
            <a:spLocks noGrp="1"/>
          </p:cNvSpPr>
          <p:nvPr>
            <p:ph type="title"/>
          </p:nvPr>
        </p:nvSpPr>
        <p:spPr/>
        <p:txBody>
          <a:bodyPr/>
          <a:lstStyle/>
          <a:p>
            <a:r>
              <a:rPr lang="en-US" sz="2000" b="1" dirty="0">
                <a:solidFill>
                  <a:srgbClr val="002776"/>
                </a:solidFill>
                <a:latin typeface="Arial Body"/>
              </a:rPr>
              <a:t>References </a:t>
            </a:r>
            <a:endParaRPr lang="en-US" dirty="0"/>
          </a:p>
        </p:txBody>
      </p:sp>
    </p:spTree>
    <p:extLst>
      <p:ext uri="{BB962C8B-B14F-4D97-AF65-F5344CB8AC3E}">
        <p14:creationId xmlns:p14="http://schemas.microsoft.com/office/powerpoint/2010/main" val="68872383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2336" y="5458968"/>
            <a:ext cx="5222287" cy="1152144"/>
          </a:xfrm>
        </p:spPr>
        <p:txBody>
          <a:bodyPr/>
          <a:lstStyle/>
          <a:p>
            <a:pPr lvl="0">
              <a:lnSpc>
                <a:spcPts val="900"/>
              </a:lnSpc>
            </a:pPr>
            <a:r>
              <a:rPr lang="en-US" b="1" dirty="0"/>
              <a:t>About Deloitte</a:t>
            </a:r>
            <a:br>
              <a:rPr lang="en-US" dirty="0"/>
            </a:br>
            <a:r>
              <a:rPr lang="en-US" dirty="0"/>
              <a:t>Deloitte refers to one or more of Deloitte Touche Tohmatsu Limited, a UK private company limited by guarantee, and its network of member firms, each of which is a legally separate and independent entity. Please see </a:t>
            </a:r>
            <a:r>
              <a:rPr lang="en-US" dirty="0">
                <a:hlinkClick r:id="rId3"/>
              </a:rPr>
              <a:t>www.deloitte.com/about</a:t>
            </a:r>
            <a:r>
              <a:rPr lang="en-US" dirty="0"/>
              <a:t> for a detailed description of the legal structure of Deloitte Touche Tohmatsu Limited and its member firms. Please see </a:t>
            </a:r>
            <a:r>
              <a:rPr lang="en-US" dirty="0">
                <a:hlinkClick r:id="rId4"/>
              </a:rPr>
              <a:t>www.deloitte.com/us/about</a:t>
            </a:r>
            <a:r>
              <a:rPr lang="en-US" dirty="0"/>
              <a:t> for a detailed description of the legal structure of Deloitte LLP and its subsidiaries. Certain services may not be available to attest clients under the rules and regulations of public accounting. </a:t>
            </a:r>
            <a:br>
              <a:rPr lang="en-US" dirty="0"/>
            </a:br>
            <a:br>
              <a:rPr lang="en-US" dirty="0"/>
            </a:br>
            <a:r>
              <a:rPr lang="en-US" dirty="0"/>
              <a:t>Copyright © 2013 Deloitte Development LLC. All rights reserved.</a:t>
            </a:r>
            <a:br>
              <a:rPr lang="en-US" dirty="0"/>
            </a:br>
            <a:r>
              <a:rPr lang="en-US" dirty="0"/>
              <a:t>36 USC 220506</a:t>
            </a:r>
            <a:br>
              <a:rPr lang="en-US" dirty="0"/>
            </a:br>
            <a:r>
              <a:rPr lang="en-US" dirty="0"/>
              <a:t>Member of Deloitte Touche Tohmatsu Limited</a:t>
            </a: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981" y="4823544"/>
            <a:ext cx="3439237" cy="64008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Timesaver">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2.xml><?xml version="1.0" encoding="utf-8"?>
<a:theme xmlns:a="http://schemas.openxmlformats.org/drawingml/2006/main" name="Deloitte 4_3 onscreen">
  <a:themeElements>
    <a:clrScheme name="Deloitte colors">
      <a:dk1>
        <a:sysClr val="windowText" lastClr="000000"/>
      </a:dk1>
      <a:lt1>
        <a:sysClr val="window" lastClr="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Deloitte 4_3 onscreen" id="{16A7204B-B31D-44B9-A695-C19FCEEE7F27}" vid="{DD0B2E0F-F143-4FA4-9347-D2BF173B4A6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ED98EF32D3214CB70C05B8744D0929" ma:contentTypeVersion="7" ma:contentTypeDescription="Create a new document." ma:contentTypeScope="" ma:versionID="40cc7d733678059ff86da90372e2fa7a">
  <xsd:schema xmlns:xsd="http://www.w3.org/2001/XMLSchema" xmlns:xs="http://www.w3.org/2001/XMLSchema" xmlns:p="http://schemas.microsoft.com/office/2006/metadata/properties" xmlns:ns2="b5121742-9793-4a32-84c8-2960490017f9" targetNamespace="http://schemas.microsoft.com/office/2006/metadata/properties" ma:root="true" ma:fieldsID="eaa0850f9aed016f3b95f56877da1c6c" ns2:_="">
    <xsd:import namespace="b5121742-9793-4a32-84c8-2960490017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121742-9793-4a32-84c8-2960490017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61AFF3-49C2-45E6-980C-90BE5D847421}">
  <ds:schemaRef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purl.org/dc/elements/1.1/"/>
    <ds:schemaRef ds:uri="b5121742-9793-4a32-84c8-2960490017f9"/>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0CFB08D1-1964-4FFC-ADE4-0F7510120A72}">
  <ds:schemaRefs>
    <ds:schemaRef ds:uri="http://schemas.microsoft.com/sharepoint/v3/contenttype/forms"/>
  </ds:schemaRefs>
</ds:datastoreItem>
</file>

<file path=customXml/itemProps3.xml><?xml version="1.0" encoding="utf-8"?>
<ds:datastoreItem xmlns:ds="http://schemas.openxmlformats.org/officeDocument/2006/customXml" ds:itemID="{0E8A386A-7A3D-41DB-9DF0-146B2996E78C}"/>
</file>

<file path=docProps/app.xml><?xml version="1.0" encoding="utf-8"?>
<Properties xmlns="http://schemas.openxmlformats.org/officeDocument/2006/extended-properties" xmlns:vt="http://schemas.openxmlformats.org/officeDocument/2006/docPropsVTypes">
  <Template/>
  <TotalTime>21683</TotalTime>
  <Words>1244</Words>
  <Application>Microsoft Office PowerPoint</Application>
  <PresentationFormat>On-screen Show (4:3)</PresentationFormat>
  <Paragraphs>99</Paragraphs>
  <Slides>19</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29" baseType="lpstr">
      <vt:lpstr>72</vt:lpstr>
      <vt:lpstr>Arial</vt:lpstr>
      <vt:lpstr>Arial Body</vt:lpstr>
      <vt:lpstr>BentonSansRegular</vt:lpstr>
      <vt:lpstr>Calibri</vt:lpstr>
      <vt:lpstr>Times New Roman</vt:lpstr>
      <vt:lpstr>Verdana</vt:lpstr>
      <vt:lpstr>Deloitte Timesaver</vt:lpstr>
      <vt:lpstr>Deloitte 4_3 onscreen</vt:lpstr>
      <vt:lpstr>think-cell Slide</vt:lpstr>
      <vt:lpstr>SAP Cloud Integration (CI)</vt:lpstr>
      <vt:lpstr>Agenda</vt:lpstr>
      <vt:lpstr>SAP Cloud Integration (CI) Overview</vt:lpstr>
      <vt:lpstr>Key Features </vt:lpstr>
      <vt:lpstr>Key Features </vt:lpstr>
      <vt:lpstr>Software Update</vt:lpstr>
      <vt:lpstr>Architecture</vt:lpstr>
      <vt:lpstr>Architecture – Fail Over Capability </vt:lpstr>
      <vt:lpstr>Architecture - Scalability Capability </vt:lpstr>
      <vt:lpstr>Architecture - Scalability Capability </vt:lpstr>
      <vt:lpstr>SAP Cloud Integration- Home Page</vt:lpstr>
      <vt:lpstr>SAP Cloud Integration- Discover page</vt:lpstr>
      <vt:lpstr>SAP Cloud Integration: Standard Content</vt:lpstr>
      <vt:lpstr>SAP Cloud Integration: Design page</vt:lpstr>
      <vt:lpstr>SAP Cloud Integration: Operate and Monitor</vt:lpstr>
      <vt:lpstr>SAP Cloud Integration: Operate and Monitor</vt:lpstr>
      <vt:lpstr>SAP Cloud Integration: Adapters</vt:lpstr>
      <vt:lpstr>References </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Timesaver Better charts, tables, and diagrams for better reports and presentations</dc:title>
  <dc:creator>Deloitte</dc:creator>
  <dc:description>US07 3May11</dc:description>
  <cp:lastModifiedBy>Moin Khaja, Shaik</cp:lastModifiedBy>
  <cp:revision>268</cp:revision>
  <dcterms:created xsi:type="dcterms:W3CDTF">2014-02-16T07:39:39Z</dcterms:created>
  <dcterms:modified xsi:type="dcterms:W3CDTF">2025-10-27T03:21:57Z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0x0101005DED98EF32D3214CB70C05B8744D0929</vt:lpwstr>
  </property>
  <property fmtid="{D5CDD505-2E9C-101B-9397-08002B2CF9AE}" pid="3" name="MSIP_Label_ea60d57e-af5b-4752-ac57-3e4f28ca11dc_Enabled">
    <vt:lpwstr>true</vt:lpwstr>
  </property>
  <property fmtid="{D5CDD505-2E9C-101B-9397-08002B2CF9AE}" pid="4" name="MSIP_Label_ea60d57e-af5b-4752-ac57-3e4f28ca11dc_SetDate">
    <vt:lpwstr>2021-06-28T12:45:36Z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6b6e6eb4-b4ae-49fe-819c-ac50c502a943</vt:lpwstr>
  </property>
  <property fmtid="{D5CDD505-2E9C-101B-9397-08002B2CF9AE}" pid="9" name="MSIP_Label_ea60d57e-af5b-4752-ac57-3e4f28ca11dc_ContentBits">
    <vt:lpwstr>0</vt:lpwstr>
  </property>
  <property fmtid="{D5CDD505-2E9C-101B-9397-08002B2CF9AE}" pid="10" name="Order">
    <vt:r8>800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_SourceUrl">
    <vt:lpwstr/>
  </property>
  <property fmtid="{D5CDD505-2E9C-101B-9397-08002B2CF9AE}" pid="18" name="_SharedFileIndex">
    <vt:lpwstr/>
  </property>
</Properties>
</file>