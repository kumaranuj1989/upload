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0"/>
  </p:notesMasterIdLst>
  <p:handoutMasterIdLst>
    <p:handoutMasterId r:id="rId21"/>
  </p:handoutMasterIdLst>
  <p:sldIdLst>
    <p:sldId id="889" r:id="rId5"/>
    <p:sldId id="571" r:id="rId6"/>
    <p:sldId id="573" r:id="rId7"/>
    <p:sldId id="282" r:id="rId8"/>
    <p:sldId id="885" r:id="rId9"/>
    <p:sldId id="897" r:id="rId10"/>
    <p:sldId id="884" r:id="rId11"/>
    <p:sldId id="886" r:id="rId12"/>
    <p:sldId id="898" r:id="rId13"/>
    <p:sldId id="901" r:id="rId14"/>
    <p:sldId id="902" r:id="rId15"/>
    <p:sldId id="899" r:id="rId16"/>
    <p:sldId id="905" r:id="rId17"/>
    <p:sldId id="903" r:id="rId18"/>
    <p:sldId id="900" r:id="rId19"/>
  </p:sldIdLst>
  <p:sldSz cx="12192000" cy="6858000"/>
  <p:notesSz cx="7315200" cy="9601200"/>
  <p:custDataLst>
    <p:tags r:id="rId22"/>
  </p:custDataLst>
  <p:defaultTextStyle>
    <a:defPPr>
      <a:defRPr lang="en-US"/>
    </a:defPPr>
    <a:lvl1pPr marL="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585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17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75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33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0" pos="7560" userDrawn="1">
          <p15:clr>
            <a:srgbClr val="A4A3A4"/>
          </p15:clr>
        </p15:guide>
        <p15:guide id="11" orient="horz" pos="2064" userDrawn="1">
          <p15:clr>
            <a:srgbClr val="A4A3A4"/>
          </p15:clr>
        </p15:guide>
        <p15:guide id="12" orient="horz" pos="1440" userDrawn="1">
          <p15:clr>
            <a:srgbClr val="A4A3A4"/>
          </p15:clr>
        </p15:guide>
        <p15:guide id="13" orient="horz" pos="2568" userDrawn="1">
          <p15:clr>
            <a:srgbClr val="A4A3A4"/>
          </p15:clr>
        </p15:guide>
        <p15:guide id="14" orient="horz" pos="3360" userDrawn="1">
          <p15:clr>
            <a:srgbClr val="A4A3A4"/>
          </p15:clr>
        </p15:guide>
        <p15:guide id="15" orient="horz" pos="3600" userDrawn="1">
          <p15:clr>
            <a:srgbClr val="A4A3A4"/>
          </p15:clr>
        </p15:guide>
        <p15:guide id="16" pos="422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Vander Kuur, Cindy K" initials="CV" lastIdx="7" clrIdx="0">
    <p:extLst>
      <p:ext uri="{19B8F6BF-5375-455C-9EA6-DF929625EA0E}">
        <p15:presenceInfo xmlns:p15="http://schemas.microsoft.com/office/powerpoint/2012/main" userId="Vander Kuur, Cindy K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53565A"/>
    <a:srgbClr val="FFCD00"/>
    <a:srgbClr val="ED8B00"/>
    <a:srgbClr val="DB291C"/>
    <a:srgbClr val="FF9900"/>
    <a:srgbClr val="C00000"/>
    <a:srgbClr val="3C8A2E"/>
    <a:srgbClr val="DCDCDC"/>
    <a:srgbClr val="B4B4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2B38EB9-5E0F-D94C-DBFF-56F8F605D3C6}" v="8" dt="2024-07-15T20:03:43.7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724" y="32"/>
      </p:cViewPr>
      <p:guideLst>
        <p:guide pos="7560"/>
        <p:guide orient="horz" pos="2064"/>
        <p:guide orient="horz" pos="1440"/>
        <p:guide orient="horz" pos="2568"/>
        <p:guide orient="horz" pos="3360"/>
        <p:guide orient="horz" pos="3600"/>
        <p:guide pos="4224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commentAuthors" Target="commentAuthors.xml"/><Relationship Id="rId28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gs" Target="tags/tag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akia, Ismat" userId="S::izakia@deloitte.com::285662d0-8c59-4ce6-b980-f579189dfa53" providerId="AD" clId="Web-{6A232784-C2AF-40DC-BE8B-7A260C916EA9}"/>
    <pc:docChg chg="modSld">
      <pc:chgData name="Zakia, Ismat" userId="S::izakia@deloitte.com::285662d0-8c59-4ce6-b980-f579189dfa53" providerId="AD" clId="Web-{6A232784-C2AF-40DC-BE8B-7A260C916EA9}" dt="2024-04-25T15:56:27.202" v="9"/>
      <pc:docMkLst>
        <pc:docMk/>
      </pc:docMkLst>
      <pc:sldChg chg="modSp">
        <pc:chgData name="Zakia, Ismat" userId="S::izakia@deloitte.com::285662d0-8c59-4ce6-b980-f579189dfa53" providerId="AD" clId="Web-{6A232784-C2AF-40DC-BE8B-7A260C916EA9}" dt="2024-04-25T15:56:27.202" v="9"/>
        <pc:sldMkLst>
          <pc:docMk/>
          <pc:sldMk cId="3165066601" sldId="885"/>
        </pc:sldMkLst>
        <pc:graphicFrameChg chg="mod modGraphic">
          <ac:chgData name="Zakia, Ismat" userId="S::izakia@deloitte.com::285662d0-8c59-4ce6-b980-f579189dfa53" providerId="AD" clId="Web-{6A232784-C2AF-40DC-BE8B-7A260C916EA9}" dt="2024-04-25T15:56:27.202" v="9"/>
          <ac:graphicFrameMkLst>
            <pc:docMk/>
            <pc:sldMk cId="3165066601" sldId="885"/>
            <ac:graphicFrameMk id="23" creationId="{6A1D3E61-D234-7C39-EF98-79B3A4F36732}"/>
          </ac:graphicFrameMkLst>
        </pc:graphicFrameChg>
      </pc:sldChg>
    </pc:docChg>
  </pc:docChgLst>
  <pc:docChgLst>
    <pc:chgData name="M, Aravind Kumar" userId="000c0c28-254f-4be7-a5af-710042c0561d" providerId="ADAL" clId="{2D1B7442-119E-4A78-ADB6-FE0B4FA513DA}"/>
    <pc:docChg chg="modSld">
      <pc:chgData name="M, Aravind Kumar" userId="000c0c28-254f-4be7-a5af-710042c0561d" providerId="ADAL" clId="{2D1B7442-119E-4A78-ADB6-FE0B4FA513DA}" dt="2024-07-16T18:33:19.462" v="2" actId="1076"/>
      <pc:docMkLst>
        <pc:docMk/>
      </pc:docMkLst>
      <pc:sldChg chg="modSp mod">
        <pc:chgData name="M, Aravind Kumar" userId="000c0c28-254f-4be7-a5af-710042c0561d" providerId="ADAL" clId="{2D1B7442-119E-4A78-ADB6-FE0B4FA513DA}" dt="2024-07-16T18:33:19.462" v="2" actId="1076"/>
        <pc:sldMkLst>
          <pc:docMk/>
          <pc:sldMk cId="945300574" sldId="571"/>
        </pc:sldMkLst>
        <pc:grpChg chg="mod">
          <ac:chgData name="M, Aravind Kumar" userId="000c0c28-254f-4be7-a5af-710042c0561d" providerId="ADAL" clId="{2D1B7442-119E-4A78-ADB6-FE0B4FA513DA}" dt="2024-07-16T18:33:19.462" v="2" actId="1076"/>
          <ac:grpSpMkLst>
            <pc:docMk/>
            <pc:sldMk cId="945300574" sldId="571"/>
            <ac:grpSpMk id="9" creationId="{2E681E9E-A868-47F7-8A67-106274B6E70D}"/>
          </ac:grpSpMkLst>
        </pc:grpChg>
        <pc:grpChg chg="mod">
          <ac:chgData name="M, Aravind Kumar" userId="000c0c28-254f-4be7-a5af-710042c0561d" providerId="ADAL" clId="{2D1B7442-119E-4A78-ADB6-FE0B4FA513DA}" dt="2024-07-16T18:33:10.600" v="0" actId="1076"/>
          <ac:grpSpMkLst>
            <pc:docMk/>
            <pc:sldMk cId="945300574" sldId="571"/>
            <ac:grpSpMk id="11" creationId="{E57BFB3C-9EFB-4D65-BB86-F14D0880E707}"/>
          </ac:grpSpMkLst>
        </pc:grpChg>
        <pc:picChg chg="mod">
          <ac:chgData name="M, Aravind Kumar" userId="000c0c28-254f-4be7-a5af-710042c0561d" providerId="ADAL" clId="{2D1B7442-119E-4A78-ADB6-FE0B4FA513DA}" dt="2024-07-16T18:33:15.354" v="1" actId="1076"/>
          <ac:picMkLst>
            <pc:docMk/>
            <pc:sldMk cId="945300574" sldId="571"/>
            <ac:picMk id="5" creationId="{13BEDDD8-72AD-8804-6E78-B859C0C0830E}"/>
          </ac:picMkLst>
        </pc:picChg>
      </pc:sldChg>
    </pc:docChg>
  </pc:docChgLst>
  <pc:docChgLst>
    <pc:chgData name="Verma, Sandeep" userId="S::sandverma@deloitte.com::d30842dc-0cf9-420b-8643-a509591151fe" providerId="AD" clId="Web-{40A0C9B9-251C-E409-A32B-EF0045293188}"/>
    <pc:docChg chg="delSld">
      <pc:chgData name="Verma, Sandeep" userId="S::sandverma@deloitte.com::d30842dc-0cf9-420b-8643-a509591151fe" providerId="AD" clId="Web-{40A0C9B9-251C-E409-A32B-EF0045293188}" dt="2023-07-28T06:11:13.041" v="0"/>
      <pc:docMkLst>
        <pc:docMk/>
      </pc:docMkLst>
      <pc:sldChg chg="del">
        <pc:chgData name="Verma, Sandeep" userId="S::sandverma@deloitte.com::d30842dc-0cf9-420b-8643-a509591151fe" providerId="AD" clId="Web-{40A0C9B9-251C-E409-A32B-EF0045293188}" dt="2023-07-28T06:11:13.041" v="0"/>
        <pc:sldMkLst>
          <pc:docMk/>
          <pc:sldMk cId="4228094865" sldId="452"/>
        </pc:sldMkLst>
      </pc:sldChg>
    </pc:docChg>
  </pc:docChgLst>
  <pc:docChgLst>
    <pc:chgData clId="Web-{40A0C9B9-251C-E409-A32B-EF0045293188}"/>
    <pc:docChg chg="modSld">
      <pc:chgData name="" userId="" providerId="" clId="Web-{40A0C9B9-251C-E409-A32B-EF0045293188}" dt="2023-07-28T06:10:32.149" v="2" actId="20577"/>
      <pc:docMkLst>
        <pc:docMk/>
      </pc:docMkLst>
      <pc:sldChg chg="modSp">
        <pc:chgData name="" userId="" providerId="" clId="Web-{40A0C9B9-251C-E409-A32B-EF0045293188}" dt="2023-07-28T06:10:32.149" v="2" actId="20577"/>
        <pc:sldMkLst>
          <pc:docMk/>
          <pc:sldMk cId="1259888063" sldId="889"/>
        </pc:sldMkLst>
        <pc:spChg chg="mod">
          <ac:chgData name="" userId="" providerId="" clId="Web-{40A0C9B9-251C-E409-A32B-EF0045293188}" dt="2023-07-28T06:10:32.149" v="2" actId="20577"/>
          <ac:spMkLst>
            <pc:docMk/>
            <pc:sldMk cId="1259888063" sldId="889"/>
            <ac:spMk id="6" creationId="{9A40E202-D37F-4FA8-82FB-20DA95C2575A}"/>
          </ac:spMkLst>
        </pc:spChg>
      </pc:sldChg>
    </pc:docChg>
  </pc:docChgLst>
  <pc:docChgLst>
    <pc:chgData name="Asnani, Naman" userId="S::nasnani@deloitte.com::db15f6a3-0dc3-4eb8-8f50-909ee29d1db0" providerId="AD" clId="Web-{C47C8C3A-D22C-CE9D-FB59-EF1D6D03DF16}"/>
    <pc:docChg chg="addSld delSld modSld">
      <pc:chgData name="Asnani, Naman" userId="S::nasnani@deloitte.com::db15f6a3-0dc3-4eb8-8f50-909ee29d1db0" providerId="AD" clId="Web-{C47C8C3A-D22C-CE9D-FB59-EF1D6D03DF16}" dt="2024-06-04T04:35:04.887" v="29" actId="20577"/>
      <pc:docMkLst>
        <pc:docMk/>
      </pc:docMkLst>
      <pc:sldChg chg="new del">
        <pc:chgData name="Asnani, Naman" userId="S::nasnani@deloitte.com::db15f6a3-0dc3-4eb8-8f50-909ee29d1db0" providerId="AD" clId="Web-{C47C8C3A-D22C-CE9D-FB59-EF1D6D03DF16}" dt="2024-06-04T04:34:13.121" v="2"/>
        <pc:sldMkLst>
          <pc:docMk/>
          <pc:sldMk cId="2278317453" sldId="904"/>
        </pc:sldMkLst>
      </pc:sldChg>
      <pc:sldChg chg="delSp modSp add replId">
        <pc:chgData name="Asnani, Naman" userId="S::nasnani@deloitte.com::db15f6a3-0dc3-4eb8-8f50-909ee29d1db0" providerId="AD" clId="Web-{C47C8C3A-D22C-CE9D-FB59-EF1D6D03DF16}" dt="2024-06-04T04:35:04.887" v="29" actId="20577"/>
        <pc:sldMkLst>
          <pc:docMk/>
          <pc:sldMk cId="3832999543" sldId="905"/>
        </pc:sldMkLst>
        <pc:spChg chg="mod">
          <ac:chgData name="Asnani, Naman" userId="S::nasnani@deloitte.com::db15f6a3-0dc3-4eb8-8f50-909ee29d1db0" providerId="AD" clId="Web-{C47C8C3A-D22C-CE9D-FB59-EF1D6D03DF16}" dt="2024-06-04T04:34:17.293" v="3" actId="20577"/>
          <ac:spMkLst>
            <pc:docMk/>
            <pc:sldMk cId="3832999543" sldId="905"/>
            <ac:spMk id="3" creationId="{F50552E9-F2F0-4944-9EDE-45F57AC7300D}"/>
          </ac:spMkLst>
        </pc:spChg>
        <pc:spChg chg="mod">
          <ac:chgData name="Asnani, Naman" userId="S::nasnani@deloitte.com::db15f6a3-0dc3-4eb8-8f50-909ee29d1db0" providerId="AD" clId="Web-{C47C8C3A-D22C-CE9D-FB59-EF1D6D03DF16}" dt="2024-06-04T04:35:04.887" v="29" actId="20577"/>
          <ac:spMkLst>
            <pc:docMk/>
            <pc:sldMk cId="3832999543" sldId="905"/>
            <ac:spMk id="8" creationId="{2B8429F9-21CB-4150-B166-DD678050EE26}"/>
          </ac:spMkLst>
        </pc:spChg>
        <pc:picChg chg="del">
          <ac:chgData name="Asnani, Naman" userId="S::nasnani@deloitte.com::db15f6a3-0dc3-4eb8-8f50-909ee29d1db0" providerId="AD" clId="Web-{C47C8C3A-D22C-CE9D-FB59-EF1D6D03DF16}" dt="2024-06-04T04:34:18.590" v="4"/>
          <ac:picMkLst>
            <pc:docMk/>
            <pc:sldMk cId="3832999543" sldId="905"/>
            <ac:picMk id="4" creationId="{A92AFBA8-A30C-D29B-3984-C112182EB5CC}"/>
          </ac:picMkLst>
        </pc:picChg>
      </pc:sldChg>
    </pc:docChg>
  </pc:docChgLst>
  <pc:docChgLst>
    <pc:chgData name="Kakad, Janaki" userId="S::jkakad@deloitte.com::e8635b95-d5a0-44a6-9e1b-9285c37a8ad1" providerId="AD" clId="Web-{52B38EB9-5E0F-D94C-DBFF-56F8F605D3C6}"/>
    <pc:docChg chg="modSld">
      <pc:chgData name="Kakad, Janaki" userId="S::jkakad@deloitte.com::e8635b95-d5a0-44a6-9e1b-9285c37a8ad1" providerId="AD" clId="Web-{52B38EB9-5E0F-D94C-DBFF-56F8F605D3C6}" dt="2024-07-15T20:02:24.219" v="3"/>
      <pc:docMkLst>
        <pc:docMk/>
      </pc:docMkLst>
      <pc:sldChg chg="modSp">
        <pc:chgData name="Kakad, Janaki" userId="S::jkakad@deloitte.com::e8635b95-d5a0-44a6-9e1b-9285c37a8ad1" providerId="AD" clId="Web-{52B38EB9-5E0F-D94C-DBFF-56F8F605D3C6}" dt="2024-07-15T20:02:24.219" v="3"/>
        <pc:sldMkLst>
          <pc:docMk/>
          <pc:sldMk cId="2674167159" sldId="903"/>
        </pc:sldMkLst>
        <pc:graphicFrameChg chg="mod modGraphic">
          <ac:chgData name="Kakad, Janaki" userId="S::jkakad@deloitte.com::e8635b95-d5a0-44a6-9e1b-9285c37a8ad1" providerId="AD" clId="Web-{52B38EB9-5E0F-D94C-DBFF-56F8F605D3C6}" dt="2024-07-15T20:02:24.219" v="3"/>
          <ac:graphicFrameMkLst>
            <pc:docMk/>
            <pc:sldMk cId="2674167159" sldId="903"/>
            <ac:graphicFrameMk id="6" creationId="{3F6B8D18-E057-7C82-6E6C-78BCD51A29DF}"/>
          </ac:graphicFrameMkLst>
        </pc:graphicFrameChg>
      </pc:sldChg>
    </pc:docChg>
  </pc:docChgLst>
  <pc:docChgLst>
    <pc:chgData name="Zakia, Ismat" userId="S::izakia@deloitte.com::285662d0-8c59-4ce6-b980-f579189dfa53" providerId="AD" clId="Web-{93D955A3-12B9-ECAE-B67F-F5441A8BE191}"/>
    <pc:docChg chg="modSld">
      <pc:chgData name="Zakia, Ismat" userId="S::izakia@deloitte.com::285662d0-8c59-4ce6-b980-f579189dfa53" providerId="AD" clId="Web-{93D955A3-12B9-ECAE-B67F-F5441A8BE191}" dt="2024-04-24T11:40:45.768" v="1" actId="1076"/>
      <pc:docMkLst>
        <pc:docMk/>
      </pc:docMkLst>
      <pc:sldChg chg="modSp">
        <pc:chgData name="Zakia, Ismat" userId="S::izakia@deloitte.com::285662d0-8c59-4ce6-b980-f579189dfa53" providerId="AD" clId="Web-{93D955A3-12B9-ECAE-B67F-F5441A8BE191}" dt="2024-04-24T11:40:45.768" v="1" actId="1076"/>
        <pc:sldMkLst>
          <pc:docMk/>
          <pc:sldMk cId="2331930400" sldId="897"/>
        </pc:sldMkLst>
        <pc:picChg chg="mod">
          <ac:chgData name="Zakia, Ismat" userId="S::izakia@deloitte.com::285662d0-8c59-4ce6-b980-f579189dfa53" providerId="AD" clId="Web-{93D955A3-12B9-ECAE-B67F-F5441A8BE191}" dt="2024-04-24T11:40:45.768" v="1" actId="1076"/>
          <ac:picMkLst>
            <pc:docMk/>
            <pc:sldMk cId="2331930400" sldId="897"/>
            <ac:picMk id="5" creationId="{85C2C7CB-EAD5-435F-AFEA-8D142833F032}"/>
          </ac:picMkLst>
        </pc:picChg>
      </pc:sldChg>
    </pc:docChg>
  </pc:docChgLst>
  <pc:docChgLst>
    <pc:chgData name="Sravya, Chatrathi" userId="58318501-927c-43d8-be10-860a31b3412c" providerId="ADAL" clId="{938F899F-E3D3-4F00-B628-557EF5062D4B}"/>
    <pc:docChg chg="undo custSel addSld modSld sldOrd">
      <pc:chgData name="Sravya, Chatrathi" userId="58318501-927c-43d8-be10-860a31b3412c" providerId="ADAL" clId="{938F899F-E3D3-4F00-B628-557EF5062D4B}" dt="2024-04-26T11:07:13.789" v="611" actId="14100"/>
      <pc:docMkLst>
        <pc:docMk/>
      </pc:docMkLst>
      <pc:sldChg chg="addSp delSp modSp mod">
        <pc:chgData name="Sravya, Chatrathi" userId="58318501-927c-43d8-be10-860a31b3412c" providerId="ADAL" clId="{938F899F-E3D3-4F00-B628-557EF5062D4B}" dt="2024-04-26T11:05:01.814" v="581" actId="1076"/>
        <pc:sldMkLst>
          <pc:docMk/>
          <pc:sldMk cId="2962973708" sldId="884"/>
        </pc:sldMkLst>
        <pc:spChg chg="del">
          <ac:chgData name="Sravya, Chatrathi" userId="58318501-927c-43d8-be10-860a31b3412c" providerId="ADAL" clId="{938F899F-E3D3-4F00-B628-557EF5062D4B}" dt="2024-04-26T10:50:53.227" v="16" actId="478"/>
          <ac:spMkLst>
            <pc:docMk/>
            <pc:sldMk cId="2962973708" sldId="884"/>
            <ac:spMk id="2" creationId="{C62BC21E-4BB2-E9B8-D700-6F6EEA0A7DBC}"/>
          </ac:spMkLst>
        </pc:spChg>
        <pc:spChg chg="mod">
          <ac:chgData name="Sravya, Chatrathi" userId="58318501-927c-43d8-be10-860a31b3412c" providerId="ADAL" clId="{938F899F-E3D3-4F00-B628-557EF5062D4B}" dt="2024-04-26T11:05:01.814" v="581" actId="1076"/>
          <ac:spMkLst>
            <pc:docMk/>
            <pc:sldMk cId="2962973708" sldId="884"/>
            <ac:spMk id="8" creationId="{2B8429F9-21CB-4150-B166-DD678050EE26}"/>
          </ac:spMkLst>
        </pc:spChg>
        <pc:picChg chg="add del mod">
          <ac:chgData name="Sravya, Chatrathi" userId="58318501-927c-43d8-be10-860a31b3412c" providerId="ADAL" clId="{938F899F-E3D3-4F00-B628-557EF5062D4B}" dt="2024-04-26T11:03:13.673" v="565" actId="478"/>
          <ac:picMkLst>
            <pc:docMk/>
            <pc:sldMk cId="2962973708" sldId="884"/>
            <ac:picMk id="5" creationId="{D5F7701E-D566-1B81-7D05-C557E1627CA1}"/>
          </ac:picMkLst>
        </pc:picChg>
        <pc:picChg chg="add mod">
          <ac:chgData name="Sravya, Chatrathi" userId="58318501-927c-43d8-be10-860a31b3412c" providerId="ADAL" clId="{938F899F-E3D3-4F00-B628-557EF5062D4B}" dt="2024-04-26T11:03:46.653" v="571" actId="14100"/>
          <ac:picMkLst>
            <pc:docMk/>
            <pc:sldMk cId="2962973708" sldId="884"/>
            <ac:picMk id="7" creationId="{392C8A7D-ABC7-04D4-F3CA-ED4CA649B8A4}"/>
          </ac:picMkLst>
        </pc:picChg>
        <pc:picChg chg="del">
          <ac:chgData name="Sravya, Chatrathi" userId="58318501-927c-43d8-be10-860a31b3412c" providerId="ADAL" clId="{938F899F-E3D3-4F00-B628-557EF5062D4B}" dt="2024-04-26T10:50:26.174" v="15" actId="478"/>
          <ac:picMkLst>
            <pc:docMk/>
            <pc:sldMk cId="2962973708" sldId="884"/>
            <ac:picMk id="9" creationId="{BB87534B-D763-4CC9-A218-503B4F58A790}"/>
          </ac:picMkLst>
        </pc:picChg>
      </pc:sldChg>
      <pc:sldChg chg="modSp mod">
        <pc:chgData name="Sravya, Chatrathi" userId="58318501-927c-43d8-be10-860a31b3412c" providerId="ADAL" clId="{938F899F-E3D3-4F00-B628-557EF5062D4B}" dt="2024-04-26T10:48:03.806" v="5" actId="20577"/>
        <pc:sldMkLst>
          <pc:docMk/>
          <pc:sldMk cId="3165066601" sldId="885"/>
        </pc:sldMkLst>
        <pc:graphicFrameChg chg="modGraphic">
          <ac:chgData name="Sravya, Chatrathi" userId="58318501-927c-43d8-be10-860a31b3412c" providerId="ADAL" clId="{938F899F-E3D3-4F00-B628-557EF5062D4B}" dt="2024-04-26T10:48:03.806" v="5" actId="20577"/>
          <ac:graphicFrameMkLst>
            <pc:docMk/>
            <pc:sldMk cId="3165066601" sldId="885"/>
            <ac:graphicFrameMk id="23" creationId="{6A1D3E61-D234-7C39-EF98-79B3A4F36732}"/>
          </ac:graphicFrameMkLst>
        </pc:graphicFrameChg>
      </pc:sldChg>
      <pc:sldChg chg="addSp delSp modSp mod">
        <pc:chgData name="Sravya, Chatrathi" userId="58318501-927c-43d8-be10-860a31b3412c" providerId="ADAL" clId="{938F899F-E3D3-4F00-B628-557EF5062D4B}" dt="2024-04-26T11:05:37.456" v="587" actId="1076"/>
        <pc:sldMkLst>
          <pc:docMk/>
          <pc:sldMk cId="590690815" sldId="886"/>
        </pc:sldMkLst>
        <pc:spChg chg="mod">
          <ac:chgData name="Sravya, Chatrathi" userId="58318501-927c-43d8-be10-860a31b3412c" providerId="ADAL" clId="{938F899F-E3D3-4F00-B628-557EF5062D4B}" dt="2024-04-26T11:05:37.456" v="587" actId="1076"/>
          <ac:spMkLst>
            <pc:docMk/>
            <pc:sldMk cId="590690815" sldId="886"/>
            <ac:spMk id="8" creationId="{2B8429F9-21CB-4150-B166-DD678050EE26}"/>
          </ac:spMkLst>
        </pc:spChg>
        <pc:picChg chg="del">
          <ac:chgData name="Sravya, Chatrathi" userId="58318501-927c-43d8-be10-860a31b3412c" providerId="ADAL" clId="{938F899F-E3D3-4F00-B628-557EF5062D4B}" dt="2024-04-26T10:51:18.259" v="19" actId="478"/>
          <ac:picMkLst>
            <pc:docMk/>
            <pc:sldMk cId="590690815" sldId="886"/>
            <ac:picMk id="4" creationId="{52D80F3B-BF23-4C34-80CA-F8170749835F}"/>
          </ac:picMkLst>
        </pc:picChg>
        <pc:picChg chg="add del mod">
          <ac:chgData name="Sravya, Chatrathi" userId="58318501-927c-43d8-be10-860a31b3412c" providerId="ADAL" clId="{938F899F-E3D3-4F00-B628-557EF5062D4B}" dt="2024-04-26T11:04:39.506" v="574" actId="478"/>
          <ac:picMkLst>
            <pc:docMk/>
            <pc:sldMk cId="590690815" sldId="886"/>
            <ac:picMk id="5" creationId="{686AF0FA-55BB-9156-AF62-1867311608D4}"/>
          </ac:picMkLst>
        </pc:picChg>
        <pc:picChg chg="add mod">
          <ac:chgData name="Sravya, Chatrathi" userId="58318501-927c-43d8-be10-860a31b3412c" providerId="ADAL" clId="{938F899F-E3D3-4F00-B628-557EF5062D4B}" dt="2024-04-26T11:05:30.278" v="586" actId="1076"/>
          <ac:picMkLst>
            <pc:docMk/>
            <pc:sldMk cId="590690815" sldId="886"/>
            <ac:picMk id="7" creationId="{93DBEB60-85DB-04C8-C326-CDE8F1216DC7}"/>
          </ac:picMkLst>
        </pc:picChg>
      </pc:sldChg>
      <pc:sldChg chg="addSp delSp modSp mod">
        <pc:chgData name="Sravya, Chatrathi" userId="58318501-927c-43d8-be10-860a31b3412c" providerId="ADAL" clId="{938F899F-E3D3-4F00-B628-557EF5062D4B}" dt="2024-04-26T11:03:33.763" v="570" actId="14100"/>
        <pc:sldMkLst>
          <pc:docMk/>
          <pc:sldMk cId="2331930400" sldId="897"/>
        </pc:sldMkLst>
        <pc:spChg chg="del mod">
          <ac:chgData name="Sravya, Chatrathi" userId="58318501-927c-43d8-be10-860a31b3412c" providerId="ADAL" clId="{938F899F-E3D3-4F00-B628-557EF5062D4B}" dt="2024-04-26T10:49:58.846" v="11" actId="478"/>
          <ac:spMkLst>
            <pc:docMk/>
            <pc:sldMk cId="2331930400" sldId="897"/>
            <ac:spMk id="4" creationId="{EAE166C7-C303-52FF-6302-6B683C317E5A}"/>
          </ac:spMkLst>
        </pc:spChg>
        <pc:spChg chg="del">
          <ac:chgData name="Sravya, Chatrathi" userId="58318501-927c-43d8-be10-860a31b3412c" providerId="ADAL" clId="{938F899F-E3D3-4F00-B628-557EF5062D4B}" dt="2024-04-26T10:49:55.139" v="9" actId="478"/>
          <ac:spMkLst>
            <pc:docMk/>
            <pc:sldMk cId="2331930400" sldId="897"/>
            <ac:spMk id="6" creationId="{9AD41043-535A-97AE-8B3B-2E31E5214353}"/>
          </ac:spMkLst>
        </pc:spChg>
        <pc:picChg chg="del">
          <ac:chgData name="Sravya, Chatrathi" userId="58318501-927c-43d8-be10-860a31b3412c" providerId="ADAL" clId="{938F899F-E3D3-4F00-B628-557EF5062D4B}" dt="2024-04-26T10:49:50.937" v="6" actId="478"/>
          <ac:picMkLst>
            <pc:docMk/>
            <pc:sldMk cId="2331930400" sldId="897"/>
            <ac:picMk id="5" creationId="{85C2C7CB-EAD5-435F-AFEA-8D142833F032}"/>
          </ac:picMkLst>
        </pc:picChg>
        <pc:picChg chg="add del">
          <ac:chgData name="Sravya, Chatrathi" userId="58318501-927c-43d8-be10-860a31b3412c" providerId="ADAL" clId="{938F899F-E3D3-4F00-B628-557EF5062D4B}" dt="2024-04-26T10:49:53.434" v="8" actId="22"/>
          <ac:picMkLst>
            <pc:docMk/>
            <pc:sldMk cId="2331930400" sldId="897"/>
            <ac:picMk id="7" creationId="{4BCB70BA-34A9-3C7A-166D-21DA9A3096DB}"/>
          </ac:picMkLst>
        </pc:picChg>
        <pc:picChg chg="add mod">
          <ac:chgData name="Sravya, Chatrathi" userId="58318501-927c-43d8-be10-860a31b3412c" providerId="ADAL" clId="{938F899F-E3D3-4F00-B628-557EF5062D4B}" dt="2024-04-26T11:03:33.763" v="570" actId="14100"/>
          <ac:picMkLst>
            <pc:docMk/>
            <pc:sldMk cId="2331930400" sldId="897"/>
            <ac:picMk id="10" creationId="{D65CCFBE-9EB1-0EB7-D672-EBDF1E9501C0}"/>
          </ac:picMkLst>
        </pc:picChg>
      </pc:sldChg>
      <pc:sldChg chg="addSp delSp modSp mod">
        <pc:chgData name="Sravya, Chatrathi" userId="58318501-927c-43d8-be10-860a31b3412c" providerId="ADAL" clId="{938F899F-E3D3-4F00-B628-557EF5062D4B}" dt="2024-04-26T11:06:55.810" v="610" actId="20577"/>
        <pc:sldMkLst>
          <pc:docMk/>
          <pc:sldMk cId="956089365" sldId="898"/>
        </pc:sldMkLst>
        <pc:spChg chg="mod">
          <ac:chgData name="Sravya, Chatrathi" userId="58318501-927c-43d8-be10-860a31b3412c" providerId="ADAL" clId="{938F899F-E3D3-4F00-B628-557EF5062D4B}" dt="2024-04-26T11:06:55.810" v="610" actId="20577"/>
          <ac:spMkLst>
            <pc:docMk/>
            <pc:sldMk cId="956089365" sldId="898"/>
            <ac:spMk id="8" creationId="{2B8429F9-21CB-4150-B166-DD678050EE26}"/>
          </ac:spMkLst>
        </pc:spChg>
        <pc:picChg chg="add mod">
          <ac:chgData name="Sravya, Chatrathi" userId="58318501-927c-43d8-be10-860a31b3412c" providerId="ADAL" clId="{938F899F-E3D3-4F00-B628-557EF5062D4B}" dt="2024-04-26T11:06:15.233" v="588" actId="14100"/>
          <ac:picMkLst>
            <pc:docMk/>
            <pc:sldMk cId="956089365" sldId="898"/>
            <ac:picMk id="4" creationId="{E27C59E1-EFD5-CA33-F9AF-F6B793ACCF2A}"/>
          </ac:picMkLst>
        </pc:picChg>
        <pc:picChg chg="del">
          <ac:chgData name="Sravya, Chatrathi" userId="58318501-927c-43d8-be10-860a31b3412c" providerId="ADAL" clId="{938F899F-E3D3-4F00-B628-557EF5062D4B}" dt="2024-04-26T10:53:24.887" v="22" actId="478"/>
          <ac:picMkLst>
            <pc:docMk/>
            <pc:sldMk cId="956089365" sldId="898"/>
            <ac:picMk id="7" creationId="{25EEA28E-6B79-209F-F655-A636EE50FD4A}"/>
          </ac:picMkLst>
        </pc:picChg>
      </pc:sldChg>
      <pc:sldChg chg="addSp delSp modSp mod">
        <pc:chgData name="Sravya, Chatrathi" userId="58318501-927c-43d8-be10-860a31b3412c" providerId="ADAL" clId="{938F899F-E3D3-4F00-B628-557EF5062D4B}" dt="2024-04-26T11:07:13.789" v="611" actId="14100"/>
        <pc:sldMkLst>
          <pc:docMk/>
          <pc:sldMk cId="4252019601" sldId="899"/>
        </pc:sldMkLst>
        <pc:spChg chg="mod">
          <ac:chgData name="Sravya, Chatrathi" userId="58318501-927c-43d8-be10-860a31b3412c" providerId="ADAL" clId="{938F899F-E3D3-4F00-B628-557EF5062D4B}" dt="2024-04-26T11:02:16.051" v="564" actId="20577"/>
          <ac:spMkLst>
            <pc:docMk/>
            <pc:sldMk cId="4252019601" sldId="899"/>
            <ac:spMk id="3" creationId="{F50552E9-F2F0-4944-9EDE-45F57AC7300D}"/>
          </ac:spMkLst>
        </pc:spChg>
        <pc:picChg chg="add mod">
          <ac:chgData name="Sravya, Chatrathi" userId="58318501-927c-43d8-be10-860a31b3412c" providerId="ADAL" clId="{938F899F-E3D3-4F00-B628-557EF5062D4B}" dt="2024-04-26T11:07:13.789" v="611" actId="14100"/>
          <ac:picMkLst>
            <pc:docMk/>
            <pc:sldMk cId="4252019601" sldId="899"/>
            <ac:picMk id="4" creationId="{A92AFBA8-A30C-D29B-3984-C112182EB5CC}"/>
          </ac:picMkLst>
        </pc:picChg>
        <pc:picChg chg="del">
          <ac:chgData name="Sravya, Chatrathi" userId="58318501-927c-43d8-be10-860a31b3412c" providerId="ADAL" clId="{938F899F-E3D3-4F00-B628-557EF5062D4B}" dt="2024-04-26T10:57:09.268" v="34" actId="478"/>
          <ac:picMkLst>
            <pc:docMk/>
            <pc:sldMk cId="4252019601" sldId="899"/>
            <ac:picMk id="6" creationId="{F0D33766-FBD3-AED0-4832-C10DB9118976}"/>
          </ac:picMkLst>
        </pc:picChg>
      </pc:sldChg>
      <pc:sldChg chg="addSp delSp modSp add mod ord">
        <pc:chgData name="Sravya, Chatrathi" userId="58318501-927c-43d8-be10-860a31b3412c" providerId="ADAL" clId="{938F899F-E3D3-4F00-B628-557EF5062D4B}" dt="2024-04-26T11:06:23.218" v="589" actId="1076"/>
        <pc:sldMkLst>
          <pc:docMk/>
          <pc:sldMk cId="1268629224" sldId="901"/>
        </pc:sldMkLst>
        <pc:spChg chg="mod">
          <ac:chgData name="Sravya, Chatrathi" userId="58318501-927c-43d8-be10-860a31b3412c" providerId="ADAL" clId="{938F899F-E3D3-4F00-B628-557EF5062D4B}" dt="2024-04-26T11:01:32.645" v="531" actId="20577"/>
          <ac:spMkLst>
            <pc:docMk/>
            <pc:sldMk cId="1268629224" sldId="901"/>
            <ac:spMk id="3" creationId="{F50552E9-F2F0-4944-9EDE-45F57AC7300D}"/>
          </ac:spMkLst>
        </pc:spChg>
        <pc:spChg chg="mod">
          <ac:chgData name="Sravya, Chatrathi" userId="58318501-927c-43d8-be10-860a31b3412c" providerId="ADAL" clId="{938F899F-E3D3-4F00-B628-557EF5062D4B}" dt="2024-04-26T11:06:23.218" v="589" actId="1076"/>
          <ac:spMkLst>
            <pc:docMk/>
            <pc:sldMk cId="1268629224" sldId="901"/>
            <ac:spMk id="8" creationId="{2B8429F9-21CB-4150-B166-DD678050EE26}"/>
          </ac:spMkLst>
        </pc:spChg>
        <pc:picChg chg="add mod">
          <ac:chgData name="Sravya, Chatrathi" userId="58318501-927c-43d8-be10-860a31b3412c" providerId="ADAL" clId="{938F899F-E3D3-4F00-B628-557EF5062D4B}" dt="2024-04-26T10:54:57.850" v="28" actId="1076"/>
          <ac:picMkLst>
            <pc:docMk/>
            <pc:sldMk cId="1268629224" sldId="901"/>
            <ac:picMk id="4" creationId="{43D86AEB-627E-2D64-C01F-132F613AC723}"/>
          </ac:picMkLst>
        </pc:picChg>
        <pc:picChg chg="del">
          <ac:chgData name="Sravya, Chatrathi" userId="58318501-927c-43d8-be10-860a31b3412c" providerId="ADAL" clId="{938F899F-E3D3-4F00-B628-557EF5062D4B}" dt="2024-04-26T10:54:54.451" v="26" actId="478"/>
          <ac:picMkLst>
            <pc:docMk/>
            <pc:sldMk cId="1268629224" sldId="901"/>
            <ac:picMk id="6" creationId="{F0D33766-FBD3-AED0-4832-C10DB9118976}"/>
          </ac:picMkLst>
        </pc:picChg>
      </pc:sldChg>
      <pc:sldChg chg="addSp delSp modSp add mod ord">
        <pc:chgData name="Sravya, Chatrathi" userId="58318501-927c-43d8-be10-860a31b3412c" providerId="ADAL" clId="{938F899F-E3D3-4F00-B628-557EF5062D4B}" dt="2024-04-26T11:06:32.130" v="590" actId="1076"/>
        <pc:sldMkLst>
          <pc:docMk/>
          <pc:sldMk cId="3183497185" sldId="902"/>
        </pc:sldMkLst>
        <pc:spChg chg="mod">
          <ac:chgData name="Sravya, Chatrathi" userId="58318501-927c-43d8-be10-860a31b3412c" providerId="ADAL" clId="{938F899F-E3D3-4F00-B628-557EF5062D4B}" dt="2024-04-26T11:01:39.893" v="547" actId="20577"/>
          <ac:spMkLst>
            <pc:docMk/>
            <pc:sldMk cId="3183497185" sldId="902"/>
            <ac:spMk id="3" creationId="{F50552E9-F2F0-4944-9EDE-45F57AC7300D}"/>
          </ac:spMkLst>
        </pc:spChg>
        <pc:spChg chg="mod">
          <ac:chgData name="Sravya, Chatrathi" userId="58318501-927c-43d8-be10-860a31b3412c" providerId="ADAL" clId="{938F899F-E3D3-4F00-B628-557EF5062D4B}" dt="2024-04-26T11:06:32.130" v="590" actId="1076"/>
          <ac:spMkLst>
            <pc:docMk/>
            <pc:sldMk cId="3183497185" sldId="902"/>
            <ac:spMk id="8" creationId="{2B8429F9-21CB-4150-B166-DD678050EE26}"/>
          </ac:spMkLst>
        </pc:spChg>
        <pc:picChg chg="del">
          <ac:chgData name="Sravya, Chatrathi" userId="58318501-927c-43d8-be10-860a31b3412c" providerId="ADAL" clId="{938F899F-E3D3-4F00-B628-557EF5062D4B}" dt="2024-04-26T10:55:09.922" v="30" actId="478"/>
          <ac:picMkLst>
            <pc:docMk/>
            <pc:sldMk cId="3183497185" sldId="902"/>
            <ac:picMk id="4" creationId="{43D86AEB-627E-2D64-C01F-132F613AC723}"/>
          </ac:picMkLst>
        </pc:picChg>
        <pc:picChg chg="add mod">
          <ac:chgData name="Sravya, Chatrathi" userId="58318501-927c-43d8-be10-860a31b3412c" providerId="ADAL" clId="{938F899F-E3D3-4F00-B628-557EF5062D4B}" dt="2024-04-26T11:00:52.623" v="254" actId="1076"/>
          <ac:picMkLst>
            <pc:docMk/>
            <pc:sldMk cId="3183497185" sldId="902"/>
            <ac:picMk id="5" creationId="{B74C5C2C-CFF5-D72B-A471-5893B3A81ECC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4" y="1"/>
            <a:ext cx="3170138" cy="479539"/>
          </a:xfrm>
          <a:prstGeom prst="rect">
            <a:avLst/>
          </a:prstGeom>
        </p:spPr>
        <p:txBody>
          <a:bodyPr vert="horz" lIns="90913" tIns="45457" rIns="90913" bIns="45457" rtlCol="0"/>
          <a:lstStyle>
            <a:lvl1pPr algn="l">
              <a:defRPr sz="1100"/>
            </a:lvl1pPr>
          </a:lstStyle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427" y="1"/>
            <a:ext cx="3170138" cy="479539"/>
          </a:xfrm>
          <a:prstGeom prst="rect">
            <a:avLst/>
          </a:prstGeom>
        </p:spPr>
        <p:txBody>
          <a:bodyPr vert="horz" lIns="90913" tIns="45457" rIns="90913" bIns="45457" rtlCol="0"/>
          <a:lstStyle>
            <a:lvl1pPr algn="r">
              <a:defRPr sz="1100"/>
            </a:lvl1pPr>
          </a:lstStyle>
          <a:p>
            <a:fld id="{B4AD245C-091B-44E2-BFB0-BD94217887F7}" type="datetimeFigureOut">
              <a:rPr lang="en-US" smtClean="0">
                <a:latin typeface="Arial" panose="020B0604020202020204" pitchFamily="34" charset="0"/>
              </a:rPr>
              <a:t>7/16/2024</a:t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4" y="9120173"/>
            <a:ext cx="3170138" cy="479539"/>
          </a:xfrm>
          <a:prstGeom prst="rect">
            <a:avLst/>
          </a:prstGeom>
        </p:spPr>
        <p:txBody>
          <a:bodyPr vert="horz" lIns="90913" tIns="45457" rIns="90913" bIns="45457" rtlCol="0" anchor="b"/>
          <a:lstStyle>
            <a:lvl1pPr algn="l">
              <a:defRPr sz="1100"/>
            </a:lvl1pPr>
          </a:lstStyle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427" y="9120173"/>
            <a:ext cx="3170138" cy="479539"/>
          </a:xfrm>
          <a:prstGeom prst="rect">
            <a:avLst/>
          </a:prstGeom>
        </p:spPr>
        <p:txBody>
          <a:bodyPr vert="horz" lIns="90913" tIns="45457" rIns="90913" bIns="45457" rtlCol="0" anchor="b"/>
          <a:lstStyle>
            <a:lvl1pPr algn="r">
              <a:defRPr sz="1100"/>
            </a:lvl1pPr>
          </a:lstStyle>
          <a:p>
            <a:fld id="{9A913F39-CFF6-40F1-84D1-700840B41EAB}" type="slidenum">
              <a:rPr lang="en-US" smtClean="0">
                <a:latin typeface="Arial" panose="020B0604020202020204" pitchFamily="34" charset="0"/>
              </a:rPr>
              <a:t>‹#›</a:t>
            </a:fld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481318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169920" cy="480060"/>
          </a:xfrm>
          <a:prstGeom prst="rect">
            <a:avLst/>
          </a:prstGeom>
        </p:spPr>
        <p:txBody>
          <a:bodyPr vert="horz" lIns="98478" tIns="49238" rIns="98478" bIns="49238" rtlCol="0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9" y="1"/>
            <a:ext cx="3169920" cy="480060"/>
          </a:xfrm>
          <a:prstGeom prst="rect">
            <a:avLst/>
          </a:prstGeom>
        </p:spPr>
        <p:txBody>
          <a:bodyPr vert="horz" lIns="98478" tIns="49238" rIns="98478" bIns="49238" rtlCol="0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0BA5BBE4-AEA3-489A-A28E-0C2FAF2506E3}" type="datetimeFigureOut">
              <a:rPr lang="en-US" smtClean="0"/>
              <a:pPr/>
              <a:t>7/16/2024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58788" y="720725"/>
            <a:ext cx="6397625" cy="3598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8478" tIns="49238" rIns="98478" bIns="49238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1"/>
            <a:ext cx="5852160" cy="4320540"/>
          </a:xfrm>
          <a:prstGeom prst="rect">
            <a:avLst/>
          </a:prstGeom>
        </p:spPr>
        <p:txBody>
          <a:bodyPr vert="horz" lIns="98478" tIns="49238" rIns="98478" bIns="49238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5"/>
            <a:ext cx="3169920" cy="480060"/>
          </a:xfrm>
          <a:prstGeom prst="rect">
            <a:avLst/>
          </a:prstGeom>
        </p:spPr>
        <p:txBody>
          <a:bodyPr vert="horz" lIns="98478" tIns="49238" rIns="98478" bIns="49238" rtlCol="0" anchor="b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9" y="9119475"/>
            <a:ext cx="3169920" cy="480060"/>
          </a:xfrm>
          <a:prstGeom prst="rect">
            <a:avLst/>
          </a:prstGeom>
        </p:spPr>
        <p:txBody>
          <a:bodyPr vert="horz" lIns="98478" tIns="49238" rIns="98478" bIns="49238" rtlCol="0" anchor="b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C0F4A2C8-6C88-4E71-83EE-698B9D4FE22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73029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121917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609585" algn="l" defTabSz="121917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1219170" algn="l" defTabSz="121917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828754" algn="l" defTabSz="121917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2438339" algn="l" defTabSz="121917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304792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8788" y="720725"/>
            <a:ext cx="6397625" cy="35988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0"/>
              <a:t>A basic Operate/AMS presentation to take clients through our thoughts on operate.</a:t>
            </a:r>
          </a:p>
          <a:p>
            <a:r>
              <a:rPr lang="en-GB" b="0"/>
              <a:t>Owner: TBD</a:t>
            </a:r>
          </a:p>
          <a:p>
            <a:r>
              <a:rPr lang="en-GB" b="0"/>
              <a:t>Last Updated: 02/09/2018</a:t>
            </a:r>
          </a:p>
          <a:p>
            <a:endParaRPr lang="en-GB" b="1"/>
          </a:p>
          <a:p>
            <a:r>
              <a:rPr lang="en-GB" b="1"/>
              <a:t>Change log</a:t>
            </a:r>
          </a:p>
          <a:p>
            <a:r>
              <a:rPr lang="en-GB" b="1"/>
              <a:t>V1.0</a:t>
            </a:r>
          </a:p>
          <a:p>
            <a:r>
              <a:rPr lang="en-GB" err="1"/>
              <a:t>Color</a:t>
            </a:r>
            <a:r>
              <a:rPr lang="en-GB"/>
              <a:t> palette updated.</a:t>
            </a:r>
          </a:p>
          <a:p>
            <a:r>
              <a:rPr lang="en-GB"/>
              <a:t>Fonts adjusted and resized.</a:t>
            </a:r>
          </a:p>
          <a:p>
            <a:r>
              <a:rPr lang="en-GB"/>
              <a:t>Inverter test completed.</a:t>
            </a:r>
          </a:p>
          <a:p>
            <a:r>
              <a:rPr lang="en-GB"/>
              <a:t>Cover image made transparent.</a:t>
            </a:r>
          </a:p>
          <a:p>
            <a:r>
              <a:rPr lang="en-GB"/>
              <a:t>New text &amp; Shape test passed.</a:t>
            </a:r>
          </a:p>
          <a:p>
            <a:r>
              <a:rPr lang="en-GB"/>
              <a:t>Speaker notes reviewed and cleansed.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F4A2C8-6C88-4E71-83EE-698B9D4FE22F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3290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8788" y="720725"/>
            <a:ext cx="6397625" cy="35988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B19E439-0A36-4389-B1D4-036D35E9F4EA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8630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8788" y="720725"/>
            <a:ext cx="6397625" cy="35988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B19E439-0A36-4389-B1D4-036D35E9F4EA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6292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8788" y="720725"/>
            <a:ext cx="6397625" cy="35988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0F4A2C8-6C88-4E71-83EE-698B9D4FE22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999865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Black">
    <p:bg bwMode="gray"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475200" y="5845180"/>
            <a:ext cx="5592011" cy="50564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1800" b="1">
                <a:solidFill>
                  <a:schemeClr val="bg1"/>
                </a:solidFill>
              </a:defRPr>
            </a:lvl1pPr>
            <a:lvl2pPr marL="0" indent="0" algn="l">
              <a:buNone/>
              <a:defRPr sz="1600" b="0">
                <a:solidFill>
                  <a:schemeClr val="bg1"/>
                </a:solidFill>
              </a:defRPr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 noProof="0"/>
              <a:t>Click to edit Master title style</a:t>
            </a:r>
          </a:p>
          <a:p>
            <a:pPr lvl="1"/>
            <a:r>
              <a:rPr lang="en-US" noProof="0"/>
              <a:t>Click to edit Master subtitle style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475200" y="6362699"/>
            <a:ext cx="5594349" cy="298451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 sz="105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grpSp>
        <p:nvGrpSpPr>
          <p:cNvPr id="22" name="Group 21"/>
          <p:cNvGrpSpPr>
            <a:grpSpLocks noChangeAspect="1"/>
          </p:cNvGrpSpPr>
          <p:nvPr userDrawn="1"/>
        </p:nvGrpSpPr>
        <p:grpSpPr>
          <a:xfrm>
            <a:off x="469900" y="457761"/>
            <a:ext cx="1998000" cy="374400"/>
            <a:chOff x="398463" y="404813"/>
            <a:chExt cx="1627187" cy="307976"/>
          </a:xfrm>
          <a:solidFill>
            <a:schemeClr val="tx1"/>
          </a:solidFill>
        </p:grpSpPr>
        <p:sp>
          <p:nvSpPr>
            <p:cNvPr id="23" name="Oval 5"/>
            <p:cNvSpPr>
              <a:spLocks noChangeArrowheads="1"/>
            </p:cNvSpPr>
            <p:nvPr userDrawn="1"/>
          </p:nvSpPr>
          <p:spPr bwMode="auto">
            <a:xfrm>
              <a:off x="1938338" y="625476"/>
              <a:ext cx="87312" cy="8731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4" name="Freeform 6"/>
            <p:cNvSpPr>
              <a:spLocks noEditPoints="1"/>
            </p:cNvSpPr>
            <p:nvPr userDrawn="1"/>
          </p:nvSpPr>
          <p:spPr bwMode="auto">
            <a:xfrm>
              <a:off x="398463" y="406401"/>
              <a:ext cx="247650" cy="301625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5" name="Rectangle 7"/>
            <p:cNvSpPr>
              <a:spLocks noChangeArrowheads="1"/>
            </p:cNvSpPr>
            <p:nvPr userDrawn="1"/>
          </p:nvSpPr>
          <p:spPr bwMode="auto">
            <a:xfrm>
              <a:off x="906463" y="404813"/>
              <a:ext cx="74612" cy="30321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6" name="Freeform 8"/>
            <p:cNvSpPr>
              <a:spLocks noEditPoints="1"/>
            </p:cNvSpPr>
            <p:nvPr userDrawn="1"/>
          </p:nvSpPr>
          <p:spPr bwMode="auto">
            <a:xfrm>
              <a:off x="1011238" y="479426"/>
              <a:ext cx="215900" cy="231775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7" name="Rectangle 9"/>
            <p:cNvSpPr>
              <a:spLocks noChangeArrowheads="1"/>
            </p:cNvSpPr>
            <p:nvPr userDrawn="1"/>
          </p:nvSpPr>
          <p:spPr bwMode="auto">
            <a:xfrm>
              <a:off x="1257300" y="482601"/>
              <a:ext cx="74612" cy="2254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8" name="Rectangle 10"/>
            <p:cNvSpPr>
              <a:spLocks noChangeArrowheads="1"/>
            </p:cNvSpPr>
            <p:nvPr userDrawn="1"/>
          </p:nvSpPr>
          <p:spPr bwMode="auto">
            <a:xfrm>
              <a:off x="1257300" y="404813"/>
              <a:ext cx="74612" cy="50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9" name="Freeform 11"/>
            <p:cNvSpPr>
              <a:spLocks/>
            </p:cNvSpPr>
            <p:nvPr userDrawn="1"/>
          </p:nvSpPr>
          <p:spPr bwMode="auto">
            <a:xfrm>
              <a:off x="1362075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0" name="Freeform 12"/>
            <p:cNvSpPr>
              <a:spLocks/>
            </p:cNvSpPr>
            <p:nvPr userDrawn="1"/>
          </p:nvSpPr>
          <p:spPr bwMode="auto">
            <a:xfrm>
              <a:off x="1535113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1" name="Freeform 13"/>
            <p:cNvSpPr>
              <a:spLocks noEditPoints="1"/>
            </p:cNvSpPr>
            <p:nvPr userDrawn="1"/>
          </p:nvSpPr>
          <p:spPr bwMode="auto">
            <a:xfrm>
              <a:off x="1709738" y="479426"/>
              <a:ext cx="211137" cy="231775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2" name="Freeform 14"/>
            <p:cNvSpPr>
              <a:spLocks noEditPoints="1"/>
            </p:cNvSpPr>
            <p:nvPr userDrawn="1"/>
          </p:nvSpPr>
          <p:spPr bwMode="auto">
            <a:xfrm>
              <a:off x="668338" y="479426"/>
              <a:ext cx="209550" cy="231775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</p:grpSp>
      <p:sp>
        <p:nvSpPr>
          <p:cNvPr id="33" name="Picture Placeholder 8"/>
          <p:cNvSpPr>
            <a:spLocks noGrp="1"/>
          </p:cNvSpPr>
          <p:nvPr>
            <p:ph type="pic" sz="quarter" idx="11"/>
          </p:nvPr>
        </p:nvSpPr>
        <p:spPr>
          <a:xfrm>
            <a:off x="3393716" y="727595"/>
            <a:ext cx="5400000" cy="5400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1045578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408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475327" y="5845180"/>
            <a:ext cx="5594348" cy="50564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1800" b="1">
                <a:solidFill>
                  <a:schemeClr val="tx1"/>
                </a:solidFill>
              </a:defRPr>
            </a:lvl1pPr>
            <a:lvl2pPr marL="0" indent="0" algn="l">
              <a:buNone/>
              <a:defRPr sz="1600" b="0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 noProof="0"/>
              <a:t>Click to edit Master title style</a:t>
            </a:r>
          </a:p>
          <a:p>
            <a:pPr lvl="1"/>
            <a:r>
              <a:rPr lang="en-US" noProof="0"/>
              <a:t>Click to edit Master subtitle style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475325" y="6362699"/>
            <a:ext cx="5594349" cy="298451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Aft>
                <a:spcPts val="0"/>
              </a:spcAft>
              <a:defRPr sz="105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grpSp>
        <p:nvGrpSpPr>
          <p:cNvPr id="19" name="Group 18"/>
          <p:cNvGrpSpPr>
            <a:grpSpLocks noChangeAspect="1"/>
          </p:cNvGrpSpPr>
          <p:nvPr userDrawn="1"/>
        </p:nvGrpSpPr>
        <p:grpSpPr>
          <a:xfrm>
            <a:off x="475325" y="457200"/>
            <a:ext cx="1998000" cy="374400"/>
            <a:chOff x="398463" y="404813"/>
            <a:chExt cx="1627187" cy="307976"/>
          </a:xfrm>
          <a:solidFill>
            <a:schemeClr val="tx1"/>
          </a:solidFill>
        </p:grpSpPr>
        <p:sp>
          <p:nvSpPr>
            <p:cNvPr id="20" name="Oval 5"/>
            <p:cNvSpPr>
              <a:spLocks noChangeArrowheads="1"/>
            </p:cNvSpPr>
            <p:nvPr userDrawn="1"/>
          </p:nvSpPr>
          <p:spPr bwMode="auto">
            <a:xfrm>
              <a:off x="1938338" y="625476"/>
              <a:ext cx="87312" cy="8731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1" name="Freeform 6"/>
            <p:cNvSpPr>
              <a:spLocks noEditPoints="1"/>
            </p:cNvSpPr>
            <p:nvPr userDrawn="1"/>
          </p:nvSpPr>
          <p:spPr bwMode="auto">
            <a:xfrm>
              <a:off x="398463" y="406401"/>
              <a:ext cx="247650" cy="301625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2" name="Rectangle 7"/>
            <p:cNvSpPr>
              <a:spLocks noChangeArrowheads="1"/>
            </p:cNvSpPr>
            <p:nvPr userDrawn="1"/>
          </p:nvSpPr>
          <p:spPr bwMode="auto">
            <a:xfrm>
              <a:off x="906463" y="404813"/>
              <a:ext cx="74612" cy="3032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3" name="Freeform 8"/>
            <p:cNvSpPr>
              <a:spLocks noEditPoints="1"/>
            </p:cNvSpPr>
            <p:nvPr userDrawn="1"/>
          </p:nvSpPr>
          <p:spPr bwMode="auto">
            <a:xfrm>
              <a:off x="1011238" y="479426"/>
              <a:ext cx="215900" cy="231775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4" name="Rectangle 9"/>
            <p:cNvSpPr>
              <a:spLocks noChangeArrowheads="1"/>
            </p:cNvSpPr>
            <p:nvPr userDrawn="1"/>
          </p:nvSpPr>
          <p:spPr bwMode="auto">
            <a:xfrm>
              <a:off x="1257300" y="482601"/>
              <a:ext cx="74612" cy="2254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5" name="Rectangle 10"/>
            <p:cNvSpPr>
              <a:spLocks noChangeArrowheads="1"/>
            </p:cNvSpPr>
            <p:nvPr userDrawn="1"/>
          </p:nvSpPr>
          <p:spPr bwMode="auto">
            <a:xfrm>
              <a:off x="1257300" y="404813"/>
              <a:ext cx="74612" cy="508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6" name="Freeform 11"/>
            <p:cNvSpPr>
              <a:spLocks/>
            </p:cNvSpPr>
            <p:nvPr userDrawn="1"/>
          </p:nvSpPr>
          <p:spPr bwMode="auto">
            <a:xfrm>
              <a:off x="1362075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7" name="Freeform 12"/>
            <p:cNvSpPr>
              <a:spLocks/>
            </p:cNvSpPr>
            <p:nvPr userDrawn="1"/>
          </p:nvSpPr>
          <p:spPr bwMode="auto">
            <a:xfrm>
              <a:off x="1535113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8" name="Freeform 13"/>
            <p:cNvSpPr>
              <a:spLocks noEditPoints="1"/>
            </p:cNvSpPr>
            <p:nvPr userDrawn="1"/>
          </p:nvSpPr>
          <p:spPr bwMode="auto">
            <a:xfrm>
              <a:off x="1709738" y="479426"/>
              <a:ext cx="211137" cy="231775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9" name="Freeform 14"/>
            <p:cNvSpPr>
              <a:spLocks noEditPoints="1"/>
            </p:cNvSpPr>
            <p:nvPr userDrawn="1"/>
          </p:nvSpPr>
          <p:spPr bwMode="auto">
            <a:xfrm>
              <a:off x="668338" y="479426"/>
              <a:ext cx="209550" cy="231775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</p:grpSp>
      <p:sp>
        <p:nvSpPr>
          <p:cNvPr id="30" name="Picture Placeholder 8"/>
          <p:cNvSpPr>
            <a:spLocks noGrp="1"/>
          </p:cNvSpPr>
          <p:nvPr>
            <p:ph type="pic" sz="quarter" idx="11"/>
          </p:nvPr>
        </p:nvSpPr>
        <p:spPr>
          <a:xfrm>
            <a:off x="3393716" y="727595"/>
            <a:ext cx="5400000" cy="5400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78307946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4088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Circle Black">
    <p:bg bwMode="gray"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gray">
          <a:xfrm>
            <a:off x="4210150" y="1530450"/>
            <a:ext cx="3780000" cy="3780000"/>
          </a:xfrm>
          <a:prstGeom prst="ellipse">
            <a:avLst/>
          </a:prstGeom>
          <a:ln w="25400">
            <a:solidFill>
              <a:schemeClr val="accent1"/>
            </a:solidFill>
          </a:ln>
        </p:spPr>
        <p:txBody>
          <a:bodyPr lIns="108000" tIns="108000" rIns="108000" bIns="108000" anchor="ctr" anchorCtr="0">
            <a:normAutofit/>
          </a:bodyPr>
          <a:lstStyle>
            <a:lvl1pPr algn="ctr">
              <a:lnSpc>
                <a:spcPts val="3800"/>
              </a:lnSpc>
              <a:defRPr sz="3200" b="0">
                <a:solidFill>
                  <a:schemeClr val="bg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475200" y="5845180"/>
            <a:ext cx="5592011" cy="50564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475200" y="6362699"/>
            <a:ext cx="5594349" cy="298451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 sz="105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grpSp>
        <p:nvGrpSpPr>
          <p:cNvPr id="16" name="Group 15"/>
          <p:cNvGrpSpPr>
            <a:grpSpLocks noChangeAspect="1"/>
          </p:cNvGrpSpPr>
          <p:nvPr userDrawn="1"/>
        </p:nvGrpSpPr>
        <p:grpSpPr>
          <a:xfrm>
            <a:off x="469900" y="457761"/>
            <a:ext cx="1998000" cy="374400"/>
            <a:chOff x="398463" y="404813"/>
            <a:chExt cx="1627187" cy="307976"/>
          </a:xfrm>
          <a:solidFill>
            <a:schemeClr val="tx1"/>
          </a:solidFill>
        </p:grpSpPr>
        <p:sp>
          <p:nvSpPr>
            <p:cNvPr id="17" name="Oval 5"/>
            <p:cNvSpPr>
              <a:spLocks noChangeArrowheads="1"/>
            </p:cNvSpPr>
            <p:nvPr userDrawn="1"/>
          </p:nvSpPr>
          <p:spPr bwMode="auto">
            <a:xfrm>
              <a:off x="1938338" y="625476"/>
              <a:ext cx="87312" cy="8731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18" name="Freeform 6"/>
            <p:cNvSpPr>
              <a:spLocks noEditPoints="1"/>
            </p:cNvSpPr>
            <p:nvPr userDrawn="1"/>
          </p:nvSpPr>
          <p:spPr bwMode="auto">
            <a:xfrm>
              <a:off x="398463" y="406401"/>
              <a:ext cx="247650" cy="301625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19" name="Rectangle 7"/>
            <p:cNvSpPr>
              <a:spLocks noChangeArrowheads="1"/>
            </p:cNvSpPr>
            <p:nvPr userDrawn="1"/>
          </p:nvSpPr>
          <p:spPr bwMode="auto">
            <a:xfrm>
              <a:off x="906463" y="404813"/>
              <a:ext cx="74612" cy="30321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0" name="Freeform 8"/>
            <p:cNvSpPr>
              <a:spLocks noEditPoints="1"/>
            </p:cNvSpPr>
            <p:nvPr userDrawn="1"/>
          </p:nvSpPr>
          <p:spPr bwMode="auto">
            <a:xfrm>
              <a:off x="1011238" y="479426"/>
              <a:ext cx="215900" cy="231775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1" name="Rectangle 9"/>
            <p:cNvSpPr>
              <a:spLocks noChangeArrowheads="1"/>
            </p:cNvSpPr>
            <p:nvPr userDrawn="1"/>
          </p:nvSpPr>
          <p:spPr bwMode="auto">
            <a:xfrm>
              <a:off x="1257300" y="482601"/>
              <a:ext cx="74612" cy="2254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3" name="Rectangle 10"/>
            <p:cNvSpPr>
              <a:spLocks noChangeArrowheads="1"/>
            </p:cNvSpPr>
            <p:nvPr userDrawn="1"/>
          </p:nvSpPr>
          <p:spPr bwMode="auto">
            <a:xfrm>
              <a:off x="1257300" y="404813"/>
              <a:ext cx="74612" cy="50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4" name="Freeform 11"/>
            <p:cNvSpPr>
              <a:spLocks/>
            </p:cNvSpPr>
            <p:nvPr userDrawn="1"/>
          </p:nvSpPr>
          <p:spPr bwMode="auto">
            <a:xfrm>
              <a:off x="1362075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5" name="Freeform 12"/>
            <p:cNvSpPr>
              <a:spLocks/>
            </p:cNvSpPr>
            <p:nvPr userDrawn="1"/>
          </p:nvSpPr>
          <p:spPr bwMode="auto">
            <a:xfrm>
              <a:off x="1535113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6" name="Freeform 13"/>
            <p:cNvSpPr>
              <a:spLocks noEditPoints="1"/>
            </p:cNvSpPr>
            <p:nvPr userDrawn="1"/>
          </p:nvSpPr>
          <p:spPr bwMode="auto">
            <a:xfrm>
              <a:off x="1709738" y="479426"/>
              <a:ext cx="211137" cy="231775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7" name="Freeform 14"/>
            <p:cNvSpPr>
              <a:spLocks noEditPoints="1"/>
            </p:cNvSpPr>
            <p:nvPr userDrawn="1"/>
          </p:nvSpPr>
          <p:spPr bwMode="auto">
            <a:xfrm>
              <a:off x="668338" y="479426"/>
              <a:ext cx="209550" cy="231775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122202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Circle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gray">
          <a:xfrm>
            <a:off x="4212000" y="1530000"/>
            <a:ext cx="3780000" cy="3780000"/>
          </a:xfrm>
          <a:prstGeom prst="ellipse">
            <a:avLst/>
          </a:prstGeom>
          <a:ln w="25400">
            <a:solidFill>
              <a:schemeClr val="accent1"/>
            </a:solidFill>
          </a:ln>
        </p:spPr>
        <p:txBody>
          <a:bodyPr lIns="108000" tIns="108000" rIns="108000" bIns="108000" anchor="ctr" anchorCtr="0">
            <a:normAutofit/>
          </a:bodyPr>
          <a:lstStyle>
            <a:lvl1pPr algn="ctr">
              <a:lnSpc>
                <a:spcPts val="3800"/>
              </a:lnSpc>
              <a:defRPr sz="3200" b="0">
                <a:solidFill>
                  <a:schemeClr val="tx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475327" y="5845180"/>
            <a:ext cx="5594348" cy="50564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1600">
                <a:solidFill>
                  <a:schemeClr val="tx1"/>
                </a:solidFill>
              </a:defRPr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475325" y="6362699"/>
            <a:ext cx="5594349" cy="298451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Aft>
                <a:spcPts val="0"/>
              </a:spcAft>
              <a:defRPr sz="105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grpSp>
        <p:nvGrpSpPr>
          <p:cNvPr id="16" name="Group 15"/>
          <p:cNvGrpSpPr>
            <a:grpSpLocks noChangeAspect="1"/>
          </p:cNvGrpSpPr>
          <p:nvPr userDrawn="1"/>
        </p:nvGrpSpPr>
        <p:grpSpPr>
          <a:xfrm>
            <a:off x="475325" y="457200"/>
            <a:ext cx="1998000" cy="374400"/>
            <a:chOff x="398463" y="404813"/>
            <a:chExt cx="1627187" cy="307976"/>
          </a:xfrm>
          <a:solidFill>
            <a:schemeClr val="tx1"/>
          </a:solidFill>
        </p:grpSpPr>
        <p:sp>
          <p:nvSpPr>
            <p:cNvPr id="17" name="Oval 5"/>
            <p:cNvSpPr>
              <a:spLocks noChangeArrowheads="1"/>
            </p:cNvSpPr>
            <p:nvPr userDrawn="1"/>
          </p:nvSpPr>
          <p:spPr bwMode="auto">
            <a:xfrm>
              <a:off x="1938338" y="625476"/>
              <a:ext cx="87312" cy="8731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18" name="Freeform 6"/>
            <p:cNvSpPr>
              <a:spLocks noEditPoints="1"/>
            </p:cNvSpPr>
            <p:nvPr userDrawn="1"/>
          </p:nvSpPr>
          <p:spPr bwMode="auto">
            <a:xfrm>
              <a:off x="398463" y="406401"/>
              <a:ext cx="247650" cy="301625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0" name="Rectangle 7"/>
            <p:cNvSpPr>
              <a:spLocks noChangeArrowheads="1"/>
            </p:cNvSpPr>
            <p:nvPr userDrawn="1"/>
          </p:nvSpPr>
          <p:spPr bwMode="auto">
            <a:xfrm>
              <a:off x="906463" y="404813"/>
              <a:ext cx="74612" cy="3032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1" name="Freeform 8"/>
            <p:cNvSpPr>
              <a:spLocks noEditPoints="1"/>
            </p:cNvSpPr>
            <p:nvPr userDrawn="1"/>
          </p:nvSpPr>
          <p:spPr bwMode="auto">
            <a:xfrm>
              <a:off x="1011238" y="479426"/>
              <a:ext cx="215900" cy="231775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2" name="Rectangle 9"/>
            <p:cNvSpPr>
              <a:spLocks noChangeArrowheads="1"/>
            </p:cNvSpPr>
            <p:nvPr userDrawn="1"/>
          </p:nvSpPr>
          <p:spPr bwMode="auto">
            <a:xfrm>
              <a:off x="1257300" y="482601"/>
              <a:ext cx="74612" cy="2254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3" name="Rectangle 10"/>
            <p:cNvSpPr>
              <a:spLocks noChangeArrowheads="1"/>
            </p:cNvSpPr>
            <p:nvPr userDrawn="1"/>
          </p:nvSpPr>
          <p:spPr bwMode="auto">
            <a:xfrm>
              <a:off x="1257300" y="404813"/>
              <a:ext cx="74612" cy="508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4" name="Freeform 11"/>
            <p:cNvSpPr>
              <a:spLocks/>
            </p:cNvSpPr>
            <p:nvPr userDrawn="1"/>
          </p:nvSpPr>
          <p:spPr bwMode="auto">
            <a:xfrm>
              <a:off x="1362075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5" name="Freeform 12"/>
            <p:cNvSpPr>
              <a:spLocks/>
            </p:cNvSpPr>
            <p:nvPr userDrawn="1"/>
          </p:nvSpPr>
          <p:spPr bwMode="auto">
            <a:xfrm>
              <a:off x="1535113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6" name="Freeform 13"/>
            <p:cNvSpPr>
              <a:spLocks noEditPoints="1"/>
            </p:cNvSpPr>
            <p:nvPr userDrawn="1"/>
          </p:nvSpPr>
          <p:spPr bwMode="auto">
            <a:xfrm>
              <a:off x="1709738" y="479426"/>
              <a:ext cx="211137" cy="231775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7" name="Freeform 14"/>
            <p:cNvSpPr>
              <a:spLocks noEditPoints="1"/>
            </p:cNvSpPr>
            <p:nvPr userDrawn="1"/>
          </p:nvSpPr>
          <p:spPr bwMode="auto">
            <a:xfrm>
              <a:off x="668338" y="479426"/>
              <a:ext cx="209550" cy="231775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2761153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- Deloitte green">
    <p:bg bwMode="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gray">
          <a:xfrm>
            <a:off x="469900" y="1700213"/>
            <a:ext cx="10418233" cy="1592403"/>
          </a:xfrm>
        </p:spPr>
        <p:txBody>
          <a:bodyPr anchor="b"/>
          <a:lstStyle>
            <a:lvl1pPr>
              <a:lnSpc>
                <a:spcPct val="95000"/>
              </a:lnSpc>
              <a:defRPr sz="3850" b="1">
                <a:solidFill>
                  <a:schemeClr val="bg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469899" y="3423545"/>
            <a:ext cx="10418235" cy="15665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None/>
              <a:defRPr sz="3850">
                <a:solidFill>
                  <a:schemeClr val="bg1"/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7" name="CaseCode">
            <a:extLst>
              <a:ext uri="{FF2B5EF4-FFF2-40B4-BE49-F238E27FC236}">
                <a16:creationId xmlns:a16="http://schemas.microsoft.com/office/drawing/2014/main" id="{93823792-EE26-4CDD-972F-220A04CD6C04}"/>
              </a:ext>
            </a:extLst>
          </p:cNvPr>
          <p:cNvSpPr txBox="1"/>
          <p:nvPr userDrawn="1"/>
        </p:nvSpPr>
        <p:spPr>
          <a:xfrm>
            <a:off x="6336000" y="6476999"/>
            <a:ext cx="4896560" cy="1000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650" noProof="0">
                <a:solidFill>
                  <a:schemeClr val="bg1"/>
                </a:solidFill>
              </a:rPr>
              <a:t>SAP BTP | Overview of BTP Capabilities &amp; Use Cases</a:t>
            </a:r>
          </a:p>
        </p:txBody>
      </p:sp>
      <p:sp>
        <p:nvSpPr>
          <p:cNvPr id="8" name="Copyright">
            <a:extLst>
              <a:ext uri="{FF2B5EF4-FFF2-40B4-BE49-F238E27FC236}">
                <a16:creationId xmlns:a16="http://schemas.microsoft.com/office/drawing/2014/main" id="{ABE9EAAF-3637-4DBD-97CC-9D801D594A84}"/>
              </a:ext>
            </a:extLst>
          </p:cNvPr>
          <p:cNvSpPr txBox="1"/>
          <p:nvPr userDrawn="1"/>
        </p:nvSpPr>
        <p:spPr>
          <a:xfrm>
            <a:off x="469900" y="6477000"/>
            <a:ext cx="5355167" cy="10002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 defTabSz="1219170" rtl="0" eaLnBrk="1" latinLnBrk="0" hangingPunct="1">
              <a:spcBef>
                <a:spcPts val="800"/>
              </a:spcBef>
              <a:buSzPct val="100000"/>
              <a:buFont typeface="Arial"/>
              <a:buNone/>
            </a:pPr>
            <a:r>
              <a:rPr lang="en-US" sz="650" b="0" noProof="0">
                <a:solidFill>
                  <a:schemeClr val="bg1"/>
                </a:solidFill>
                <a:latin typeface="+mn-lt"/>
              </a:rPr>
              <a:t>Copyright © 2019 Deloitte Development LLC. All rights reserved.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9365AE-2970-4F25-A997-BF6CFABBA94C}"/>
              </a:ext>
            </a:extLst>
          </p:cNvPr>
          <p:cNvSpPr txBox="1"/>
          <p:nvPr userDrawn="1"/>
        </p:nvSpPr>
        <p:spPr>
          <a:xfrm>
            <a:off x="11410953" y="6477000"/>
            <a:ext cx="307975" cy="1000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800"/>
              </a:spcBef>
              <a:buSzPct val="100000"/>
              <a:buFont typeface="Arial"/>
              <a:buNone/>
            </a:pPr>
            <a:fld id="{C58DF478-B544-4ED8-9ED4-6A2648E2D233}" type="slidenum">
              <a:rPr lang="en-US" sz="650" noProof="0" smtClean="0">
                <a:solidFill>
                  <a:schemeClr val="bg1"/>
                </a:solidFill>
              </a:rPr>
              <a:pPr marL="0" indent="0" algn="r">
                <a:spcBef>
                  <a:spcPts val="800"/>
                </a:spcBef>
                <a:buSzPct val="100000"/>
                <a:buFont typeface="Arial"/>
                <a:buNone/>
              </a:pPr>
              <a:t>‹#›</a:t>
            </a:fld>
            <a:endParaRPr lang="en-US" sz="650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457412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- Deloitte dark green">
    <p:bg bwMode="gray"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/>
          <p:cNvSpPr>
            <a:spLocks noGrp="1"/>
          </p:cNvSpPr>
          <p:nvPr>
            <p:ph type="title"/>
          </p:nvPr>
        </p:nvSpPr>
        <p:spPr bwMode="gray">
          <a:xfrm>
            <a:off x="469900" y="1705668"/>
            <a:ext cx="10418233" cy="1592403"/>
          </a:xfrm>
        </p:spPr>
        <p:txBody>
          <a:bodyPr anchor="b"/>
          <a:lstStyle>
            <a:lvl1pPr>
              <a:lnSpc>
                <a:spcPct val="95000"/>
              </a:lnSpc>
              <a:defRPr sz="3850" b="1">
                <a:solidFill>
                  <a:schemeClr val="bg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469900" y="3429000"/>
            <a:ext cx="10418233" cy="15665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None/>
              <a:defRPr sz="3850">
                <a:solidFill>
                  <a:schemeClr val="bg1"/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7" name="CaseCode">
            <a:extLst>
              <a:ext uri="{FF2B5EF4-FFF2-40B4-BE49-F238E27FC236}">
                <a16:creationId xmlns:a16="http://schemas.microsoft.com/office/drawing/2014/main" id="{3F44FF44-C602-481C-AB45-01E8C7641773}"/>
              </a:ext>
            </a:extLst>
          </p:cNvPr>
          <p:cNvSpPr txBox="1"/>
          <p:nvPr userDrawn="1"/>
        </p:nvSpPr>
        <p:spPr>
          <a:xfrm>
            <a:off x="6336000" y="6476999"/>
            <a:ext cx="4896560" cy="1000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650" noProof="0">
                <a:solidFill>
                  <a:schemeClr val="bg1"/>
                </a:solidFill>
              </a:rPr>
              <a:t>SAP BTP | Overview of BTP Capabilities &amp; Use Cases</a:t>
            </a:r>
          </a:p>
        </p:txBody>
      </p:sp>
      <p:sp>
        <p:nvSpPr>
          <p:cNvPr id="8" name="Copyright">
            <a:extLst>
              <a:ext uri="{FF2B5EF4-FFF2-40B4-BE49-F238E27FC236}">
                <a16:creationId xmlns:a16="http://schemas.microsoft.com/office/drawing/2014/main" id="{1A45E768-6B1E-4968-BBCE-03E8ABE5493F}"/>
              </a:ext>
            </a:extLst>
          </p:cNvPr>
          <p:cNvSpPr txBox="1"/>
          <p:nvPr userDrawn="1"/>
        </p:nvSpPr>
        <p:spPr>
          <a:xfrm>
            <a:off x="469900" y="6477000"/>
            <a:ext cx="5355167" cy="10002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 defTabSz="1219170" rtl="0" eaLnBrk="1" latinLnBrk="0" hangingPunct="1">
              <a:spcBef>
                <a:spcPts val="800"/>
              </a:spcBef>
              <a:buSzPct val="100000"/>
              <a:buFont typeface="Arial"/>
              <a:buNone/>
            </a:pPr>
            <a:r>
              <a:rPr lang="en-US" sz="650" b="0" noProof="0">
                <a:solidFill>
                  <a:schemeClr val="bg1"/>
                </a:solidFill>
                <a:latin typeface="+mn-lt"/>
              </a:rPr>
              <a:t>Copyright © 2019 Deloitte Development LLC. All rights reserved.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427AA6-2805-4D45-8C22-C52EB3443F54}"/>
              </a:ext>
            </a:extLst>
          </p:cNvPr>
          <p:cNvSpPr txBox="1"/>
          <p:nvPr userDrawn="1"/>
        </p:nvSpPr>
        <p:spPr>
          <a:xfrm>
            <a:off x="11410953" y="6477000"/>
            <a:ext cx="307975" cy="1000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800"/>
              </a:spcBef>
              <a:buSzPct val="100000"/>
              <a:buFont typeface="Arial"/>
              <a:buNone/>
            </a:pPr>
            <a:fld id="{C58DF478-B544-4ED8-9ED4-6A2648E2D233}" type="slidenum">
              <a:rPr lang="en-US" sz="650" noProof="0" smtClean="0">
                <a:solidFill>
                  <a:schemeClr val="bg1"/>
                </a:solidFill>
              </a:rPr>
              <a:pPr marL="0" indent="0" algn="r">
                <a:spcBef>
                  <a:spcPts val="800"/>
                </a:spcBef>
                <a:buSzPct val="100000"/>
                <a:buFont typeface="Arial"/>
                <a:buNone/>
              </a:pPr>
              <a:t>‹#›</a:t>
            </a:fld>
            <a:endParaRPr lang="en-US" sz="650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648263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- Deloitte blue">
    <p:bg bwMode="gray"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gray">
          <a:xfrm>
            <a:off x="469900" y="1705668"/>
            <a:ext cx="10418233" cy="1592403"/>
          </a:xfrm>
        </p:spPr>
        <p:txBody>
          <a:bodyPr anchor="b"/>
          <a:lstStyle>
            <a:lvl1pPr>
              <a:lnSpc>
                <a:spcPct val="95000"/>
              </a:lnSpc>
              <a:defRPr sz="3850" b="1">
                <a:solidFill>
                  <a:schemeClr val="bg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469900" y="3429000"/>
            <a:ext cx="10418233" cy="15665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None/>
              <a:defRPr sz="3850">
                <a:solidFill>
                  <a:schemeClr val="bg1"/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0" name="CaseCode">
            <a:extLst>
              <a:ext uri="{FF2B5EF4-FFF2-40B4-BE49-F238E27FC236}">
                <a16:creationId xmlns:a16="http://schemas.microsoft.com/office/drawing/2014/main" id="{D6C60C41-80C5-4AD8-9F29-FD85E6D4C19C}"/>
              </a:ext>
            </a:extLst>
          </p:cNvPr>
          <p:cNvSpPr txBox="1"/>
          <p:nvPr userDrawn="1"/>
        </p:nvSpPr>
        <p:spPr>
          <a:xfrm>
            <a:off x="6336000" y="6476999"/>
            <a:ext cx="4896560" cy="1000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650" noProof="0">
                <a:solidFill>
                  <a:schemeClr val="bg1"/>
                </a:solidFill>
              </a:rPr>
              <a:t>SAP BTP | Overview of BTP Capabilities &amp; Use Cases</a:t>
            </a:r>
          </a:p>
        </p:txBody>
      </p:sp>
      <p:sp>
        <p:nvSpPr>
          <p:cNvPr id="11" name="Copyright">
            <a:extLst>
              <a:ext uri="{FF2B5EF4-FFF2-40B4-BE49-F238E27FC236}">
                <a16:creationId xmlns:a16="http://schemas.microsoft.com/office/drawing/2014/main" id="{613A5341-684B-4EA3-8645-F86A6932914E}"/>
              </a:ext>
            </a:extLst>
          </p:cNvPr>
          <p:cNvSpPr txBox="1"/>
          <p:nvPr userDrawn="1"/>
        </p:nvSpPr>
        <p:spPr>
          <a:xfrm>
            <a:off x="469900" y="6477000"/>
            <a:ext cx="5355167" cy="10002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 defTabSz="1219170" rtl="0" eaLnBrk="1" latinLnBrk="0" hangingPunct="1">
              <a:spcBef>
                <a:spcPts val="800"/>
              </a:spcBef>
              <a:buSzPct val="100000"/>
              <a:buFont typeface="Arial"/>
              <a:buNone/>
            </a:pPr>
            <a:r>
              <a:rPr lang="en-US" sz="650" b="0" noProof="0">
                <a:solidFill>
                  <a:schemeClr val="bg1"/>
                </a:solidFill>
                <a:latin typeface="+mn-lt"/>
              </a:rPr>
              <a:t>Copyright © 2019 Deloitte Development LLC. All rights reserved.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477575C-C40C-4032-B0DB-EF510C909D71}"/>
              </a:ext>
            </a:extLst>
          </p:cNvPr>
          <p:cNvSpPr txBox="1"/>
          <p:nvPr userDrawn="1"/>
        </p:nvSpPr>
        <p:spPr>
          <a:xfrm>
            <a:off x="11410953" y="6477000"/>
            <a:ext cx="307975" cy="1000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800"/>
              </a:spcBef>
              <a:buSzPct val="100000"/>
              <a:buFont typeface="Arial"/>
              <a:buNone/>
            </a:pPr>
            <a:fld id="{C58DF478-B544-4ED8-9ED4-6A2648E2D233}" type="slidenum">
              <a:rPr lang="en-US" sz="650" noProof="0" smtClean="0">
                <a:solidFill>
                  <a:schemeClr val="bg1"/>
                </a:solidFill>
              </a:rPr>
              <a:pPr marL="0" indent="0" algn="r">
                <a:spcBef>
                  <a:spcPts val="800"/>
                </a:spcBef>
                <a:buSzPct val="100000"/>
                <a:buFont typeface="Arial"/>
                <a:buNone/>
              </a:pPr>
              <a:t>‹#›</a:t>
            </a:fld>
            <a:endParaRPr lang="en-US" sz="650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402145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- Deloitte dark blue">
    <p:bg bwMode="gray"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/>
          <p:cNvSpPr>
            <a:spLocks noGrp="1"/>
          </p:cNvSpPr>
          <p:nvPr>
            <p:ph type="title"/>
          </p:nvPr>
        </p:nvSpPr>
        <p:spPr bwMode="gray">
          <a:xfrm>
            <a:off x="469900" y="1705668"/>
            <a:ext cx="10418233" cy="1592403"/>
          </a:xfrm>
        </p:spPr>
        <p:txBody>
          <a:bodyPr anchor="b"/>
          <a:lstStyle>
            <a:lvl1pPr>
              <a:lnSpc>
                <a:spcPct val="95000"/>
              </a:lnSpc>
              <a:defRPr sz="3850" b="1">
                <a:solidFill>
                  <a:schemeClr val="bg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469900" y="3429000"/>
            <a:ext cx="10418233" cy="15665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None/>
              <a:defRPr sz="3850">
                <a:solidFill>
                  <a:schemeClr val="bg1"/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7" name="CaseCode">
            <a:extLst>
              <a:ext uri="{FF2B5EF4-FFF2-40B4-BE49-F238E27FC236}">
                <a16:creationId xmlns:a16="http://schemas.microsoft.com/office/drawing/2014/main" id="{3C64501B-D85D-4B85-ABA7-D68ECF8B73C7}"/>
              </a:ext>
            </a:extLst>
          </p:cNvPr>
          <p:cNvSpPr txBox="1"/>
          <p:nvPr userDrawn="1"/>
        </p:nvSpPr>
        <p:spPr>
          <a:xfrm>
            <a:off x="6336000" y="6476999"/>
            <a:ext cx="4896560" cy="1000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650" noProof="0">
                <a:solidFill>
                  <a:schemeClr val="bg1"/>
                </a:solidFill>
              </a:rPr>
              <a:t>SAP BTP | Overview of BTP Capabilities &amp; Use Cases</a:t>
            </a:r>
          </a:p>
        </p:txBody>
      </p:sp>
      <p:sp>
        <p:nvSpPr>
          <p:cNvPr id="8" name="Copyright">
            <a:extLst>
              <a:ext uri="{FF2B5EF4-FFF2-40B4-BE49-F238E27FC236}">
                <a16:creationId xmlns:a16="http://schemas.microsoft.com/office/drawing/2014/main" id="{E0551EEA-624A-4296-AD75-4BD6C8D14CF9}"/>
              </a:ext>
            </a:extLst>
          </p:cNvPr>
          <p:cNvSpPr txBox="1"/>
          <p:nvPr userDrawn="1"/>
        </p:nvSpPr>
        <p:spPr>
          <a:xfrm>
            <a:off x="469900" y="6477000"/>
            <a:ext cx="5355167" cy="10002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 defTabSz="1219170" rtl="0" eaLnBrk="1" latinLnBrk="0" hangingPunct="1">
              <a:spcBef>
                <a:spcPts val="800"/>
              </a:spcBef>
              <a:buSzPct val="100000"/>
              <a:buFont typeface="Arial"/>
              <a:buNone/>
            </a:pPr>
            <a:r>
              <a:rPr lang="en-US" sz="650" b="0" noProof="0">
                <a:solidFill>
                  <a:schemeClr val="bg1"/>
                </a:solidFill>
                <a:latin typeface="+mn-lt"/>
              </a:rPr>
              <a:t>Copyright © 2019 Deloitte Development LLC. All rights reserved.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09C971-19FA-4D4C-A588-010A8861B9DB}"/>
              </a:ext>
            </a:extLst>
          </p:cNvPr>
          <p:cNvSpPr txBox="1"/>
          <p:nvPr userDrawn="1"/>
        </p:nvSpPr>
        <p:spPr>
          <a:xfrm>
            <a:off x="11410953" y="6477000"/>
            <a:ext cx="307975" cy="1000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800"/>
              </a:spcBef>
              <a:buSzPct val="100000"/>
              <a:buFont typeface="Arial"/>
              <a:buNone/>
            </a:pPr>
            <a:fld id="{C58DF478-B544-4ED8-9ED4-6A2648E2D233}" type="slidenum">
              <a:rPr lang="en-US" sz="650" noProof="0" smtClean="0">
                <a:solidFill>
                  <a:schemeClr val="bg1"/>
                </a:solidFill>
              </a:rPr>
              <a:pPr marL="0" indent="0" algn="r">
                <a:spcBef>
                  <a:spcPts val="800"/>
                </a:spcBef>
                <a:buSzPct val="100000"/>
                <a:buFont typeface="Arial"/>
                <a:buNone/>
              </a:pPr>
              <a:t>‹#›</a:t>
            </a:fld>
            <a:endParaRPr lang="en-US" sz="650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237144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- Deloitte black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/>
          <p:cNvSpPr>
            <a:spLocks noGrp="1"/>
          </p:cNvSpPr>
          <p:nvPr>
            <p:ph type="title"/>
          </p:nvPr>
        </p:nvSpPr>
        <p:spPr bwMode="gray">
          <a:xfrm>
            <a:off x="469900" y="1705668"/>
            <a:ext cx="10418233" cy="1592403"/>
          </a:xfrm>
        </p:spPr>
        <p:txBody>
          <a:bodyPr anchor="b"/>
          <a:lstStyle>
            <a:lvl1pPr>
              <a:lnSpc>
                <a:spcPct val="95000"/>
              </a:lnSpc>
              <a:defRPr sz="3850" b="1">
                <a:solidFill>
                  <a:schemeClr val="bg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469900" y="3429000"/>
            <a:ext cx="10418233" cy="15665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None/>
              <a:defRPr sz="3850">
                <a:solidFill>
                  <a:schemeClr val="bg1"/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7" name="CaseCode">
            <a:extLst>
              <a:ext uri="{FF2B5EF4-FFF2-40B4-BE49-F238E27FC236}">
                <a16:creationId xmlns:a16="http://schemas.microsoft.com/office/drawing/2014/main" id="{1558CCC8-C369-4C81-A41A-5E09DEB241AA}"/>
              </a:ext>
            </a:extLst>
          </p:cNvPr>
          <p:cNvSpPr txBox="1"/>
          <p:nvPr userDrawn="1"/>
        </p:nvSpPr>
        <p:spPr>
          <a:xfrm>
            <a:off x="6336000" y="6476999"/>
            <a:ext cx="4896560" cy="1000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650" noProof="0">
                <a:solidFill>
                  <a:schemeClr val="bg1"/>
                </a:solidFill>
              </a:rPr>
              <a:t>SAP BTP | Overview of BTP Capabilities &amp; Use Cases</a:t>
            </a:r>
          </a:p>
        </p:txBody>
      </p:sp>
      <p:sp>
        <p:nvSpPr>
          <p:cNvPr id="8" name="Copyright">
            <a:extLst>
              <a:ext uri="{FF2B5EF4-FFF2-40B4-BE49-F238E27FC236}">
                <a16:creationId xmlns:a16="http://schemas.microsoft.com/office/drawing/2014/main" id="{2A717A35-16B8-4C69-9FC9-C491F8F47997}"/>
              </a:ext>
            </a:extLst>
          </p:cNvPr>
          <p:cNvSpPr txBox="1"/>
          <p:nvPr userDrawn="1"/>
        </p:nvSpPr>
        <p:spPr>
          <a:xfrm>
            <a:off x="469900" y="6477000"/>
            <a:ext cx="5355167" cy="10002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 defTabSz="1219170" rtl="0" eaLnBrk="1" latinLnBrk="0" hangingPunct="1">
              <a:spcBef>
                <a:spcPts val="800"/>
              </a:spcBef>
              <a:buSzPct val="100000"/>
              <a:buFont typeface="Arial"/>
              <a:buNone/>
            </a:pPr>
            <a:r>
              <a:rPr lang="en-US" sz="650" b="0" noProof="0">
                <a:solidFill>
                  <a:schemeClr val="bg1"/>
                </a:solidFill>
                <a:latin typeface="+mn-lt"/>
              </a:rPr>
              <a:t>Copyright © 2019 Deloitte Development LLC. All rights reserved.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952D5D-FD02-4F41-B2C9-74CDCEDF85C6}"/>
              </a:ext>
            </a:extLst>
          </p:cNvPr>
          <p:cNvSpPr txBox="1"/>
          <p:nvPr userDrawn="1"/>
        </p:nvSpPr>
        <p:spPr>
          <a:xfrm>
            <a:off x="11410953" y="6477000"/>
            <a:ext cx="307975" cy="1000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800"/>
              </a:spcBef>
              <a:buSzPct val="100000"/>
              <a:buFont typeface="Arial"/>
              <a:buNone/>
            </a:pPr>
            <a:fld id="{C58DF478-B544-4ED8-9ED4-6A2648E2D233}" type="slidenum">
              <a:rPr lang="en-US" sz="650" noProof="0" smtClean="0">
                <a:solidFill>
                  <a:schemeClr val="bg1"/>
                </a:solidFill>
              </a:rPr>
              <a:pPr marL="0" indent="0" algn="r">
                <a:spcBef>
                  <a:spcPts val="800"/>
                </a:spcBef>
                <a:buSzPct val="100000"/>
                <a:buFont typeface="Arial"/>
                <a:buNone/>
              </a:pPr>
              <a:t>‹#›</a:t>
            </a:fld>
            <a:endParaRPr lang="en-US" sz="650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697899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Deloitte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gray">
          <a:xfrm>
            <a:off x="469901" y="1705668"/>
            <a:ext cx="10418233" cy="1592403"/>
          </a:xfrm>
        </p:spPr>
        <p:txBody>
          <a:bodyPr anchor="b"/>
          <a:lstStyle>
            <a:lvl1pPr>
              <a:lnSpc>
                <a:spcPct val="95000"/>
              </a:lnSpc>
              <a:defRPr sz="3850" b="1">
                <a:solidFill>
                  <a:schemeClr val="tx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469900" y="3429000"/>
            <a:ext cx="10541000" cy="15665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None/>
              <a:defRPr sz="3850">
                <a:solidFill>
                  <a:schemeClr val="tx1"/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7951509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statement dark gree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480484" y="1590675"/>
            <a:ext cx="9029604" cy="4708525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Bef>
                <a:spcPts val="4800"/>
              </a:spcBef>
              <a:defRPr sz="2800">
                <a:solidFill>
                  <a:schemeClr val="bg1"/>
                </a:solidFill>
              </a:defRPr>
            </a:lvl1pPr>
            <a:lvl2pPr marL="609585" indent="-609585">
              <a:defRPr sz="4000">
                <a:solidFill>
                  <a:schemeClr val="bg2"/>
                </a:solidFill>
              </a:defRPr>
            </a:lvl2pPr>
            <a:lvl3pPr>
              <a:defRPr sz="4000">
                <a:solidFill>
                  <a:schemeClr val="bg2"/>
                </a:solidFill>
              </a:defRPr>
            </a:lvl3pPr>
            <a:lvl4pPr>
              <a:defRPr sz="4000">
                <a:solidFill>
                  <a:schemeClr val="bg2"/>
                </a:solidFill>
              </a:defRPr>
            </a:lvl4pPr>
            <a:lvl5pPr>
              <a:defRPr sz="40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6" name="CaseCode">
            <a:extLst>
              <a:ext uri="{FF2B5EF4-FFF2-40B4-BE49-F238E27FC236}">
                <a16:creationId xmlns:a16="http://schemas.microsoft.com/office/drawing/2014/main" id="{E1DA34B1-AA2A-40A2-9A35-1AEEF4E1211A}"/>
              </a:ext>
            </a:extLst>
          </p:cNvPr>
          <p:cNvSpPr txBox="1"/>
          <p:nvPr userDrawn="1"/>
        </p:nvSpPr>
        <p:spPr>
          <a:xfrm>
            <a:off x="6336000" y="6476999"/>
            <a:ext cx="4896560" cy="1000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650" noProof="0">
                <a:solidFill>
                  <a:schemeClr val="bg1"/>
                </a:solidFill>
              </a:rPr>
              <a:t>SAP BTP | Overview of BTP Capabilities &amp; Use Cases</a:t>
            </a:r>
          </a:p>
        </p:txBody>
      </p:sp>
      <p:sp>
        <p:nvSpPr>
          <p:cNvPr id="7" name="Copyright">
            <a:extLst>
              <a:ext uri="{FF2B5EF4-FFF2-40B4-BE49-F238E27FC236}">
                <a16:creationId xmlns:a16="http://schemas.microsoft.com/office/drawing/2014/main" id="{03D338E6-56A9-45ED-B5AA-5396221BD362}"/>
              </a:ext>
            </a:extLst>
          </p:cNvPr>
          <p:cNvSpPr txBox="1"/>
          <p:nvPr userDrawn="1"/>
        </p:nvSpPr>
        <p:spPr>
          <a:xfrm>
            <a:off x="469900" y="6477000"/>
            <a:ext cx="5355167" cy="10002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 defTabSz="1219170" rtl="0" eaLnBrk="1" latinLnBrk="0" hangingPunct="1">
              <a:spcBef>
                <a:spcPts val="800"/>
              </a:spcBef>
              <a:buSzPct val="100000"/>
              <a:buFont typeface="Arial"/>
              <a:buNone/>
            </a:pPr>
            <a:r>
              <a:rPr lang="en-US" sz="650" b="0" noProof="0">
                <a:solidFill>
                  <a:schemeClr val="bg1"/>
                </a:solidFill>
                <a:latin typeface="+mn-lt"/>
              </a:rPr>
              <a:t>Copyright © 2019 Deloitte Development LLC. All rights reserved.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EAE743-08BD-4226-8282-8C33D40A1260}"/>
              </a:ext>
            </a:extLst>
          </p:cNvPr>
          <p:cNvSpPr txBox="1"/>
          <p:nvPr userDrawn="1"/>
        </p:nvSpPr>
        <p:spPr>
          <a:xfrm>
            <a:off x="11410953" y="6477000"/>
            <a:ext cx="307975" cy="1000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800"/>
              </a:spcBef>
              <a:buSzPct val="100000"/>
              <a:buFont typeface="Arial"/>
              <a:buNone/>
            </a:pPr>
            <a:fld id="{C58DF478-B544-4ED8-9ED4-6A2648E2D233}" type="slidenum">
              <a:rPr lang="en-US" sz="650" noProof="0" smtClean="0">
                <a:solidFill>
                  <a:schemeClr val="bg1"/>
                </a:solidFill>
              </a:rPr>
              <a:pPr marL="0" indent="0" algn="r">
                <a:spcBef>
                  <a:spcPts val="800"/>
                </a:spcBef>
                <a:buSzPct val="100000"/>
                <a:buFont typeface="Arial"/>
                <a:buNone/>
              </a:pPr>
              <a:t>‹#›</a:t>
            </a:fld>
            <a:endParaRPr lang="en-US" sz="650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6881570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statement dark blu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480484" y="1590675"/>
            <a:ext cx="9029604" cy="4708525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Bef>
                <a:spcPts val="4800"/>
              </a:spcBef>
              <a:defRPr sz="2800">
                <a:solidFill>
                  <a:schemeClr val="bg1"/>
                </a:solidFill>
              </a:defRPr>
            </a:lvl1pPr>
            <a:lvl2pPr marL="609585" indent="-609585">
              <a:defRPr sz="4000">
                <a:solidFill>
                  <a:schemeClr val="bg2"/>
                </a:solidFill>
              </a:defRPr>
            </a:lvl2pPr>
            <a:lvl3pPr>
              <a:defRPr sz="4000">
                <a:solidFill>
                  <a:schemeClr val="bg2"/>
                </a:solidFill>
              </a:defRPr>
            </a:lvl3pPr>
            <a:lvl4pPr>
              <a:defRPr sz="4000">
                <a:solidFill>
                  <a:schemeClr val="bg2"/>
                </a:solidFill>
              </a:defRPr>
            </a:lvl4pPr>
            <a:lvl5pPr>
              <a:defRPr sz="40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6" name="CaseCode">
            <a:extLst>
              <a:ext uri="{FF2B5EF4-FFF2-40B4-BE49-F238E27FC236}">
                <a16:creationId xmlns:a16="http://schemas.microsoft.com/office/drawing/2014/main" id="{EAC56137-7BAD-4495-9072-3F985AC7793D}"/>
              </a:ext>
            </a:extLst>
          </p:cNvPr>
          <p:cNvSpPr txBox="1"/>
          <p:nvPr userDrawn="1"/>
        </p:nvSpPr>
        <p:spPr>
          <a:xfrm>
            <a:off x="6336000" y="6476999"/>
            <a:ext cx="4896560" cy="1000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650" noProof="0">
                <a:solidFill>
                  <a:schemeClr val="bg1"/>
                </a:solidFill>
              </a:rPr>
              <a:t>SAP BTP | Overview of BTP Capabilities &amp; Use Cases</a:t>
            </a:r>
          </a:p>
        </p:txBody>
      </p:sp>
      <p:sp>
        <p:nvSpPr>
          <p:cNvPr id="7" name="Copyright">
            <a:extLst>
              <a:ext uri="{FF2B5EF4-FFF2-40B4-BE49-F238E27FC236}">
                <a16:creationId xmlns:a16="http://schemas.microsoft.com/office/drawing/2014/main" id="{859C8E56-7C3D-40BF-A699-BF0A3A8BC54A}"/>
              </a:ext>
            </a:extLst>
          </p:cNvPr>
          <p:cNvSpPr txBox="1"/>
          <p:nvPr userDrawn="1"/>
        </p:nvSpPr>
        <p:spPr>
          <a:xfrm>
            <a:off x="469900" y="6477000"/>
            <a:ext cx="5355167" cy="10002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 defTabSz="1219170" rtl="0" eaLnBrk="1" latinLnBrk="0" hangingPunct="1">
              <a:spcBef>
                <a:spcPts val="800"/>
              </a:spcBef>
              <a:buSzPct val="100000"/>
              <a:buFont typeface="Arial"/>
              <a:buNone/>
            </a:pPr>
            <a:r>
              <a:rPr lang="en-US" sz="650" b="0" noProof="0">
                <a:solidFill>
                  <a:schemeClr val="bg1"/>
                </a:solidFill>
                <a:latin typeface="+mn-lt"/>
              </a:rPr>
              <a:t>Copyright © 2019 Deloitte Development LLC. All rights reserved.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672FC1-2A7C-42FE-B0E7-B8E1F68064D2}"/>
              </a:ext>
            </a:extLst>
          </p:cNvPr>
          <p:cNvSpPr txBox="1"/>
          <p:nvPr userDrawn="1"/>
        </p:nvSpPr>
        <p:spPr>
          <a:xfrm>
            <a:off x="11410953" y="6477000"/>
            <a:ext cx="307975" cy="1000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800"/>
              </a:spcBef>
              <a:buSzPct val="100000"/>
              <a:buFont typeface="Arial"/>
              <a:buNone/>
            </a:pPr>
            <a:fld id="{C58DF478-B544-4ED8-9ED4-6A2648E2D233}" type="slidenum">
              <a:rPr lang="en-US" sz="650" noProof="0" smtClean="0">
                <a:solidFill>
                  <a:schemeClr val="bg1"/>
                </a:solidFill>
              </a:rPr>
              <a:pPr marL="0" indent="0" algn="r">
                <a:spcBef>
                  <a:spcPts val="800"/>
                </a:spcBef>
                <a:buSzPct val="100000"/>
                <a:buFont typeface="Arial"/>
                <a:buNone/>
              </a:pPr>
              <a:t>‹#›</a:t>
            </a:fld>
            <a:endParaRPr lang="en-US" sz="650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8567645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statement teal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480484" y="1590675"/>
            <a:ext cx="9029604" cy="4708525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Bef>
                <a:spcPts val="4800"/>
              </a:spcBef>
              <a:defRPr sz="2800">
                <a:solidFill>
                  <a:schemeClr val="bg1"/>
                </a:solidFill>
              </a:defRPr>
            </a:lvl1pPr>
            <a:lvl2pPr marL="609585" indent="-609585">
              <a:defRPr sz="4000">
                <a:solidFill>
                  <a:schemeClr val="bg2"/>
                </a:solidFill>
              </a:defRPr>
            </a:lvl2pPr>
            <a:lvl3pPr>
              <a:defRPr sz="4000">
                <a:solidFill>
                  <a:schemeClr val="bg2"/>
                </a:solidFill>
              </a:defRPr>
            </a:lvl3pPr>
            <a:lvl4pPr>
              <a:defRPr sz="4000">
                <a:solidFill>
                  <a:schemeClr val="bg2"/>
                </a:solidFill>
              </a:defRPr>
            </a:lvl4pPr>
            <a:lvl5pPr>
              <a:defRPr sz="40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6" name="CaseCode">
            <a:extLst>
              <a:ext uri="{FF2B5EF4-FFF2-40B4-BE49-F238E27FC236}">
                <a16:creationId xmlns:a16="http://schemas.microsoft.com/office/drawing/2014/main" id="{79CFFB27-DC38-4F22-9FCB-C14E2BC292E3}"/>
              </a:ext>
            </a:extLst>
          </p:cNvPr>
          <p:cNvSpPr txBox="1"/>
          <p:nvPr userDrawn="1"/>
        </p:nvSpPr>
        <p:spPr>
          <a:xfrm>
            <a:off x="6336000" y="6476999"/>
            <a:ext cx="4896560" cy="1000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650" noProof="0">
                <a:solidFill>
                  <a:schemeClr val="bg1"/>
                </a:solidFill>
              </a:rPr>
              <a:t>SAP BTP | Overview of BTP Capabilities &amp; Use Cases</a:t>
            </a:r>
          </a:p>
        </p:txBody>
      </p:sp>
      <p:sp>
        <p:nvSpPr>
          <p:cNvPr id="7" name="Copyright">
            <a:extLst>
              <a:ext uri="{FF2B5EF4-FFF2-40B4-BE49-F238E27FC236}">
                <a16:creationId xmlns:a16="http://schemas.microsoft.com/office/drawing/2014/main" id="{087D3E6E-E52A-4AA0-8A4B-F5A642ED733E}"/>
              </a:ext>
            </a:extLst>
          </p:cNvPr>
          <p:cNvSpPr txBox="1"/>
          <p:nvPr userDrawn="1"/>
        </p:nvSpPr>
        <p:spPr>
          <a:xfrm>
            <a:off x="469900" y="6477000"/>
            <a:ext cx="5355167" cy="10002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 defTabSz="1219170" rtl="0" eaLnBrk="1" latinLnBrk="0" hangingPunct="1">
              <a:spcBef>
                <a:spcPts val="800"/>
              </a:spcBef>
              <a:buSzPct val="100000"/>
              <a:buFont typeface="Arial"/>
              <a:buNone/>
            </a:pPr>
            <a:r>
              <a:rPr lang="en-US" sz="650" b="0" noProof="0">
                <a:solidFill>
                  <a:schemeClr val="bg1"/>
                </a:solidFill>
                <a:latin typeface="+mn-lt"/>
              </a:rPr>
              <a:t>Copyright © 2019 Deloitte Development LLC. All rights reserved.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1582A3E-9D2A-4FEA-A54A-A082C5574BD2}"/>
              </a:ext>
            </a:extLst>
          </p:cNvPr>
          <p:cNvSpPr txBox="1"/>
          <p:nvPr userDrawn="1"/>
        </p:nvSpPr>
        <p:spPr>
          <a:xfrm>
            <a:off x="11410953" y="6477000"/>
            <a:ext cx="307975" cy="1000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800"/>
              </a:spcBef>
              <a:buSzPct val="100000"/>
              <a:buFont typeface="Arial"/>
              <a:buNone/>
            </a:pPr>
            <a:fld id="{C58DF478-B544-4ED8-9ED4-6A2648E2D233}" type="slidenum">
              <a:rPr lang="en-US" sz="650" noProof="0" smtClean="0">
                <a:solidFill>
                  <a:schemeClr val="bg1"/>
                </a:solidFill>
              </a:rPr>
              <a:pPr marL="0" indent="0" algn="r">
                <a:spcBef>
                  <a:spcPts val="800"/>
                </a:spcBef>
                <a:buSzPct val="100000"/>
                <a:buFont typeface="Arial"/>
                <a:buNone/>
              </a:pPr>
              <a:t>‹#›</a:t>
            </a:fld>
            <a:endParaRPr lang="en-US" sz="650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737543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statement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480484" y="1590675"/>
            <a:ext cx="9029604" cy="4708525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Bef>
                <a:spcPts val="4800"/>
              </a:spcBef>
              <a:defRPr sz="2800">
                <a:solidFill>
                  <a:schemeClr val="bg1"/>
                </a:solidFill>
              </a:defRPr>
            </a:lvl1pPr>
            <a:lvl2pPr marL="609585" indent="-609585">
              <a:defRPr sz="4000">
                <a:solidFill>
                  <a:schemeClr val="bg2"/>
                </a:solidFill>
              </a:defRPr>
            </a:lvl2pPr>
            <a:lvl3pPr>
              <a:defRPr sz="4000">
                <a:solidFill>
                  <a:schemeClr val="bg2"/>
                </a:solidFill>
              </a:defRPr>
            </a:lvl3pPr>
            <a:lvl4pPr>
              <a:defRPr sz="4000">
                <a:solidFill>
                  <a:schemeClr val="bg2"/>
                </a:solidFill>
              </a:defRPr>
            </a:lvl4pPr>
            <a:lvl5pPr>
              <a:defRPr sz="40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6" name="CaseCode">
            <a:extLst>
              <a:ext uri="{FF2B5EF4-FFF2-40B4-BE49-F238E27FC236}">
                <a16:creationId xmlns:a16="http://schemas.microsoft.com/office/drawing/2014/main" id="{20B14932-EB23-43AC-A539-6F4711C4067B}"/>
              </a:ext>
            </a:extLst>
          </p:cNvPr>
          <p:cNvSpPr txBox="1"/>
          <p:nvPr userDrawn="1"/>
        </p:nvSpPr>
        <p:spPr>
          <a:xfrm>
            <a:off x="6336000" y="6476999"/>
            <a:ext cx="4896560" cy="1000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650" noProof="0">
                <a:solidFill>
                  <a:schemeClr val="bg1"/>
                </a:solidFill>
              </a:rPr>
              <a:t>SAP BTP | Overview of BTP Capabilities &amp; Use Cases</a:t>
            </a:r>
          </a:p>
        </p:txBody>
      </p:sp>
      <p:sp>
        <p:nvSpPr>
          <p:cNvPr id="7" name="Copyright">
            <a:extLst>
              <a:ext uri="{FF2B5EF4-FFF2-40B4-BE49-F238E27FC236}">
                <a16:creationId xmlns:a16="http://schemas.microsoft.com/office/drawing/2014/main" id="{7E8B7BA2-762B-4C4A-A8B6-370F682AD329}"/>
              </a:ext>
            </a:extLst>
          </p:cNvPr>
          <p:cNvSpPr txBox="1"/>
          <p:nvPr userDrawn="1"/>
        </p:nvSpPr>
        <p:spPr>
          <a:xfrm>
            <a:off x="469900" y="6477000"/>
            <a:ext cx="5355167" cy="10002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 defTabSz="1219170" rtl="0" eaLnBrk="1" latinLnBrk="0" hangingPunct="1">
              <a:spcBef>
                <a:spcPts val="800"/>
              </a:spcBef>
              <a:buSzPct val="100000"/>
              <a:buFont typeface="Arial"/>
              <a:buNone/>
            </a:pPr>
            <a:r>
              <a:rPr lang="en-US" sz="650" b="0" noProof="0">
                <a:solidFill>
                  <a:schemeClr val="bg1"/>
                </a:solidFill>
                <a:latin typeface="+mn-lt"/>
              </a:rPr>
              <a:t>Copyright © 2019 Deloitte Development LLC. All rights reserved.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60EEFD-A9B6-40AE-9F1A-6AA0E241A486}"/>
              </a:ext>
            </a:extLst>
          </p:cNvPr>
          <p:cNvSpPr txBox="1"/>
          <p:nvPr userDrawn="1"/>
        </p:nvSpPr>
        <p:spPr>
          <a:xfrm>
            <a:off x="11410953" y="6477000"/>
            <a:ext cx="307975" cy="1000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800"/>
              </a:spcBef>
              <a:buSzPct val="100000"/>
              <a:buFont typeface="Arial"/>
              <a:buNone/>
            </a:pPr>
            <a:fld id="{C58DF478-B544-4ED8-9ED4-6A2648E2D233}" type="slidenum">
              <a:rPr lang="en-US" sz="650" noProof="0" smtClean="0">
                <a:solidFill>
                  <a:schemeClr val="bg1"/>
                </a:solidFill>
              </a:rPr>
              <a:pPr marL="0" indent="0" algn="r">
                <a:spcBef>
                  <a:spcPts val="800"/>
                </a:spcBef>
                <a:buSzPct val="100000"/>
                <a:buFont typeface="Arial"/>
                <a:buNone/>
              </a:pPr>
              <a:t>‹#›</a:t>
            </a:fld>
            <a:endParaRPr lang="en-US" sz="650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2486704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atement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469900" y="1590675"/>
            <a:ext cx="9029604" cy="4708525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Bef>
                <a:spcPts val="4800"/>
              </a:spcBef>
              <a:defRPr sz="2800">
                <a:solidFill>
                  <a:schemeClr val="tx1"/>
                </a:solidFill>
              </a:defRPr>
            </a:lvl1pPr>
            <a:lvl2pPr marL="609585" indent="-609585">
              <a:defRPr sz="4000">
                <a:solidFill>
                  <a:schemeClr val="bg2"/>
                </a:solidFill>
              </a:defRPr>
            </a:lvl2pPr>
            <a:lvl3pPr>
              <a:defRPr sz="4000">
                <a:solidFill>
                  <a:schemeClr val="bg2"/>
                </a:solidFill>
              </a:defRPr>
            </a:lvl3pPr>
            <a:lvl4pPr>
              <a:defRPr sz="4000">
                <a:solidFill>
                  <a:schemeClr val="bg2"/>
                </a:solidFill>
              </a:defRPr>
            </a:lvl4pPr>
            <a:lvl5pPr>
              <a:defRPr sz="40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1022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469900" y="1665291"/>
            <a:ext cx="9348787" cy="4633910"/>
          </a:xfrm>
          <a:prstGeom prst="rect">
            <a:avLst/>
          </a:prstGeom>
        </p:spPr>
        <p:txBody>
          <a:bodyPr/>
          <a:lstStyle>
            <a:lvl1pPr>
              <a:tabLst>
                <a:tab pos="8972326" algn="r"/>
              </a:tabLst>
              <a:defRPr/>
            </a:lvl1pPr>
            <a:lvl2pPr>
              <a:tabLst>
                <a:tab pos="8972326" algn="r"/>
              </a:tabLst>
              <a:defRPr/>
            </a:lvl2pPr>
            <a:lvl3pPr>
              <a:tabLst>
                <a:tab pos="8972326" algn="r"/>
              </a:tabLst>
              <a:defRPr/>
            </a:lvl3pPr>
            <a:lvl4pPr>
              <a:tabLst>
                <a:tab pos="8972326" algn="r"/>
              </a:tabLst>
              <a:defRPr/>
            </a:lvl4pPr>
            <a:lvl5pPr>
              <a:tabLst>
                <a:tab pos="6705432" algn="r"/>
              </a:tabLst>
              <a:defRPr baseline="0"/>
            </a:lvl5pPr>
            <a:lvl6pPr>
              <a:tabLst>
                <a:tab pos="8972326" algn="r"/>
              </a:tabLst>
              <a:defRPr/>
            </a:lvl6pPr>
            <a:lvl7pPr>
              <a:tabLst>
                <a:tab pos="8972326" algn="r"/>
              </a:tabLst>
              <a:defRPr/>
            </a:lvl7pPr>
            <a:lvl8pPr>
              <a:tabLst>
                <a:tab pos="8972326" algn="r"/>
              </a:tabLst>
              <a:defRPr/>
            </a:lvl8pPr>
            <a:lvl9pPr>
              <a:tabLst>
                <a:tab pos="8972326" algn="r"/>
              </a:tabLst>
              <a:defRPr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6510875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9"/>
          <p:cNvSpPr>
            <a:spLocks noGrp="1"/>
          </p:cNvSpPr>
          <p:nvPr>
            <p:ph type="pic" sz="quarter" idx="15"/>
          </p:nvPr>
        </p:nvSpPr>
        <p:spPr>
          <a:xfrm>
            <a:off x="5604867" y="1700213"/>
            <a:ext cx="6117233" cy="4598988"/>
          </a:xfrm>
        </p:spPr>
        <p:txBody>
          <a:bodyPr/>
          <a:lstStyle/>
          <a:p>
            <a:r>
              <a:rPr lang="en-US" noProof="0"/>
              <a:t>Click icon to add picture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quarter" idx="10"/>
          </p:nvPr>
        </p:nvSpPr>
        <p:spPr>
          <a:xfrm>
            <a:off x="469900" y="1665290"/>
            <a:ext cx="4333663" cy="4633911"/>
          </a:xfrm>
          <a:prstGeom prst="rect">
            <a:avLst/>
          </a:prstGeom>
        </p:spPr>
        <p:txBody>
          <a:bodyPr/>
          <a:lstStyle>
            <a:lvl1pPr>
              <a:tabLst>
                <a:tab pos="6705432" algn="r"/>
              </a:tabLst>
              <a:defRPr/>
            </a:lvl1pPr>
            <a:lvl2pPr>
              <a:tabLst>
                <a:tab pos="6705432" algn="r"/>
              </a:tabLst>
              <a:defRPr/>
            </a:lvl2pPr>
            <a:lvl3pPr>
              <a:tabLst>
                <a:tab pos="6705432" algn="r"/>
              </a:tabLst>
              <a:defRPr/>
            </a:lvl3pPr>
            <a:lvl4pPr>
              <a:tabLst>
                <a:tab pos="6705432" algn="r"/>
              </a:tabLst>
              <a:defRPr/>
            </a:lvl4pPr>
            <a:lvl5pPr>
              <a:tabLst>
                <a:tab pos="6705432" algn="r"/>
              </a:tabLst>
              <a:defRPr baseline="0"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63979046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1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8"/>
          <p:cNvSpPr>
            <a:spLocks noGrp="1"/>
          </p:cNvSpPr>
          <p:nvPr>
            <p:ph idx="1"/>
          </p:nvPr>
        </p:nvSpPr>
        <p:spPr>
          <a:xfrm>
            <a:off x="469900" y="1665290"/>
            <a:ext cx="11252200" cy="463391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81091110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&amp; 1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14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8" name="Text Placeholder 18"/>
          <p:cNvSpPr>
            <a:spLocks noGrp="1"/>
          </p:cNvSpPr>
          <p:nvPr>
            <p:ph idx="1"/>
          </p:nvPr>
        </p:nvSpPr>
        <p:spPr>
          <a:xfrm>
            <a:off x="469900" y="1665818"/>
            <a:ext cx="11252200" cy="463338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>
              <a:buFontTx/>
              <a:buNone/>
              <a:defRPr/>
            </a:lvl1pPr>
            <a:lvl2pPr marL="127000" indent="-127000" algn="l"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279400" indent="-127000" algn="l"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31800" indent="-127000" algn="l"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584200" indent="-127000" algn="l">
              <a:buClrTx/>
              <a:buSzPct val="100000"/>
              <a:buFont typeface="Arial" panose="020B0604020202020204" pitchFamily="34" charset="0"/>
              <a:buChar char="−"/>
              <a:defRPr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72647120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&amp; 1 column -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18"/>
          <p:cNvSpPr>
            <a:spLocks noGrp="1"/>
          </p:cNvSpPr>
          <p:nvPr>
            <p:ph idx="1"/>
          </p:nvPr>
        </p:nvSpPr>
        <p:spPr>
          <a:xfrm>
            <a:off x="469900" y="1676402"/>
            <a:ext cx="11252200" cy="462279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2778938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&amp;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hart Placeholder 3"/>
          <p:cNvSpPr>
            <a:spLocks noGrp="1"/>
          </p:cNvSpPr>
          <p:nvPr>
            <p:ph type="chart" sz="quarter" idx="15"/>
          </p:nvPr>
        </p:nvSpPr>
        <p:spPr>
          <a:xfrm>
            <a:off x="468000" y="2054581"/>
            <a:ext cx="11252200" cy="3928209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chart</a:t>
            </a:r>
          </a:p>
        </p:txBody>
      </p:sp>
      <p:sp>
        <p:nvSpPr>
          <p:cNvPr id="18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468000" y="1659816"/>
            <a:ext cx="11252200" cy="357187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7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29702940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hart Placeholder 3"/>
          <p:cNvSpPr>
            <a:spLocks noGrp="1"/>
          </p:cNvSpPr>
          <p:nvPr>
            <p:ph type="chart" sz="quarter" idx="15"/>
          </p:nvPr>
        </p:nvSpPr>
        <p:spPr>
          <a:xfrm>
            <a:off x="468000" y="2051999"/>
            <a:ext cx="3600000" cy="3930791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chart</a:t>
            </a:r>
          </a:p>
        </p:txBody>
      </p:sp>
      <p:sp>
        <p:nvSpPr>
          <p:cNvPr id="18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468000" y="1665289"/>
            <a:ext cx="3600000" cy="392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7" name="Chart Placeholder 3"/>
          <p:cNvSpPr>
            <a:spLocks noGrp="1"/>
          </p:cNvSpPr>
          <p:nvPr>
            <p:ph type="chart" sz="quarter" idx="19"/>
          </p:nvPr>
        </p:nvSpPr>
        <p:spPr>
          <a:xfrm>
            <a:off x="4296000" y="2051998"/>
            <a:ext cx="3600000" cy="3930791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chart</a:t>
            </a:r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20"/>
          </p:nvPr>
        </p:nvSpPr>
        <p:spPr>
          <a:xfrm>
            <a:off x="4296003" y="1665288"/>
            <a:ext cx="3600000" cy="392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9" name="Chart Placeholder 3"/>
          <p:cNvSpPr>
            <a:spLocks noGrp="1"/>
          </p:cNvSpPr>
          <p:nvPr>
            <p:ph type="chart" sz="quarter" idx="21"/>
          </p:nvPr>
        </p:nvSpPr>
        <p:spPr>
          <a:xfrm>
            <a:off x="8086960" y="2051999"/>
            <a:ext cx="3600000" cy="3930791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chart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22"/>
          </p:nvPr>
        </p:nvSpPr>
        <p:spPr>
          <a:xfrm>
            <a:off x="8086959" y="1659145"/>
            <a:ext cx="3600000" cy="398256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14" name="Title Placeholder 1"/>
          <p:cNvSpPr>
            <a:spLocks noGrp="1"/>
          </p:cNvSpPr>
          <p:nvPr>
            <p:ph type="title"/>
          </p:nvPr>
        </p:nvSpPr>
        <p:spPr>
          <a:xfrm>
            <a:off x="469900" y="402586"/>
            <a:ext cx="11252200" cy="3341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15081642"/>
      </p:ext>
    </p:extLst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 of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3"/>
          <p:cNvSpPr>
            <a:spLocks noGrp="1"/>
          </p:cNvSpPr>
          <p:nvPr>
            <p:ph sz="quarter" idx="10"/>
          </p:nvPr>
        </p:nvSpPr>
        <p:spPr>
          <a:xfrm>
            <a:off x="468000" y="1665288"/>
            <a:ext cx="5328000" cy="4622507"/>
          </a:xfrm>
          <a:prstGeom prst="rect">
            <a:avLst/>
          </a:prstGeom>
        </p:spPr>
        <p:txBody>
          <a:bodyPr/>
          <a:lstStyle>
            <a:lvl1pPr>
              <a:tabLst>
                <a:tab pos="6705432" algn="r"/>
              </a:tabLst>
              <a:defRPr/>
            </a:lvl1pPr>
            <a:lvl2pPr>
              <a:tabLst>
                <a:tab pos="6705432" algn="r"/>
              </a:tabLst>
              <a:defRPr/>
            </a:lvl2pPr>
            <a:lvl3pPr>
              <a:tabLst>
                <a:tab pos="6705432" algn="r"/>
              </a:tabLst>
              <a:defRPr/>
            </a:lvl3pPr>
            <a:lvl4pPr>
              <a:tabLst>
                <a:tab pos="6705432" algn="r"/>
              </a:tabLst>
              <a:defRPr/>
            </a:lvl4pPr>
            <a:lvl5pPr>
              <a:tabLst>
                <a:tab pos="6705432" algn="r"/>
              </a:tabLst>
              <a:defRPr baseline="0"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quarter" idx="20"/>
          </p:nvPr>
        </p:nvSpPr>
        <p:spPr>
          <a:xfrm>
            <a:off x="6394100" y="1656000"/>
            <a:ext cx="5328000" cy="4631795"/>
          </a:xfrm>
          <a:prstGeom prst="rect">
            <a:avLst/>
          </a:prstGeom>
        </p:spPr>
        <p:txBody>
          <a:bodyPr/>
          <a:lstStyle>
            <a:lvl1pPr>
              <a:tabLst>
                <a:tab pos="6705432" algn="r"/>
              </a:tabLst>
              <a:defRPr/>
            </a:lvl1pPr>
            <a:lvl2pPr>
              <a:tabLst>
                <a:tab pos="6705432" algn="r"/>
              </a:tabLst>
              <a:defRPr/>
            </a:lvl2pPr>
            <a:lvl3pPr>
              <a:tabLst>
                <a:tab pos="6705432" algn="r"/>
              </a:tabLst>
              <a:defRPr/>
            </a:lvl3pPr>
            <a:lvl4pPr>
              <a:tabLst>
                <a:tab pos="6705432" algn="r"/>
              </a:tabLst>
              <a:defRPr/>
            </a:lvl4pPr>
            <a:lvl5pPr>
              <a:tabLst>
                <a:tab pos="6705432" algn="r"/>
              </a:tabLst>
              <a:defRPr baseline="0"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42891208"/>
      </p:ext>
    </p:extLst>
  </p:cSld>
  <p:clrMapOvr>
    <a:masterClrMapping/>
  </p:clrMapOvr>
  <p:transition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3"/>
          <p:cNvSpPr>
            <a:spLocks noGrp="1"/>
          </p:cNvSpPr>
          <p:nvPr>
            <p:ph sz="quarter" idx="10"/>
          </p:nvPr>
        </p:nvSpPr>
        <p:spPr>
          <a:xfrm>
            <a:off x="469900" y="1665289"/>
            <a:ext cx="4431857" cy="4633913"/>
          </a:xfrm>
          <a:prstGeom prst="rect">
            <a:avLst/>
          </a:prstGeom>
        </p:spPr>
        <p:txBody>
          <a:bodyPr/>
          <a:lstStyle>
            <a:lvl1pPr>
              <a:tabLst>
                <a:tab pos="6705432" algn="r"/>
              </a:tabLst>
              <a:defRPr/>
            </a:lvl1pPr>
            <a:lvl2pPr>
              <a:tabLst>
                <a:tab pos="6705432" algn="r"/>
              </a:tabLst>
              <a:defRPr/>
            </a:lvl2pPr>
            <a:lvl3pPr>
              <a:tabLst>
                <a:tab pos="6705432" algn="r"/>
              </a:tabLst>
              <a:defRPr/>
            </a:lvl3pPr>
            <a:lvl4pPr>
              <a:tabLst>
                <a:tab pos="6705432" algn="r"/>
              </a:tabLst>
              <a:defRPr/>
            </a:lvl4pPr>
            <a:lvl5pPr>
              <a:tabLst>
                <a:tab pos="6705432" algn="r"/>
              </a:tabLst>
              <a:defRPr baseline="0"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quarter" idx="16"/>
          </p:nvPr>
        </p:nvSpPr>
        <p:spPr>
          <a:xfrm>
            <a:off x="5482100" y="1700213"/>
            <a:ext cx="6240000" cy="4598989"/>
          </a:xfrm>
          <a:prstGeom prst="rect">
            <a:avLst/>
          </a:prstGeom>
        </p:spPr>
        <p:txBody>
          <a:bodyPr/>
          <a:lstStyle>
            <a:lvl1pPr>
              <a:tabLst>
                <a:tab pos="6705432" algn="r"/>
              </a:tabLst>
              <a:defRPr/>
            </a:lvl1pPr>
            <a:lvl2pPr>
              <a:tabLst>
                <a:tab pos="6705432" algn="r"/>
              </a:tabLst>
              <a:defRPr/>
            </a:lvl2pPr>
            <a:lvl3pPr>
              <a:tabLst>
                <a:tab pos="6705432" algn="r"/>
              </a:tabLst>
              <a:defRPr/>
            </a:lvl3pPr>
            <a:lvl4pPr>
              <a:tabLst>
                <a:tab pos="6705432" algn="r"/>
              </a:tabLst>
              <a:defRPr/>
            </a:lvl4pPr>
            <a:lvl5pPr>
              <a:tabLst>
                <a:tab pos="6705432" algn="r"/>
              </a:tabLst>
              <a:defRPr baseline="0"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11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90274777"/>
      </p:ext>
    </p:extLst>
  </p:cSld>
  <p:clrMapOvr>
    <a:masterClrMapping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 -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3"/>
          <p:cNvSpPr>
            <a:spLocks noGrp="1"/>
          </p:cNvSpPr>
          <p:nvPr>
            <p:ph sz="quarter" idx="10"/>
          </p:nvPr>
        </p:nvSpPr>
        <p:spPr>
          <a:xfrm>
            <a:off x="469900" y="1665288"/>
            <a:ext cx="5328000" cy="4633912"/>
          </a:xfrm>
          <a:prstGeom prst="rect">
            <a:avLst/>
          </a:prstGeom>
        </p:spPr>
        <p:txBody>
          <a:bodyPr>
            <a:noAutofit/>
          </a:bodyPr>
          <a:lstStyle>
            <a:lvl1pPr>
              <a:tabLst>
                <a:tab pos="6705432" algn="r"/>
              </a:tabLst>
              <a:defRPr sz="1600"/>
            </a:lvl1pPr>
            <a:lvl2pPr>
              <a:tabLst>
                <a:tab pos="6705432" algn="r"/>
              </a:tabLst>
              <a:defRPr sz="1600"/>
            </a:lvl2pPr>
            <a:lvl3pPr>
              <a:tabLst>
                <a:tab pos="6705432" algn="r"/>
              </a:tabLst>
              <a:defRPr sz="1600"/>
            </a:lvl3pPr>
            <a:lvl4pPr>
              <a:tabLst>
                <a:tab pos="6705432" algn="r"/>
              </a:tabLst>
              <a:defRPr sz="1600"/>
            </a:lvl4pPr>
            <a:lvl5pPr>
              <a:tabLst>
                <a:tab pos="6705432" algn="r"/>
              </a:tabLst>
              <a:defRPr sz="1000" baseline="0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Content Placeholder 3"/>
          <p:cNvSpPr>
            <a:spLocks noGrp="1"/>
          </p:cNvSpPr>
          <p:nvPr>
            <p:ph sz="quarter" idx="20"/>
          </p:nvPr>
        </p:nvSpPr>
        <p:spPr>
          <a:xfrm>
            <a:off x="6394100" y="1665288"/>
            <a:ext cx="5328000" cy="4633912"/>
          </a:xfrm>
          <a:prstGeom prst="rect">
            <a:avLst/>
          </a:prstGeom>
        </p:spPr>
        <p:txBody>
          <a:bodyPr>
            <a:noAutofit/>
          </a:bodyPr>
          <a:lstStyle>
            <a:lvl1pPr>
              <a:tabLst>
                <a:tab pos="6705432" algn="r"/>
              </a:tabLst>
              <a:defRPr sz="1600"/>
            </a:lvl1pPr>
            <a:lvl2pPr>
              <a:tabLst>
                <a:tab pos="6705432" algn="r"/>
              </a:tabLst>
              <a:defRPr sz="1600"/>
            </a:lvl2pPr>
            <a:lvl3pPr>
              <a:tabLst>
                <a:tab pos="6705432" algn="r"/>
              </a:tabLst>
              <a:defRPr sz="1600"/>
            </a:lvl3pPr>
            <a:lvl4pPr>
              <a:tabLst>
                <a:tab pos="6705432" algn="r"/>
              </a:tabLst>
              <a:defRPr sz="1600"/>
            </a:lvl4pPr>
            <a:lvl5pPr>
              <a:tabLst>
                <a:tab pos="6705432" algn="r"/>
              </a:tabLst>
              <a:defRPr sz="1000" baseline="0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31036312"/>
      </p:ext>
    </p:extLst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3"/>
          <p:cNvSpPr>
            <a:spLocks noGrp="1"/>
          </p:cNvSpPr>
          <p:nvPr>
            <p:ph sz="quarter" idx="10"/>
          </p:nvPr>
        </p:nvSpPr>
        <p:spPr>
          <a:xfrm>
            <a:off x="469900" y="1665288"/>
            <a:ext cx="5480400" cy="4317502"/>
          </a:xfrm>
          <a:prstGeom prst="rect">
            <a:avLst/>
          </a:prstGeom>
        </p:spPr>
        <p:txBody>
          <a:bodyPr>
            <a:noAutofit/>
          </a:bodyPr>
          <a:lstStyle>
            <a:lvl1pPr>
              <a:tabLst>
                <a:tab pos="6705432" algn="r"/>
              </a:tabLst>
              <a:defRPr/>
            </a:lvl1pPr>
            <a:lvl2pPr>
              <a:tabLst>
                <a:tab pos="6705432" algn="r"/>
              </a:tabLst>
              <a:defRPr/>
            </a:lvl2pPr>
            <a:lvl3pPr>
              <a:tabLst>
                <a:tab pos="6705432" algn="r"/>
              </a:tabLst>
              <a:defRPr/>
            </a:lvl3pPr>
            <a:lvl4pPr>
              <a:tabLst>
                <a:tab pos="6705432" algn="r"/>
              </a:tabLst>
              <a:defRPr/>
            </a:lvl4pPr>
            <a:lvl5pPr>
              <a:tabLst>
                <a:tab pos="6705432" algn="r"/>
              </a:tabLst>
              <a:defRPr baseline="0"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sz="quarter" idx="21"/>
          </p:nvPr>
        </p:nvSpPr>
        <p:spPr>
          <a:xfrm>
            <a:off x="6239584" y="2125013"/>
            <a:ext cx="5482516" cy="3857777"/>
          </a:xfrm>
        </p:spPr>
        <p:txBody>
          <a:bodyPr>
            <a:noAutofit/>
          </a:bodyPr>
          <a:lstStyle/>
          <a:p>
            <a:r>
              <a:rPr lang="en-US" noProof="0"/>
              <a:t>Click icon to add chart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22"/>
          </p:nvPr>
        </p:nvSpPr>
        <p:spPr>
          <a:xfrm>
            <a:off x="6239584" y="1655763"/>
            <a:ext cx="5482516" cy="420687"/>
          </a:xfrm>
        </p:spPr>
        <p:txBody>
          <a:bodyPr>
            <a:noAutofit/>
          </a:bodyPr>
          <a:lstStyle/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14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79466235"/>
      </p:ext>
    </p:extLst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art Placeholder 2"/>
          <p:cNvSpPr>
            <a:spLocks noGrp="1"/>
          </p:cNvSpPr>
          <p:nvPr>
            <p:ph type="chart" sz="quarter" idx="21"/>
          </p:nvPr>
        </p:nvSpPr>
        <p:spPr>
          <a:xfrm>
            <a:off x="6239584" y="2125013"/>
            <a:ext cx="5482516" cy="3857777"/>
          </a:xfrm>
        </p:spPr>
        <p:txBody>
          <a:bodyPr>
            <a:noAutofit/>
          </a:bodyPr>
          <a:lstStyle/>
          <a:p>
            <a:r>
              <a:rPr lang="en-US" noProof="0"/>
              <a:t>Click icon to add chart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22"/>
          </p:nvPr>
        </p:nvSpPr>
        <p:spPr>
          <a:xfrm>
            <a:off x="6239585" y="1654028"/>
            <a:ext cx="5482516" cy="420687"/>
          </a:xfrm>
        </p:spPr>
        <p:txBody>
          <a:bodyPr>
            <a:noAutofit/>
          </a:bodyPr>
          <a:lstStyle/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9" name="Chart Placeholder 2"/>
          <p:cNvSpPr>
            <a:spLocks noGrp="1"/>
          </p:cNvSpPr>
          <p:nvPr>
            <p:ph type="chart" sz="quarter" idx="24"/>
          </p:nvPr>
        </p:nvSpPr>
        <p:spPr>
          <a:xfrm>
            <a:off x="469900" y="2125013"/>
            <a:ext cx="5482517" cy="3857777"/>
          </a:xfrm>
        </p:spPr>
        <p:txBody>
          <a:bodyPr>
            <a:noAutofit/>
          </a:bodyPr>
          <a:lstStyle/>
          <a:p>
            <a:r>
              <a:rPr lang="en-US" noProof="0"/>
              <a:t>Click icon to add chart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25"/>
          </p:nvPr>
        </p:nvSpPr>
        <p:spPr>
          <a:xfrm>
            <a:off x="469898" y="1665288"/>
            <a:ext cx="5482517" cy="409427"/>
          </a:xfrm>
        </p:spPr>
        <p:txBody>
          <a:bodyPr>
            <a:noAutofit/>
          </a:bodyPr>
          <a:lstStyle/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6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17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00285679"/>
      </p:ext>
    </p:extLst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ntent with quot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3"/>
          <p:cNvSpPr>
            <a:spLocks noGrp="1"/>
          </p:cNvSpPr>
          <p:nvPr>
            <p:ph sz="quarter" idx="10"/>
          </p:nvPr>
        </p:nvSpPr>
        <p:spPr>
          <a:xfrm>
            <a:off x="7455116" y="1626099"/>
            <a:ext cx="4266983" cy="4673101"/>
          </a:xfrm>
          <a:prstGeom prst="rect">
            <a:avLst/>
          </a:prstGeom>
        </p:spPr>
        <p:txBody>
          <a:bodyPr>
            <a:noAutofit/>
          </a:bodyPr>
          <a:lstStyle>
            <a:lvl1pPr>
              <a:tabLst>
                <a:tab pos="6705432" algn="r"/>
              </a:tabLst>
              <a:defRPr sz="2400">
                <a:solidFill>
                  <a:schemeClr val="accent3"/>
                </a:solidFill>
              </a:defRPr>
            </a:lvl1pPr>
            <a:lvl2pPr>
              <a:tabLst>
                <a:tab pos="6705432" algn="r"/>
              </a:tabLst>
              <a:defRPr/>
            </a:lvl2pPr>
            <a:lvl3pPr>
              <a:tabLst>
                <a:tab pos="6705432" algn="r"/>
              </a:tabLst>
              <a:defRPr/>
            </a:lvl3pPr>
            <a:lvl4pPr>
              <a:tabLst>
                <a:tab pos="6705432" algn="r"/>
              </a:tabLst>
              <a:defRPr/>
            </a:lvl4pPr>
            <a:lvl5pPr>
              <a:tabLst>
                <a:tab pos="6705432" algn="r"/>
              </a:tabLst>
              <a:defRPr baseline="0"/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quarter" idx="16"/>
          </p:nvPr>
        </p:nvSpPr>
        <p:spPr>
          <a:xfrm>
            <a:off x="469900" y="1665288"/>
            <a:ext cx="6660866" cy="4633913"/>
          </a:xfrm>
          <a:prstGeom prst="rect">
            <a:avLst/>
          </a:prstGeom>
        </p:spPr>
        <p:txBody>
          <a:bodyPr>
            <a:noAutofit/>
          </a:bodyPr>
          <a:lstStyle>
            <a:lvl1pPr>
              <a:tabLst>
                <a:tab pos="6705432" algn="r"/>
              </a:tabLst>
              <a:defRPr/>
            </a:lvl1pPr>
            <a:lvl2pPr>
              <a:tabLst>
                <a:tab pos="6705432" algn="r"/>
              </a:tabLst>
              <a:defRPr/>
            </a:lvl2pPr>
            <a:lvl3pPr>
              <a:tabLst>
                <a:tab pos="6705432" algn="r"/>
              </a:tabLst>
              <a:defRPr/>
            </a:lvl3pPr>
            <a:lvl4pPr>
              <a:tabLst>
                <a:tab pos="6705432" algn="r"/>
              </a:tabLst>
              <a:defRPr/>
            </a:lvl4pPr>
            <a:lvl5pPr>
              <a:tabLst>
                <a:tab pos="6705432" algn="r"/>
              </a:tabLst>
              <a:defRPr baseline="0"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11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80198571"/>
      </p:ext>
    </p:extLst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profi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488742" y="1700213"/>
            <a:ext cx="2664000" cy="1260000"/>
          </a:xfrm>
        </p:spPr>
        <p:txBody>
          <a:bodyPr lIns="0" tIns="0" rIns="0" bIns="0">
            <a:noAutofit/>
          </a:bodyPr>
          <a:lstStyle/>
          <a:p>
            <a:r>
              <a:rPr lang="en-US" noProof="0"/>
              <a:t>Click icon to add picture</a:t>
            </a:r>
          </a:p>
        </p:txBody>
      </p:sp>
      <p:sp>
        <p:nvSpPr>
          <p:cNvPr id="5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3341040" y="1700212"/>
            <a:ext cx="2664000" cy="1260000"/>
          </a:xfrm>
        </p:spPr>
        <p:txBody>
          <a:bodyPr lIns="0" tIns="0" rIns="0" bIns="0">
            <a:noAutofit/>
          </a:bodyPr>
          <a:lstStyle/>
          <a:p>
            <a:r>
              <a:rPr lang="en-US" noProof="0"/>
              <a:t>Click icon to add picture</a:t>
            </a:r>
          </a:p>
        </p:txBody>
      </p:sp>
      <p:sp>
        <p:nvSpPr>
          <p:cNvPr id="6" name="Picture Placeholder 6"/>
          <p:cNvSpPr>
            <a:spLocks noGrp="1"/>
          </p:cNvSpPr>
          <p:nvPr>
            <p:ph type="pic" sz="quarter" idx="15"/>
          </p:nvPr>
        </p:nvSpPr>
        <p:spPr>
          <a:xfrm>
            <a:off x="6193338" y="1700212"/>
            <a:ext cx="2664000" cy="1260000"/>
          </a:xfrm>
        </p:spPr>
        <p:txBody>
          <a:bodyPr lIns="0" tIns="0" rIns="0" bIns="0">
            <a:noAutofit/>
          </a:bodyPr>
          <a:lstStyle/>
          <a:p>
            <a:r>
              <a:rPr lang="en-US" noProof="0"/>
              <a:t>Click icon to add picture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9045636" y="1700212"/>
            <a:ext cx="2664000" cy="1260000"/>
          </a:xfrm>
        </p:spPr>
        <p:txBody>
          <a:bodyPr lIns="0" tIns="0" rIns="0" bIns="0">
            <a:noAutofit/>
          </a:bodyPr>
          <a:lstStyle/>
          <a:p>
            <a:r>
              <a:rPr lang="en-US" noProof="0"/>
              <a:t>Click icon to add picture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7"/>
          </p:nvPr>
        </p:nvSpPr>
        <p:spPr>
          <a:xfrm>
            <a:off x="482363" y="3076573"/>
            <a:ext cx="2640000" cy="3222628"/>
          </a:xfrm>
        </p:spPr>
        <p:txBody>
          <a:bodyPr/>
          <a:lstStyle>
            <a:lvl1pPr marL="0" indent="0">
              <a:defRPr b="1">
                <a:solidFill>
                  <a:schemeClr val="tx1"/>
                </a:solidFill>
              </a:defRPr>
            </a:lvl1pPr>
            <a:lvl2pPr marL="127000" indent="-1270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279400" indent="-1270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tx1"/>
                </a:solidFill>
              </a:defRPr>
            </a:lvl3pPr>
            <a:lvl4pPr marL="431800" indent="-1270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◦"/>
              <a:defRPr>
                <a:solidFill>
                  <a:schemeClr val="tx1"/>
                </a:solidFill>
              </a:defRPr>
            </a:lvl4pPr>
            <a:lvl5pPr marL="584200" indent="-1270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 baseline="0">
                <a:solidFill>
                  <a:schemeClr val="tx1"/>
                </a:solidFill>
              </a:defRPr>
            </a:lvl5pPr>
            <a:lvl6pPr marL="475188" indent="-235194">
              <a:spcAft>
                <a:spcPts val="0"/>
              </a:spcAft>
              <a:buFont typeface="Verdana" panose="020B0604030504040204" pitchFamily="34" charset="0"/>
              <a:buChar char="−"/>
              <a:defRPr/>
            </a:lvl6pPr>
            <a:lvl7pPr marL="475188" indent="-235194">
              <a:spcAft>
                <a:spcPts val="0"/>
              </a:spcAft>
              <a:defRPr/>
            </a:lvl7pPr>
            <a:lvl8pPr marL="475188" indent="-235194">
              <a:spcAft>
                <a:spcPts val="0"/>
              </a:spcAft>
              <a:defRPr/>
            </a:lvl8pPr>
            <a:lvl9pPr marL="475188" indent="-235194">
              <a:spcAft>
                <a:spcPts val="0"/>
              </a:spcAft>
              <a:defRPr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6207211" y="3079742"/>
            <a:ext cx="2640000" cy="3222628"/>
          </a:xfrm>
        </p:spPr>
        <p:txBody>
          <a:bodyPr/>
          <a:lstStyle>
            <a:lvl1pPr marL="0" indent="0">
              <a:defRPr b="1">
                <a:solidFill>
                  <a:schemeClr val="tx1"/>
                </a:solidFill>
              </a:defRPr>
            </a:lvl1pPr>
            <a:lvl2pPr marL="127000" indent="-1270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279400" indent="-1270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tx1"/>
                </a:solidFill>
              </a:defRPr>
            </a:lvl3pPr>
            <a:lvl4pPr marL="431800" indent="-1270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◦"/>
              <a:defRPr>
                <a:solidFill>
                  <a:schemeClr val="tx1"/>
                </a:solidFill>
              </a:defRPr>
            </a:lvl4pPr>
            <a:lvl5pPr marL="584200" indent="-1270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 baseline="0">
                <a:solidFill>
                  <a:schemeClr val="tx1"/>
                </a:solidFill>
              </a:defRPr>
            </a:lvl5pPr>
            <a:lvl6pPr marL="475188" indent="-235194">
              <a:spcAft>
                <a:spcPts val="0"/>
              </a:spcAft>
              <a:buFont typeface="Verdana" panose="020B0604030504040204" pitchFamily="34" charset="0"/>
              <a:buChar char="−"/>
              <a:defRPr/>
            </a:lvl6pPr>
            <a:lvl7pPr marL="475188" indent="-235194">
              <a:spcAft>
                <a:spcPts val="0"/>
              </a:spcAft>
              <a:defRPr/>
            </a:lvl7pPr>
            <a:lvl8pPr marL="475188" indent="-235194">
              <a:spcAft>
                <a:spcPts val="0"/>
              </a:spcAft>
              <a:defRPr/>
            </a:lvl8pPr>
            <a:lvl9pPr marL="475188" indent="-235194">
              <a:spcAft>
                <a:spcPts val="0"/>
              </a:spcAft>
              <a:defRPr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9"/>
          </p:nvPr>
        </p:nvSpPr>
        <p:spPr>
          <a:xfrm>
            <a:off x="3344787" y="3076573"/>
            <a:ext cx="2640000" cy="3222628"/>
          </a:xfrm>
        </p:spPr>
        <p:txBody>
          <a:bodyPr/>
          <a:lstStyle>
            <a:lvl1pPr marL="0" indent="0">
              <a:defRPr b="1">
                <a:solidFill>
                  <a:schemeClr val="tx1"/>
                </a:solidFill>
              </a:defRPr>
            </a:lvl1pPr>
            <a:lvl2pPr marL="127000" indent="-1270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279400" indent="-1270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tx1"/>
                </a:solidFill>
              </a:defRPr>
            </a:lvl3pPr>
            <a:lvl4pPr marL="431800" indent="-1270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◦"/>
              <a:defRPr>
                <a:solidFill>
                  <a:schemeClr val="tx1"/>
                </a:solidFill>
              </a:defRPr>
            </a:lvl4pPr>
            <a:lvl5pPr marL="584200" indent="-1270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 baseline="0">
                <a:solidFill>
                  <a:schemeClr val="tx1"/>
                </a:solidFill>
              </a:defRPr>
            </a:lvl5pPr>
            <a:lvl6pPr marL="475188" indent="-235194">
              <a:spcAft>
                <a:spcPts val="0"/>
              </a:spcAft>
              <a:buFont typeface="Verdana" panose="020B0604030504040204" pitchFamily="34" charset="0"/>
              <a:buChar char="−"/>
              <a:defRPr/>
            </a:lvl6pPr>
            <a:lvl7pPr marL="475188" indent="-235194">
              <a:spcAft>
                <a:spcPts val="0"/>
              </a:spcAft>
              <a:defRPr/>
            </a:lvl7pPr>
            <a:lvl8pPr marL="475188" indent="-235194">
              <a:spcAft>
                <a:spcPts val="0"/>
              </a:spcAft>
              <a:defRPr/>
            </a:lvl8pPr>
            <a:lvl9pPr marL="475188" indent="-235194">
              <a:spcAft>
                <a:spcPts val="0"/>
              </a:spcAft>
              <a:defRPr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20"/>
          </p:nvPr>
        </p:nvSpPr>
        <p:spPr>
          <a:xfrm>
            <a:off x="9069636" y="3079742"/>
            <a:ext cx="2640000" cy="3222628"/>
          </a:xfrm>
        </p:spPr>
        <p:txBody>
          <a:bodyPr/>
          <a:lstStyle>
            <a:lvl1pPr marL="0" indent="0">
              <a:defRPr b="1">
                <a:solidFill>
                  <a:schemeClr val="tx1"/>
                </a:solidFill>
              </a:defRPr>
            </a:lvl1pPr>
            <a:lvl2pPr marL="127000" indent="-1270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279400" indent="-1270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tx1"/>
                </a:solidFill>
              </a:defRPr>
            </a:lvl3pPr>
            <a:lvl4pPr marL="431800" indent="-1270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◦"/>
              <a:defRPr>
                <a:solidFill>
                  <a:schemeClr val="tx1"/>
                </a:solidFill>
              </a:defRPr>
            </a:lvl4pPr>
            <a:lvl5pPr marL="584200" indent="-1270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 baseline="0">
                <a:solidFill>
                  <a:schemeClr val="tx1"/>
                </a:solidFill>
              </a:defRPr>
            </a:lvl5pPr>
            <a:lvl6pPr marL="475188" indent="-235194">
              <a:spcAft>
                <a:spcPts val="0"/>
              </a:spcAft>
              <a:buFont typeface="Verdana" panose="020B0604030504040204" pitchFamily="34" charset="0"/>
              <a:buChar char="−"/>
              <a:defRPr/>
            </a:lvl6pPr>
            <a:lvl7pPr marL="475188" indent="-235194">
              <a:spcAft>
                <a:spcPts val="0"/>
              </a:spcAft>
              <a:defRPr/>
            </a:lvl7pPr>
            <a:lvl8pPr marL="475188" indent="-235194">
              <a:spcAft>
                <a:spcPts val="0"/>
              </a:spcAft>
              <a:defRPr/>
            </a:lvl8pPr>
            <a:lvl9pPr marL="475188" indent="-235194">
              <a:spcAft>
                <a:spcPts val="0"/>
              </a:spcAft>
              <a:defRPr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4" name="Text Placeholder 8"/>
          <p:cNvSpPr>
            <a:spLocks noGrp="1"/>
          </p:cNvSpPr>
          <p:nvPr>
            <p:ph type="body" sz="quarter" idx="21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15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30325268"/>
      </p:ext>
    </p:extLst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profi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476780" y="1703863"/>
            <a:ext cx="5536800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467" noProof="0">
              <a:solidFill>
                <a:schemeClr val="bg1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6184900" y="1703863"/>
            <a:ext cx="5536800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467" noProof="0">
              <a:solidFill>
                <a:schemeClr val="bg1"/>
              </a:solidFill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469900" y="4065173"/>
            <a:ext cx="5536800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467" noProof="0">
              <a:solidFill>
                <a:schemeClr val="bg1"/>
              </a:solidFill>
            </a:endParaRPr>
          </a:p>
        </p:txBody>
      </p:sp>
      <p:sp>
        <p:nvSpPr>
          <p:cNvPr id="7" name="Rectangle 6"/>
          <p:cNvSpPr/>
          <p:nvPr userDrawn="1"/>
        </p:nvSpPr>
        <p:spPr>
          <a:xfrm>
            <a:off x="6184900" y="4065173"/>
            <a:ext cx="5536800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467" noProof="0">
              <a:solidFill>
                <a:schemeClr val="bg1"/>
              </a:solidFill>
            </a:endParaRPr>
          </a:p>
        </p:txBody>
      </p:sp>
      <p:sp>
        <p:nvSpPr>
          <p:cNvPr id="8" name="Picture Placeholder 11"/>
          <p:cNvSpPr>
            <a:spLocks noGrp="1"/>
          </p:cNvSpPr>
          <p:nvPr>
            <p:ph type="pic" sz="quarter" idx="25"/>
          </p:nvPr>
        </p:nvSpPr>
        <p:spPr>
          <a:xfrm>
            <a:off x="476780" y="1880213"/>
            <a:ext cx="2116800" cy="15912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9" name="Picture Placeholder 11"/>
          <p:cNvSpPr>
            <a:spLocks noGrp="1"/>
          </p:cNvSpPr>
          <p:nvPr>
            <p:ph type="pic" sz="quarter" idx="27"/>
          </p:nvPr>
        </p:nvSpPr>
        <p:spPr>
          <a:xfrm>
            <a:off x="6204097" y="1880212"/>
            <a:ext cx="2116800" cy="15912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0" name="Picture Placeholder 11"/>
          <p:cNvSpPr>
            <a:spLocks noGrp="1"/>
          </p:cNvSpPr>
          <p:nvPr>
            <p:ph type="pic" sz="quarter" idx="29"/>
          </p:nvPr>
        </p:nvSpPr>
        <p:spPr>
          <a:xfrm>
            <a:off x="481779" y="4256211"/>
            <a:ext cx="2116800" cy="15912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1" name="Picture Placeholder 11"/>
          <p:cNvSpPr>
            <a:spLocks noGrp="1"/>
          </p:cNvSpPr>
          <p:nvPr>
            <p:ph type="pic" sz="quarter" idx="31"/>
          </p:nvPr>
        </p:nvSpPr>
        <p:spPr>
          <a:xfrm>
            <a:off x="6204097" y="4256211"/>
            <a:ext cx="2116800" cy="15912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32"/>
          </p:nvPr>
        </p:nvSpPr>
        <p:spPr>
          <a:xfrm>
            <a:off x="2840780" y="1880213"/>
            <a:ext cx="3172800" cy="1944000"/>
          </a:xfrm>
        </p:spPr>
        <p:txBody>
          <a:bodyPr/>
          <a:lstStyle>
            <a:lvl1pPr marL="0" indent="0" algn="l">
              <a:spcAft>
                <a:spcPts val="0"/>
              </a:spcAft>
              <a:buFontTx/>
              <a:buNone/>
              <a:defRPr b="1"/>
            </a:lvl1pPr>
            <a:lvl2pPr marL="127000" indent="-1270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 b="0"/>
            </a:lvl2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33"/>
          </p:nvPr>
        </p:nvSpPr>
        <p:spPr>
          <a:xfrm>
            <a:off x="8550676" y="1880213"/>
            <a:ext cx="3171024" cy="1944000"/>
          </a:xfrm>
        </p:spPr>
        <p:txBody>
          <a:bodyPr/>
          <a:lstStyle>
            <a:lvl1pPr marL="0" indent="0" algn="l">
              <a:spcAft>
                <a:spcPts val="0"/>
              </a:spcAft>
              <a:buFontTx/>
              <a:buNone/>
              <a:defRPr b="1"/>
            </a:lvl1pPr>
            <a:lvl2pPr marL="127000" indent="-1270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 b="0"/>
            </a:lvl2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5" name="Text Placeholder 12"/>
          <p:cNvSpPr>
            <a:spLocks noGrp="1"/>
          </p:cNvSpPr>
          <p:nvPr>
            <p:ph type="body" sz="quarter" idx="34"/>
          </p:nvPr>
        </p:nvSpPr>
        <p:spPr>
          <a:xfrm>
            <a:off x="2802551" y="4256213"/>
            <a:ext cx="3172800" cy="1944000"/>
          </a:xfrm>
        </p:spPr>
        <p:txBody>
          <a:bodyPr/>
          <a:lstStyle>
            <a:lvl1pPr marL="0" indent="0" algn="l">
              <a:spcAft>
                <a:spcPts val="0"/>
              </a:spcAft>
              <a:buFontTx/>
              <a:buNone/>
              <a:defRPr b="1"/>
            </a:lvl1pPr>
            <a:lvl2pPr marL="127000" indent="-1270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 b="0"/>
            </a:lvl2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6" name="Text Placeholder 12"/>
          <p:cNvSpPr>
            <a:spLocks noGrp="1"/>
          </p:cNvSpPr>
          <p:nvPr>
            <p:ph type="body" sz="quarter" idx="35"/>
          </p:nvPr>
        </p:nvSpPr>
        <p:spPr>
          <a:xfrm>
            <a:off x="8548900" y="4256212"/>
            <a:ext cx="3172800" cy="1944000"/>
          </a:xfrm>
        </p:spPr>
        <p:txBody>
          <a:bodyPr/>
          <a:lstStyle>
            <a:lvl1pPr marL="0" indent="0" algn="l">
              <a:spcAft>
                <a:spcPts val="0"/>
              </a:spcAft>
              <a:buFontTx/>
              <a:buNone/>
              <a:defRPr b="1"/>
            </a:lvl1pPr>
            <a:lvl2pPr marL="127000" indent="-1270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 b="0"/>
            </a:lvl2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8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19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05043249"/>
      </p:ext>
    </p:extLst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pictur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478609" y="1700213"/>
            <a:ext cx="3639312" cy="2052830"/>
          </a:xfrm>
        </p:spPr>
        <p:txBody>
          <a:bodyPr/>
          <a:lstStyle/>
          <a:p>
            <a:r>
              <a:rPr lang="en-US" noProof="0"/>
              <a:t>Click icon to add picture</a:t>
            </a:r>
          </a:p>
        </p:txBody>
      </p:sp>
      <p:sp>
        <p:nvSpPr>
          <p:cNvPr id="5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8082784" y="1700213"/>
            <a:ext cx="3639316" cy="2059099"/>
          </a:xfrm>
        </p:spPr>
        <p:txBody>
          <a:bodyPr/>
          <a:lstStyle/>
          <a:p>
            <a:r>
              <a:rPr lang="en-US" noProof="0"/>
              <a:t>Click icon to add picture</a:t>
            </a:r>
          </a:p>
        </p:txBody>
      </p:sp>
      <p:sp>
        <p:nvSpPr>
          <p:cNvPr id="6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4284188" y="1700212"/>
            <a:ext cx="3636962" cy="2057767"/>
          </a:xfrm>
        </p:spPr>
        <p:txBody>
          <a:bodyPr/>
          <a:lstStyle/>
          <a:p>
            <a:r>
              <a:rPr lang="en-US" noProof="0"/>
              <a:t>Click icon to add picture</a:t>
            </a:r>
          </a:p>
        </p:txBody>
      </p:sp>
      <p:sp>
        <p:nvSpPr>
          <p:cNvPr id="9" name="Text Placeholder 18"/>
          <p:cNvSpPr>
            <a:spLocks noGrp="1"/>
          </p:cNvSpPr>
          <p:nvPr>
            <p:ph idx="1" hasCustomPrompt="1"/>
          </p:nvPr>
        </p:nvSpPr>
        <p:spPr>
          <a:xfrm>
            <a:off x="478609" y="3832225"/>
            <a:ext cx="3639312" cy="218144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Text Placeholder 18"/>
          <p:cNvSpPr>
            <a:spLocks noGrp="1"/>
          </p:cNvSpPr>
          <p:nvPr>
            <p:ph idx="16" hasCustomPrompt="1"/>
          </p:nvPr>
        </p:nvSpPr>
        <p:spPr>
          <a:xfrm>
            <a:off x="4278313" y="3832224"/>
            <a:ext cx="3636962" cy="218668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4" name="Text Placeholder 18"/>
          <p:cNvSpPr>
            <a:spLocks noGrp="1"/>
          </p:cNvSpPr>
          <p:nvPr>
            <p:ph idx="17" hasCustomPrompt="1"/>
          </p:nvPr>
        </p:nvSpPr>
        <p:spPr>
          <a:xfrm>
            <a:off x="8082784" y="3832224"/>
            <a:ext cx="3639316" cy="218810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8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12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95560946"/>
      </p:ext>
    </p:extLst>
  </p:cSld>
  <p:clrMapOvr>
    <a:masterClrMapping/>
  </p:clrMapOvr>
  <p:transition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8195933"/>
      </p:ext>
    </p:extLst>
  </p:cSld>
  <p:clrMapOvr>
    <a:masterClrMapping/>
  </p:clrMapOvr>
  <p:transition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alifications 2 x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11" name="Title Placeholder 1"/>
          <p:cNvSpPr>
            <a:spLocks noGrp="1"/>
          </p:cNvSpPr>
          <p:nvPr>
            <p:ph type="title"/>
          </p:nvPr>
        </p:nvSpPr>
        <p:spPr>
          <a:xfrm>
            <a:off x="469900" y="402586"/>
            <a:ext cx="11252200" cy="3341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4" name="Text Placeholder 8"/>
          <p:cNvSpPr>
            <a:spLocks noGrp="1"/>
          </p:cNvSpPr>
          <p:nvPr>
            <p:ph type="body" sz="quarter" idx="17"/>
          </p:nvPr>
        </p:nvSpPr>
        <p:spPr>
          <a:xfrm>
            <a:off x="469899" y="1857892"/>
            <a:ext cx="5544000" cy="1695451"/>
          </a:xfrm>
        </p:spPr>
        <p:txBody>
          <a:bodyPr/>
          <a:lstStyle>
            <a:lvl1pPr marL="0" indent="0" algn="l">
              <a:spcAft>
                <a:spcPts val="1333"/>
              </a:spcAft>
              <a:buFontTx/>
              <a:buNone/>
              <a:defRPr b="1">
                <a:solidFill>
                  <a:schemeClr val="tx1"/>
                </a:solidFill>
              </a:defRPr>
            </a:lvl1pPr>
            <a:lvl2pPr marL="1270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2794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tx1"/>
                </a:solidFill>
              </a:defRPr>
            </a:lvl3pPr>
            <a:lvl4pPr marL="4318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◦"/>
              <a:defRPr>
                <a:solidFill>
                  <a:schemeClr val="tx1"/>
                </a:solidFill>
              </a:defRPr>
            </a:lvl4pPr>
            <a:lvl5pPr marL="5842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 baseline="0">
                <a:solidFill>
                  <a:schemeClr val="tx1"/>
                </a:solidFill>
              </a:defRPr>
            </a:lvl5pPr>
            <a:lvl6pPr marL="475188" indent="-235194">
              <a:spcAft>
                <a:spcPts val="1333"/>
              </a:spcAft>
              <a:buFont typeface="Verdana" panose="020B0604030504040204" pitchFamily="34" charset="0"/>
              <a:buChar char="−"/>
              <a:defRPr/>
            </a:lvl6pPr>
            <a:lvl7pPr marL="475188" indent="-235194">
              <a:spcAft>
                <a:spcPts val="1333"/>
              </a:spcAft>
              <a:defRPr/>
            </a:lvl7pPr>
            <a:lvl8pPr marL="475188" indent="-235194">
              <a:spcAft>
                <a:spcPts val="1333"/>
              </a:spcAft>
              <a:defRPr/>
            </a:lvl8pPr>
            <a:lvl9pPr marL="475188" indent="-235194">
              <a:spcAft>
                <a:spcPts val="1333"/>
              </a:spcAft>
              <a:defRPr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Text Placeholder 8"/>
          <p:cNvSpPr>
            <a:spLocks noGrp="1"/>
          </p:cNvSpPr>
          <p:nvPr>
            <p:ph type="body" sz="quarter" idx="21"/>
          </p:nvPr>
        </p:nvSpPr>
        <p:spPr>
          <a:xfrm>
            <a:off x="6177462" y="1857892"/>
            <a:ext cx="5544000" cy="1695451"/>
          </a:xfrm>
        </p:spPr>
        <p:txBody>
          <a:bodyPr/>
          <a:lstStyle>
            <a:lvl1pPr marL="0" indent="0" algn="l">
              <a:spcAft>
                <a:spcPts val="1333"/>
              </a:spcAft>
              <a:buFontTx/>
              <a:buNone/>
              <a:defRPr b="1">
                <a:solidFill>
                  <a:schemeClr val="tx1"/>
                </a:solidFill>
              </a:defRPr>
            </a:lvl1pPr>
            <a:lvl2pPr marL="1270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2794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tx1"/>
                </a:solidFill>
              </a:defRPr>
            </a:lvl3pPr>
            <a:lvl4pPr marL="4318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◦"/>
              <a:defRPr>
                <a:solidFill>
                  <a:schemeClr val="tx1"/>
                </a:solidFill>
              </a:defRPr>
            </a:lvl4pPr>
            <a:lvl5pPr marL="5842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 baseline="0">
                <a:solidFill>
                  <a:schemeClr val="tx1"/>
                </a:solidFill>
              </a:defRPr>
            </a:lvl5pPr>
            <a:lvl6pPr marL="475188" indent="-235194">
              <a:spcAft>
                <a:spcPts val="1333"/>
              </a:spcAft>
              <a:buFont typeface="Verdana" panose="020B0604030504040204" pitchFamily="34" charset="0"/>
              <a:buChar char="−"/>
              <a:defRPr/>
            </a:lvl6pPr>
            <a:lvl7pPr marL="475188" indent="-235194">
              <a:spcAft>
                <a:spcPts val="1333"/>
              </a:spcAft>
              <a:defRPr/>
            </a:lvl7pPr>
            <a:lvl8pPr marL="475188" indent="-235194">
              <a:spcAft>
                <a:spcPts val="1333"/>
              </a:spcAft>
              <a:defRPr/>
            </a:lvl8pPr>
            <a:lvl9pPr marL="475188" indent="-235194">
              <a:spcAft>
                <a:spcPts val="1333"/>
              </a:spcAft>
              <a:defRPr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" name="Rectangle 16"/>
          <p:cNvSpPr/>
          <p:nvPr userDrawn="1"/>
        </p:nvSpPr>
        <p:spPr>
          <a:xfrm>
            <a:off x="469899" y="1705379"/>
            <a:ext cx="5544000" cy="530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1333"/>
              </a:spcAft>
            </a:pPr>
            <a:endParaRPr lang="en-US" sz="1467" noProof="0">
              <a:solidFill>
                <a:schemeClr val="bg1"/>
              </a:solidFill>
            </a:endParaRPr>
          </a:p>
        </p:txBody>
      </p:sp>
      <p:sp>
        <p:nvSpPr>
          <p:cNvPr id="18" name="Rectangle 17"/>
          <p:cNvSpPr/>
          <p:nvPr userDrawn="1"/>
        </p:nvSpPr>
        <p:spPr>
          <a:xfrm>
            <a:off x="6167796" y="1705379"/>
            <a:ext cx="5544000" cy="530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1333"/>
              </a:spcAft>
            </a:pPr>
            <a:endParaRPr lang="en-US" sz="1467" noProof="0">
              <a:solidFill>
                <a:schemeClr val="bg1"/>
              </a:solidFill>
            </a:endParaRPr>
          </a:p>
        </p:txBody>
      </p:sp>
      <p:sp>
        <p:nvSpPr>
          <p:cNvPr id="19" name="Picture Placeholder 29"/>
          <p:cNvSpPr>
            <a:spLocks noGrp="1"/>
          </p:cNvSpPr>
          <p:nvPr>
            <p:ph type="pic" sz="quarter" idx="20" hasCustomPrompt="1"/>
          </p:nvPr>
        </p:nvSpPr>
        <p:spPr>
          <a:xfrm>
            <a:off x="10467635" y="1857892"/>
            <a:ext cx="1244161" cy="549275"/>
          </a:xfrm>
        </p:spPr>
        <p:txBody>
          <a:bodyPr/>
          <a:lstStyle>
            <a:lvl1pPr marL="0" marR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333"/>
              </a:spcAft>
              <a:buClrTx/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pPr>
              <a:spcBef>
                <a:spcPct val="0"/>
              </a:spcBef>
            </a:pPr>
            <a:r>
              <a:rPr lang="en-US" sz="1600" noProof="0">
                <a:solidFill>
                  <a:schemeClr val="bg1"/>
                </a:solidFill>
              </a:rPr>
              <a:t>Co-brand</a:t>
            </a:r>
            <a:br>
              <a:rPr lang="en-US" sz="1600" noProof="0">
                <a:solidFill>
                  <a:schemeClr val="bg1"/>
                </a:solidFill>
              </a:rPr>
            </a:br>
            <a:r>
              <a:rPr lang="en-US" sz="1600" noProof="0">
                <a:solidFill>
                  <a:schemeClr val="bg1"/>
                </a:solidFill>
              </a:rPr>
              <a:t>Logo</a:t>
            </a:r>
          </a:p>
          <a:p>
            <a:endParaRPr lang="en-US" noProof="0"/>
          </a:p>
        </p:txBody>
      </p:sp>
      <p:sp>
        <p:nvSpPr>
          <p:cNvPr id="20" name="Picture Placeholder 29"/>
          <p:cNvSpPr>
            <a:spLocks noGrp="1"/>
          </p:cNvSpPr>
          <p:nvPr>
            <p:ph type="pic" sz="quarter" idx="19" hasCustomPrompt="1"/>
          </p:nvPr>
        </p:nvSpPr>
        <p:spPr>
          <a:xfrm>
            <a:off x="4734795" y="1863917"/>
            <a:ext cx="1244906" cy="549275"/>
          </a:xfrm>
        </p:spPr>
        <p:txBody>
          <a:bodyPr/>
          <a:lstStyle>
            <a:lvl1pPr marL="0" marR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333"/>
              </a:spcAft>
              <a:buClrTx/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pPr>
              <a:spcBef>
                <a:spcPct val="0"/>
              </a:spcBef>
            </a:pPr>
            <a:r>
              <a:rPr lang="en-US" sz="1600" noProof="0">
                <a:solidFill>
                  <a:schemeClr val="bg1"/>
                </a:solidFill>
              </a:rPr>
              <a:t>Co-brand</a:t>
            </a:r>
            <a:br>
              <a:rPr lang="en-US" sz="1600" noProof="0">
                <a:solidFill>
                  <a:schemeClr val="bg1"/>
                </a:solidFill>
              </a:rPr>
            </a:br>
            <a:r>
              <a:rPr lang="en-US" sz="1600" noProof="0">
                <a:solidFill>
                  <a:schemeClr val="bg1"/>
                </a:solidFill>
              </a:rPr>
              <a:t>Logo</a:t>
            </a:r>
          </a:p>
          <a:p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4239408974"/>
      </p:ext>
    </p:extLst>
  </p:cSld>
  <p:clrMapOvr>
    <a:masterClrMapping/>
  </p:clrMapOvr>
  <p:transition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alifications 2 x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/>
          <p:cNvSpPr>
            <a:spLocks noGrp="1"/>
          </p:cNvSpPr>
          <p:nvPr>
            <p:ph type="body" sz="quarter" idx="17"/>
          </p:nvPr>
        </p:nvSpPr>
        <p:spPr>
          <a:xfrm>
            <a:off x="469899" y="1857892"/>
            <a:ext cx="5544000" cy="1695451"/>
          </a:xfrm>
        </p:spPr>
        <p:txBody>
          <a:bodyPr>
            <a:noAutofit/>
          </a:bodyPr>
          <a:lstStyle>
            <a:lvl1pPr marL="0" indent="0">
              <a:spcAft>
                <a:spcPts val="1333"/>
              </a:spcAft>
              <a:defRPr b="1">
                <a:solidFill>
                  <a:schemeClr val="tx1"/>
                </a:solidFill>
              </a:defRPr>
            </a:lvl1pPr>
            <a:lvl2pPr marL="1270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2794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tx1"/>
                </a:solidFill>
              </a:defRPr>
            </a:lvl3pPr>
            <a:lvl4pPr marL="4318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◦"/>
              <a:defRPr>
                <a:solidFill>
                  <a:schemeClr val="tx1"/>
                </a:solidFill>
              </a:defRPr>
            </a:lvl4pPr>
            <a:lvl5pPr marL="5842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 baseline="0">
                <a:solidFill>
                  <a:schemeClr val="tx1"/>
                </a:solidFill>
              </a:defRPr>
            </a:lvl5pPr>
            <a:lvl6pPr marL="475188" indent="-235194">
              <a:spcAft>
                <a:spcPts val="1333"/>
              </a:spcAft>
              <a:buFont typeface="Verdana" panose="020B0604030504040204" pitchFamily="34" charset="0"/>
              <a:buChar char="−"/>
              <a:defRPr/>
            </a:lvl6pPr>
            <a:lvl7pPr marL="475188" indent="-235194">
              <a:spcAft>
                <a:spcPts val="1333"/>
              </a:spcAft>
              <a:defRPr/>
            </a:lvl7pPr>
            <a:lvl8pPr marL="475188" indent="-235194">
              <a:spcAft>
                <a:spcPts val="1333"/>
              </a:spcAft>
              <a:defRPr/>
            </a:lvl8pPr>
            <a:lvl9pPr marL="475188" indent="-235194">
              <a:spcAft>
                <a:spcPts val="1333"/>
              </a:spcAft>
              <a:defRPr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21"/>
          </p:nvPr>
        </p:nvSpPr>
        <p:spPr>
          <a:xfrm>
            <a:off x="6177462" y="1857892"/>
            <a:ext cx="5544000" cy="1695451"/>
          </a:xfrm>
        </p:spPr>
        <p:txBody>
          <a:bodyPr>
            <a:noAutofit/>
          </a:bodyPr>
          <a:lstStyle>
            <a:lvl1pPr marL="0" indent="0">
              <a:spcAft>
                <a:spcPts val="1333"/>
              </a:spcAft>
              <a:defRPr b="1">
                <a:solidFill>
                  <a:schemeClr val="tx1"/>
                </a:solidFill>
              </a:defRPr>
            </a:lvl1pPr>
            <a:lvl2pPr marL="1270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2794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tx1"/>
                </a:solidFill>
              </a:defRPr>
            </a:lvl3pPr>
            <a:lvl4pPr marL="4318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◦"/>
              <a:defRPr>
                <a:solidFill>
                  <a:schemeClr val="tx1"/>
                </a:solidFill>
              </a:defRPr>
            </a:lvl4pPr>
            <a:lvl5pPr marL="5842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 baseline="0">
                <a:solidFill>
                  <a:schemeClr val="tx1"/>
                </a:solidFill>
              </a:defRPr>
            </a:lvl5pPr>
            <a:lvl6pPr marL="475188" indent="-235194">
              <a:spcAft>
                <a:spcPts val="1333"/>
              </a:spcAft>
              <a:buFont typeface="Verdana" panose="020B0604030504040204" pitchFamily="34" charset="0"/>
              <a:buChar char="−"/>
              <a:defRPr/>
            </a:lvl6pPr>
            <a:lvl7pPr marL="475188" indent="-235194">
              <a:spcAft>
                <a:spcPts val="1333"/>
              </a:spcAft>
              <a:defRPr/>
            </a:lvl7pPr>
            <a:lvl8pPr marL="475188" indent="-235194">
              <a:spcAft>
                <a:spcPts val="1333"/>
              </a:spcAft>
              <a:defRPr/>
            </a:lvl8pPr>
            <a:lvl9pPr marL="475188" indent="-235194">
              <a:spcAft>
                <a:spcPts val="1333"/>
              </a:spcAft>
              <a:defRPr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469899" y="1705379"/>
            <a:ext cx="5544000" cy="530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algn="ctr">
              <a:spcAft>
                <a:spcPts val="1333"/>
              </a:spcAft>
            </a:pPr>
            <a:endParaRPr lang="en-US" sz="1467" noProof="0">
              <a:solidFill>
                <a:schemeClr val="bg1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6167796" y="1705379"/>
            <a:ext cx="5544000" cy="530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algn="ctr">
              <a:spcAft>
                <a:spcPts val="1333"/>
              </a:spcAft>
            </a:pPr>
            <a:endParaRPr lang="en-US" sz="1467" noProof="0">
              <a:solidFill>
                <a:schemeClr val="bg1"/>
              </a:solidFill>
            </a:endParaRPr>
          </a:p>
        </p:txBody>
      </p:sp>
      <p:sp>
        <p:nvSpPr>
          <p:cNvPr id="7" name="Picture Placeholder 29"/>
          <p:cNvSpPr>
            <a:spLocks noGrp="1"/>
          </p:cNvSpPr>
          <p:nvPr>
            <p:ph type="pic" sz="quarter" idx="20" hasCustomPrompt="1"/>
          </p:nvPr>
        </p:nvSpPr>
        <p:spPr>
          <a:xfrm>
            <a:off x="10467635" y="1857892"/>
            <a:ext cx="1244161" cy="549275"/>
          </a:xfrm>
        </p:spPr>
        <p:txBody>
          <a:bodyPr>
            <a:noAutofit/>
          </a:bodyPr>
          <a:lstStyle>
            <a:lvl1pPr marL="0" marR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333"/>
              </a:spcAft>
              <a:buClrTx/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pPr>
              <a:spcBef>
                <a:spcPct val="0"/>
              </a:spcBef>
            </a:pPr>
            <a:r>
              <a:rPr lang="en-US" sz="1600" noProof="0">
                <a:solidFill>
                  <a:schemeClr val="bg1"/>
                </a:solidFill>
              </a:rPr>
              <a:t>Co-brand</a:t>
            </a:r>
            <a:br>
              <a:rPr lang="en-US" sz="1600" noProof="0">
                <a:solidFill>
                  <a:schemeClr val="bg1"/>
                </a:solidFill>
              </a:rPr>
            </a:br>
            <a:r>
              <a:rPr lang="en-US" sz="1600" noProof="0">
                <a:solidFill>
                  <a:schemeClr val="bg1"/>
                </a:solidFill>
              </a:rPr>
              <a:t>Logo</a:t>
            </a:r>
          </a:p>
          <a:p>
            <a:endParaRPr lang="en-US" noProof="0"/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22"/>
          </p:nvPr>
        </p:nvSpPr>
        <p:spPr>
          <a:xfrm>
            <a:off x="469899" y="4249681"/>
            <a:ext cx="5544000" cy="1695451"/>
          </a:xfrm>
        </p:spPr>
        <p:txBody>
          <a:bodyPr>
            <a:noAutofit/>
          </a:bodyPr>
          <a:lstStyle>
            <a:lvl1pPr marL="0" indent="0">
              <a:spcAft>
                <a:spcPts val="1333"/>
              </a:spcAft>
              <a:defRPr b="1">
                <a:solidFill>
                  <a:schemeClr val="tx1"/>
                </a:solidFill>
              </a:defRPr>
            </a:lvl1pPr>
            <a:lvl2pPr marL="1270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2794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tx1"/>
                </a:solidFill>
              </a:defRPr>
            </a:lvl3pPr>
            <a:lvl4pPr marL="4318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◦"/>
              <a:defRPr>
                <a:solidFill>
                  <a:schemeClr val="tx1"/>
                </a:solidFill>
              </a:defRPr>
            </a:lvl4pPr>
            <a:lvl5pPr marL="5842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 baseline="0">
                <a:solidFill>
                  <a:schemeClr val="tx1"/>
                </a:solidFill>
              </a:defRPr>
            </a:lvl5pPr>
            <a:lvl6pPr marL="475188" indent="-235194">
              <a:spcAft>
                <a:spcPts val="1333"/>
              </a:spcAft>
              <a:buFont typeface="Verdana" panose="020B0604030504040204" pitchFamily="34" charset="0"/>
              <a:buChar char="−"/>
              <a:defRPr/>
            </a:lvl6pPr>
            <a:lvl7pPr marL="475188" indent="-235194">
              <a:spcAft>
                <a:spcPts val="1333"/>
              </a:spcAft>
              <a:defRPr/>
            </a:lvl7pPr>
            <a:lvl8pPr marL="475188" indent="-235194">
              <a:spcAft>
                <a:spcPts val="1333"/>
              </a:spcAft>
              <a:defRPr/>
            </a:lvl8pPr>
            <a:lvl9pPr marL="475188" indent="-235194">
              <a:spcAft>
                <a:spcPts val="1333"/>
              </a:spcAft>
              <a:defRPr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23"/>
          </p:nvPr>
        </p:nvSpPr>
        <p:spPr>
          <a:xfrm>
            <a:off x="6177460" y="4249681"/>
            <a:ext cx="5544000" cy="1695451"/>
          </a:xfrm>
        </p:spPr>
        <p:txBody>
          <a:bodyPr>
            <a:noAutofit/>
          </a:bodyPr>
          <a:lstStyle>
            <a:lvl1pPr marL="0" indent="0">
              <a:spcAft>
                <a:spcPts val="1333"/>
              </a:spcAft>
              <a:defRPr b="1">
                <a:solidFill>
                  <a:schemeClr val="tx1"/>
                </a:solidFill>
              </a:defRPr>
            </a:lvl1pPr>
            <a:lvl2pPr marL="1270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2794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tx1"/>
                </a:solidFill>
              </a:defRPr>
            </a:lvl3pPr>
            <a:lvl4pPr marL="4318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◦"/>
              <a:defRPr>
                <a:solidFill>
                  <a:schemeClr val="tx1"/>
                </a:solidFill>
              </a:defRPr>
            </a:lvl4pPr>
            <a:lvl5pPr marL="5842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 baseline="0">
                <a:solidFill>
                  <a:schemeClr val="tx1"/>
                </a:solidFill>
              </a:defRPr>
            </a:lvl5pPr>
            <a:lvl6pPr marL="475188" indent="-235194">
              <a:spcAft>
                <a:spcPts val="1333"/>
              </a:spcAft>
              <a:buFont typeface="Verdana" panose="020B0604030504040204" pitchFamily="34" charset="0"/>
              <a:buChar char="−"/>
              <a:defRPr/>
            </a:lvl6pPr>
            <a:lvl7pPr marL="475188" indent="-235194">
              <a:spcAft>
                <a:spcPts val="1333"/>
              </a:spcAft>
              <a:defRPr/>
            </a:lvl7pPr>
            <a:lvl8pPr marL="475188" indent="-235194">
              <a:spcAft>
                <a:spcPts val="1333"/>
              </a:spcAft>
              <a:defRPr/>
            </a:lvl8pPr>
            <a:lvl9pPr marL="475188" indent="-235194">
              <a:spcAft>
                <a:spcPts val="1333"/>
              </a:spcAft>
              <a:defRPr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" name="Rectangle 11"/>
          <p:cNvSpPr/>
          <p:nvPr userDrawn="1"/>
        </p:nvSpPr>
        <p:spPr>
          <a:xfrm>
            <a:off x="469899" y="4103519"/>
            <a:ext cx="5544000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algn="ctr">
              <a:spcAft>
                <a:spcPts val="1333"/>
              </a:spcAft>
            </a:pPr>
            <a:endParaRPr lang="en-US" sz="1467" noProof="0">
              <a:solidFill>
                <a:schemeClr val="bg1"/>
              </a:solidFill>
            </a:endParaRPr>
          </a:p>
        </p:txBody>
      </p:sp>
      <p:sp>
        <p:nvSpPr>
          <p:cNvPr id="13" name="Rectangle 12"/>
          <p:cNvSpPr/>
          <p:nvPr userDrawn="1"/>
        </p:nvSpPr>
        <p:spPr>
          <a:xfrm>
            <a:off x="6167796" y="4103519"/>
            <a:ext cx="5544000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algn="ctr">
              <a:spcAft>
                <a:spcPts val="1333"/>
              </a:spcAft>
            </a:pPr>
            <a:endParaRPr lang="en-US" sz="1467" noProof="0">
              <a:solidFill>
                <a:schemeClr val="bg1"/>
              </a:solidFill>
            </a:endParaRPr>
          </a:p>
        </p:txBody>
      </p:sp>
      <p:sp>
        <p:nvSpPr>
          <p:cNvPr id="14" name="Picture Placeholder 29"/>
          <p:cNvSpPr>
            <a:spLocks noGrp="1"/>
          </p:cNvSpPr>
          <p:nvPr>
            <p:ph type="pic" sz="quarter" idx="24" hasCustomPrompt="1"/>
          </p:nvPr>
        </p:nvSpPr>
        <p:spPr>
          <a:xfrm>
            <a:off x="4700436" y="4249683"/>
            <a:ext cx="1274916" cy="549275"/>
          </a:xfrm>
        </p:spPr>
        <p:txBody>
          <a:bodyPr>
            <a:noAutofit/>
          </a:bodyPr>
          <a:lstStyle>
            <a:lvl1pPr marL="0" marR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333"/>
              </a:spcAft>
              <a:buClrTx/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pPr>
              <a:spcBef>
                <a:spcPct val="0"/>
              </a:spcBef>
            </a:pPr>
            <a:r>
              <a:rPr lang="en-US" sz="1600" noProof="0">
                <a:solidFill>
                  <a:schemeClr val="bg1"/>
                </a:solidFill>
              </a:rPr>
              <a:t>Co-brand</a:t>
            </a:r>
            <a:br>
              <a:rPr lang="en-US" sz="1600" noProof="0">
                <a:solidFill>
                  <a:schemeClr val="bg1"/>
                </a:solidFill>
              </a:rPr>
            </a:br>
            <a:r>
              <a:rPr lang="en-US" sz="1600" noProof="0">
                <a:solidFill>
                  <a:schemeClr val="bg1"/>
                </a:solidFill>
              </a:rPr>
              <a:t>Logo</a:t>
            </a:r>
          </a:p>
          <a:p>
            <a:endParaRPr lang="en-US" noProof="0"/>
          </a:p>
        </p:txBody>
      </p:sp>
      <p:sp>
        <p:nvSpPr>
          <p:cNvPr id="15" name="Picture Placeholder 29"/>
          <p:cNvSpPr>
            <a:spLocks noGrp="1"/>
          </p:cNvSpPr>
          <p:nvPr>
            <p:ph type="pic" sz="quarter" idx="25" hasCustomPrompt="1"/>
          </p:nvPr>
        </p:nvSpPr>
        <p:spPr>
          <a:xfrm>
            <a:off x="10459036" y="4248209"/>
            <a:ext cx="1244160" cy="549275"/>
          </a:xfrm>
        </p:spPr>
        <p:txBody>
          <a:bodyPr>
            <a:noAutofit/>
          </a:bodyPr>
          <a:lstStyle>
            <a:lvl1pPr marL="0" marR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333"/>
              </a:spcAft>
              <a:buClrTx/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pPr>
              <a:spcBef>
                <a:spcPct val="0"/>
              </a:spcBef>
            </a:pPr>
            <a:r>
              <a:rPr lang="en-US" sz="1600" noProof="0">
                <a:solidFill>
                  <a:schemeClr val="bg1"/>
                </a:solidFill>
              </a:rPr>
              <a:t>Co-brand</a:t>
            </a:r>
            <a:br>
              <a:rPr lang="en-US" sz="1600" noProof="0">
                <a:solidFill>
                  <a:schemeClr val="bg1"/>
                </a:solidFill>
              </a:rPr>
            </a:br>
            <a:r>
              <a:rPr lang="en-US" sz="1600" noProof="0">
                <a:solidFill>
                  <a:schemeClr val="bg1"/>
                </a:solidFill>
              </a:rPr>
              <a:t>Logo</a:t>
            </a:r>
          </a:p>
          <a:p>
            <a:endParaRPr lang="en-US" noProof="0"/>
          </a:p>
        </p:txBody>
      </p:sp>
      <p:sp>
        <p:nvSpPr>
          <p:cNvPr id="17" name="Picture Placeholder 29"/>
          <p:cNvSpPr>
            <a:spLocks noGrp="1"/>
          </p:cNvSpPr>
          <p:nvPr>
            <p:ph type="pic" sz="quarter" idx="19" hasCustomPrompt="1"/>
          </p:nvPr>
        </p:nvSpPr>
        <p:spPr>
          <a:xfrm>
            <a:off x="4734795" y="1863917"/>
            <a:ext cx="1244906" cy="549275"/>
          </a:xfrm>
        </p:spPr>
        <p:txBody>
          <a:bodyPr>
            <a:noAutofit/>
          </a:bodyPr>
          <a:lstStyle>
            <a:lvl1pPr marL="0" marR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333"/>
              </a:spcAft>
              <a:buClrTx/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pPr>
              <a:spcBef>
                <a:spcPct val="0"/>
              </a:spcBef>
            </a:pPr>
            <a:r>
              <a:rPr lang="en-US" sz="1600" noProof="0">
                <a:solidFill>
                  <a:schemeClr val="bg1"/>
                </a:solidFill>
              </a:rPr>
              <a:t>Co-brand</a:t>
            </a:r>
            <a:br>
              <a:rPr lang="en-US" sz="1600" noProof="0">
                <a:solidFill>
                  <a:schemeClr val="bg1"/>
                </a:solidFill>
              </a:rPr>
            </a:br>
            <a:r>
              <a:rPr lang="en-US" sz="1600" noProof="0">
                <a:solidFill>
                  <a:schemeClr val="bg1"/>
                </a:solidFill>
              </a:rPr>
              <a:t>Logo</a:t>
            </a:r>
          </a:p>
          <a:p>
            <a:endParaRPr lang="en-US" noProof="0"/>
          </a:p>
        </p:txBody>
      </p:sp>
      <p:sp>
        <p:nvSpPr>
          <p:cNvPr id="18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19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97561385"/>
      </p:ext>
    </p:extLst>
  </p:cSld>
  <p:clrMapOvr>
    <a:masterClrMapping/>
  </p:clrMapOvr>
  <p:transition>
    <p:fade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green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4278313" y="1705968"/>
            <a:ext cx="3636962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467" noProof="0">
              <a:solidFill>
                <a:schemeClr val="bg1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469900" y="1705968"/>
            <a:ext cx="3627438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467" noProof="0">
              <a:solidFill>
                <a:schemeClr val="bg1"/>
              </a:solidFill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8104176" y="1705968"/>
            <a:ext cx="3629025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467" noProof="0">
              <a:solidFill>
                <a:schemeClr val="bg1"/>
              </a:solidFill>
            </a:endParaRPr>
          </a:p>
        </p:txBody>
      </p:sp>
      <p:sp>
        <p:nvSpPr>
          <p:cNvPr id="7" name="Text Placeholder 8"/>
          <p:cNvSpPr>
            <a:spLocks noGrp="1"/>
          </p:cNvSpPr>
          <p:nvPr>
            <p:ph type="body" sz="quarter" idx="17"/>
          </p:nvPr>
        </p:nvSpPr>
        <p:spPr>
          <a:xfrm>
            <a:off x="4278313" y="1851441"/>
            <a:ext cx="3630168" cy="3845755"/>
          </a:xfrm>
        </p:spPr>
        <p:txBody>
          <a:bodyPr/>
          <a:lstStyle>
            <a:lvl1pPr marL="0" indent="0" algn="l">
              <a:buFontTx/>
              <a:buNone/>
              <a:defRPr b="1">
                <a:solidFill>
                  <a:schemeClr val="tx1"/>
                </a:solidFill>
              </a:defRPr>
            </a:lvl1pPr>
            <a:lvl2pPr marL="1270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2794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tx1"/>
                </a:solidFill>
              </a:defRPr>
            </a:lvl3pPr>
            <a:lvl4pPr marL="4318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◦"/>
              <a:defRPr>
                <a:solidFill>
                  <a:schemeClr val="tx1"/>
                </a:solidFill>
              </a:defRPr>
            </a:lvl4pPr>
            <a:lvl5pPr marL="5842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 baseline="0">
                <a:solidFill>
                  <a:schemeClr val="tx1"/>
                </a:solidFill>
              </a:defRPr>
            </a:lvl5pPr>
            <a:lvl6pPr marL="475188" indent="-235194">
              <a:spcAft>
                <a:spcPts val="1333"/>
              </a:spcAft>
              <a:buFont typeface="Verdana" panose="020B0604030504040204" pitchFamily="34" charset="0"/>
              <a:buChar char="−"/>
              <a:defRPr/>
            </a:lvl6pPr>
            <a:lvl7pPr marL="475188" indent="-235194">
              <a:spcAft>
                <a:spcPts val="1333"/>
              </a:spcAft>
              <a:defRPr/>
            </a:lvl7pPr>
            <a:lvl8pPr marL="475188" indent="-235194">
              <a:spcAft>
                <a:spcPts val="1333"/>
              </a:spcAft>
              <a:defRPr/>
            </a:lvl8pPr>
            <a:lvl9pPr marL="475188" indent="-235194">
              <a:spcAft>
                <a:spcPts val="1333"/>
              </a:spcAft>
              <a:defRPr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469900" y="1851441"/>
            <a:ext cx="3627438" cy="3845755"/>
          </a:xfrm>
        </p:spPr>
        <p:txBody>
          <a:bodyPr/>
          <a:lstStyle>
            <a:lvl1pPr marL="0" indent="0" algn="l">
              <a:buFontTx/>
              <a:buNone/>
              <a:defRPr b="1">
                <a:solidFill>
                  <a:schemeClr val="tx1"/>
                </a:solidFill>
              </a:defRPr>
            </a:lvl1pPr>
            <a:lvl2pPr marL="1270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2794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tx1"/>
                </a:solidFill>
              </a:defRPr>
            </a:lvl3pPr>
            <a:lvl4pPr marL="4318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◦"/>
              <a:defRPr>
                <a:solidFill>
                  <a:schemeClr val="tx1"/>
                </a:solidFill>
              </a:defRPr>
            </a:lvl4pPr>
            <a:lvl5pPr marL="5842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 baseline="0">
                <a:solidFill>
                  <a:schemeClr val="tx1"/>
                </a:solidFill>
              </a:defRPr>
            </a:lvl5pPr>
            <a:lvl6pPr marL="475188" indent="-235194">
              <a:spcAft>
                <a:spcPts val="1333"/>
              </a:spcAft>
              <a:buFont typeface="Verdana" panose="020B0604030504040204" pitchFamily="34" charset="0"/>
              <a:buChar char="−"/>
              <a:defRPr/>
            </a:lvl6pPr>
            <a:lvl7pPr marL="475188" indent="-235194">
              <a:spcAft>
                <a:spcPts val="1333"/>
              </a:spcAft>
              <a:defRPr/>
            </a:lvl7pPr>
            <a:lvl8pPr marL="475188" indent="-235194">
              <a:spcAft>
                <a:spcPts val="1333"/>
              </a:spcAft>
              <a:defRPr/>
            </a:lvl8pPr>
            <a:lvl9pPr marL="475188" indent="-235194">
              <a:spcAft>
                <a:spcPts val="1333"/>
              </a:spcAft>
              <a:defRPr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9"/>
          </p:nvPr>
        </p:nvSpPr>
        <p:spPr>
          <a:xfrm>
            <a:off x="8093075" y="1851441"/>
            <a:ext cx="3629025" cy="3845755"/>
          </a:xfrm>
        </p:spPr>
        <p:txBody>
          <a:bodyPr/>
          <a:lstStyle>
            <a:lvl1pPr marL="0" indent="0" algn="l">
              <a:buFontTx/>
              <a:buNone/>
              <a:defRPr b="1">
                <a:solidFill>
                  <a:schemeClr val="tx1"/>
                </a:solidFill>
              </a:defRPr>
            </a:lvl1pPr>
            <a:lvl2pPr marL="1270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2794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tx1"/>
                </a:solidFill>
              </a:defRPr>
            </a:lvl3pPr>
            <a:lvl4pPr marL="4318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◦"/>
              <a:defRPr>
                <a:solidFill>
                  <a:schemeClr val="tx1"/>
                </a:solidFill>
              </a:defRPr>
            </a:lvl4pPr>
            <a:lvl5pPr marL="5842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 baseline="0">
                <a:solidFill>
                  <a:schemeClr val="tx1"/>
                </a:solidFill>
              </a:defRPr>
            </a:lvl5pPr>
            <a:lvl6pPr marL="475188" indent="-235194">
              <a:spcAft>
                <a:spcPts val="1333"/>
              </a:spcAft>
              <a:buFont typeface="Verdana" panose="020B0604030504040204" pitchFamily="34" charset="0"/>
              <a:buChar char="−"/>
              <a:defRPr/>
            </a:lvl6pPr>
            <a:lvl7pPr marL="475188" indent="-235194">
              <a:spcAft>
                <a:spcPts val="1333"/>
              </a:spcAft>
              <a:defRPr/>
            </a:lvl7pPr>
            <a:lvl8pPr marL="475188" indent="-235194">
              <a:spcAft>
                <a:spcPts val="1333"/>
              </a:spcAft>
              <a:defRPr/>
            </a:lvl8pPr>
            <a:lvl9pPr marL="475188" indent="-235194">
              <a:spcAft>
                <a:spcPts val="1333"/>
              </a:spcAft>
              <a:defRPr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12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35867472"/>
      </p:ext>
    </p:extLst>
  </p:cSld>
  <p:clrMapOvr>
    <a:masterClrMapping/>
  </p:clrMapOvr>
  <p:transition>
    <p:fade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8"/>
          <p:cNvSpPr>
            <a:spLocks noGrp="1"/>
          </p:cNvSpPr>
          <p:nvPr>
            <p:ph type="body" sz="quarter" idx="17"/>
          </p:nvPr>
        </p:nvSpPr>
        <p:spPr>
          <a:xfrm>
            <a:off x="469900" y="2556000"/>
            <a:ext cx="2592000" cy="3394800"/>
          </a:xfrm>
        </p:spPr>
        <p:txBody>
          <a:bodyPr/>
          <a:lstStyle>
            <a:lvl1pPr marL="0" indent="0" algn="l">
              <a:buFontTx/>
              <a:buNone/>
              <a:defRPr b="0">
                <a:solidFill>
                  <a:schemeClr val="tx1"/>
                </a:solidFill>
              </a:defRPr>
            </a:lvl1pPr>
            <a:lvl2pPr marL="1270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2794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tx1"/>
                </a:solidFill>
              </a:defRPr>
            </a:lvl3pPr>
            <a:lvl4pPr marL="4318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◦"/>
              <a:defRPr>
                <a:solidFill>
                  <a:schemeClr val="tx1"/>
                </a:solidFill>
              </a:defRPr>
            </a:lvl4pPr>
            <a:lvl5pPr marL="5842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 baseline="0">
                <a:solidFill>
                  <a:schemeClr val="tx1"/>
                </a:solidFill>
              </a:defRPr>
            </a:lvl5pPr>
            <a:lvl6pPr marL="475188" indent="-235194">
              <a:spcAft>
                <a:spcPts val="1333"/>
              </a:spcAft>
              <a:buFont typeface="Verdana" panose="020B0604030504040204" pitchFamily="34" charset="0"/>
              <a:buChar char="−"/>
              <a:defRPr/>
            </a:lvl6pPr>
            <a:lvl7pPr marL="475188" indent="-235194">
              <a:spcAft>
                <a:spcPts val="1333"/>
              </a:spcAft>
              <a:defRPr/>
            </a:lvl7pPr>
            <a:lvl8pPr marL="475188" indent="-235194">
              <a:spcAft>
                <a:spcPts val="1333"/>
              </a:spcAft>
              <a:defRPr/>
            </a:lvl8pPr>
            <a:lvl9pPr marL="475188" indent="-235194">
              <a:spcAft>
                <a:spcPts val="1333"/>
              </a:spcAft>
              <a:defRPr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9130100" y="2556000"/>
            <a:ext cx="2592000" cy="3394800"/>
          </a:xfrm>
        </p:spPr>
        <p:txBody>
          <a:bodyPr/>
          <a:lstStyle>
            <a:lvl1pPr marL="0" indent="0" algn="l">
              <a:buFontTx/>
              <a:buNone/>
              <a:defRPr b="0">
                <a:solidFill>
                  <a:schemeClr val="tx1"/>
                </a:solidFill>
              </a:defRPr>
            </a:lvl1pPr>
            <a:lvl2pPr marL="1270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2794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tx1"/>
                </a:solidFill>
              </a:defRPr>
            </a:lvl3pPr>
            <a:lvl4pPr marL="4318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◦"/>
              <a:defRPr>
                <a:solidFill>
                  <a:schemeClr val="tx1"/>
                </a:solidFill>
              </a:defRPr>
            </a:lvl4pPr>
            <a:lvl5pPr marL="5842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 baseline="0">
                <a:solidFill>
                  <a:schemeClr val="tx1"/>
                </a:solidFill>
              </a:defRPr>
            </a:lvl5pPr>
            <a:lvl6pPr marL="475188" indent="-235194">
              <a:spcAft>
                <a:spcPts val="1333"/>
              </a:spcAft>
              <a:buFont typeface="Verdana" panose="020B0604030504040204" pitchFamily="34" charset="0"/>
              <a:buChar char="−"/>
              <a:defRPr/>
            </a:lvl6pPr>
            <a:lvl7pPr marL="475188" indent="-235194">
              <a:spcAft>
                <a:spcPts val="1333"/>
              </a:spcAft>
              <a:defRPr/>
            </a:lvl7pPr>
            <a:lvl8pPr marL="475188" indent="-235194">
              <a:spcAft>
                <a:spcPts val="1333"/>
              </a:spcAft>
              <a:defRPr/>
            </a:lvl8pPr>
            <a:lvl9pPr marL="475188" indent="-235194">
              <a:spcAft>
                <a:spcPts val="1333"/>
              </a:spcAft>
              <a:defRPr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ext Placeholder 8"/>
          <p:cNvSpPr>
            <a:spLocks noGrp="1"/>
          </p:cNvSpPr>
          <p:nvPr>
            <p:ph type="body" sz="quarter" idx="19"/>
          </p:nvPr>
        </p:nvSpPr>
        <p:spPr>
          <a:xfrm>
            <a:off x="3356633" y="2556000"/>
            <a:ext cx="2592000" cy="3394800"/>
          </a:xfrm>
        </p:spPr>
        <p:txBody>
          <a:bodyPr/>
          <a:lstStyle>
            <a:lvl1pPr marL="0" indent="0" algn="l">
              <a:buFontTx/>
              <a:buNone/>
              <a:defRPr b="0">
                <a:solidFill>
                  <a:schemeClr val="tx1"/>
                </a:solidFill>
              </a:defRPr>
            </a:lvl1pPr>
            <a:lvl2pPr marL="1270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2794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tx1"/>
                </a:solidFill>
              </a:defRPr>
            </a:lvl3pPr>
            <a:lvl4pPr marL="4318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◦"/>
              <a:defRPr>
                <a:solidFill>
                  <a:schemeClr val="tx1"/>
                </a:solidFill>
              </a:defRPr>
            </a:lvl4pPr>
            <a:lvl5pPr marL="5842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 baseline="0">
                <a:solidFill>
                  <a:schemeClr val="tx1"/>
                </a:solidFill>
              </a:defRPr>
            </a:lvl5pPr>
            <a:lvl6pPr marL="475188" indent="-235194">
              <a:spcAft>
                <a:spcPts val="1333"/>
              </a:spcAft>
              <a:buFont typeface="Verdana" panose="020B0604030504040204" pitchFamily="34" charset="0"/>
              <a:buChar char="−"/>
              <a:defRPr/>
            </a:lvl6pPr>
            <a:lvl7pPr marL="475188" indent="-235194">
              <a:spcAft>
                <a:spcPts val="1333"/>
              </a:spcAft>
              <a:defRPr/>
            </a:lvl7pPr>
            <a:lvl8pPr marL="475188" indent="-235194">
              <a:spcAft>
                <a:spcPts val="1333"/>
              </a:spcAft>
              <a:defRPr/>
            </a:lvl8pPr>
            <a:lvl9pPr marL="475188" indent="-235194">
              <a:spcAft>
                <a:spcPts val="1333"/>
              </a:spcAft>
              <a:defRPr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Text Placeholder 8"/>
          <p:cNvSpPr>
            <a:spLocks noGrp="1"/>
          </p:cNvSpPr>
          <p:nvPr>
            <p:ph type="body" sz="quarter" idx="20"/>
          </p:nvPr>
        </p:nvSpPr>
        <p:spPr>
          <a:xfrm>
            <a:off x="6243366" y="2556000"/>
            <a:ext cx="2592000" cy="3394800"/>
          </a:xfrm>
        </p:spPr>
        <p:txBody>
          <a:bodyPr/>
          <a:lstStyle>
            <a:lvl1pPr marL="0" indent="0" algn="l">
              <a:buFontTx/>
              <a:buNone/>
              <a:defRPr b="0">
                <a:solidFill>
                  <a:schemeClr val="tx1"/>
                </a:solidFill>
              </a:defRPr>
            </a:lvl1pPr>
            <a:lvl2pPr marL="1270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2794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tx1"/>
                </a:solidFill>
              </a:defRPr>
            </a:lvl3pPr>
            <a:lvl4pPr marL="4318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◦"/>
              <a:defRPr>
                <a:solidFill>
                  <a:schemeClr val="tx1"/>
                </a:solidFill>
              </a:defRPr>
            </a:lvl4pPr>
            <a:lvl5pPr marL="5842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 baseline="0">
                <a:solidFill>
                  <a:schemeClr val="tx1"/>
                </a:solidFill>
              </a:defRPr>
            </a:lvl5pPr>
            <a:lvl6pPr marL="475188" indent="-235194">
              <a:spcAft>
                <a:spcPts val="1333"/>
              </a:spcAft>
              <a:buFont typeface="Verdana" panose="020B0604030504040204" pitchFamily="34" charset="0"/>
              <a:buChar char="−"/>
              <a:defRPr/>
            </a:lvl6pPr>
            <a:lvl7pPr marL="475188" indent="-235194">
              <a:spcAft>
                <a:spcPts val="1333"/>
              </a:spcAft>
              <a:defRPr/>
            </a:lvl7pPr>
            <a:lvl8pPr marL="475188" indent="-235194">
              <a:spcAft>
                <a:spcPts val="1333"/>
              </a:spcAft>
              <a:defRPr/>
            </a:lvl8pPr>
            <a:lvl9pPr marL="475188" indent="-235194">
              <a:spcAft>
                <a:spcPts val="1333"/>
              </a:spcAft>
              <a:defRPr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12430734"/>
      </p:ext>
    </p:extLst>
  </p:cSld>
  <p:clrMapOvr>
    <a:masterClrMapping/>
  </p:clrMapOvr>
  <p:transition>
    <p:fade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 column icon gree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8"/>
          <p:cNvSpPr>
            <a:spLocks noGrp="1"/>
          </p:cNvSpPr>
          <p:nvPr>
            <p:ph type="body" sz="quarter" idx="17"/>
          </p:nvPr>
        </p:nvSpPr>
        <p:spPr>
          <a:xfrm>
            <a:off x="469903" y="2556000"/>
            <a:ext cx="2592000" cy="3394800"/>
          </a:xfrm>
        </p:spPr>
        <p:txBody>
          <a:bodyPr/>
          <a:lstStyle>
            <a:lvl1pPr marL="0" indent="0" algn="l">
              <a:buFontTx/>
              <a:buNone/>
              <a:defRPr b="0">
                <a:solidFill>
                  <a:schemeClr val="bg1"/>
                </a:solidFill>
              </a:defRPr>
            </a:lvl1pPr>
            <a:lvl2pPr marL="1270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 marL="2794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bg1"/>
                </a:solidFill>
              </a:defRPr>
            </a:lvl3pPr>
            <a:lvl4pPr marL="4318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◦"/>
              <a:defRPr>
                <a:solidFill>
                  <a:schemeClr val="bg1"/>
                </a:solidFill>
              </a:defRPr>
            </a:lvl4pPr>
            <a:lvl5pPr marL="5842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 baseline="0">
                <a:solidFill>
                  <a:schemeClr val="bg1"/>
                </a:solidFill>
              </a:defRPr>
            </a:lvl5pPr>
            <a:lvl6pPr marL="475188" indent="-235194">
              <a:spcAft>
                <a:spcPts val="1333"/>
              </a:spcAft>
              <a:buFont typeface="Verdana" panose="020B0604030504040204" pitchFamily="34" charset="0"/>
              <a:buChar char="−"/>
              <a:defRPr>
                <a:solidFill>
                  <a:schemeClr val="bg1"/>
                </a:solidFill>
              </a:defRPr>
            </a:lvl6pPr>
            <a:lvl7pPr marL="475188" indent="-235194">
              <a:spcAft>
                <a:spcPts val="1333"/>
              </a:spcAft>
              <a:defRPr>
                <a:solidFill>
                  <a:schemeClr val="bg1"/>
                </a:solidFill>
              </a:defRPr>
            </a:lvl7pPr>
            <a:lvl8pPr marL="475188" indent="-235194">
              <a:spcAft>
                <a:spcPts val="1333"/>
              </a:spcAft>
              <a:defRPr>
                <a:solidFill>
                  <a:schemeClr val="bg1"/>
                </a:solidFill>
              </a:defRPr>
            </a:lvl8pPr>
            <a:lvl9pPr marL="475188" indent="-235194">
              <a:spcAft>
                <a:spcPts val="1333"/>
              </a:spcAft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9130100" y="2556000"/>
            <a:ext cx="2592000" cy="3394800"/>
          </a:xfrm>
        </p:spPr>
        <p:txBody>
          <a:bodyPr/>
          <a:lstStyle>
            <a:lvl1pPr marL="0" indent="0" algn="l">
              <a:buFontTx/>
              <a:buNone/>
              <a:defRPr b="0">
                <a:solidFill>
                  <a:schemeClr val="bg1"/>
                </a:solidFill>
              </a:defRPr>
            </a:lvl1pPr>
            <a:lvl2pPr marL="1270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 marL="2794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bg1"/>
                </a:solidFill>
              </a:defRPr>
            </a:lvl3pPr>
            <a:lvl4pPr marL="4318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◦"/>
              <a:defRPr>
                <a:solidFill>
                  <a:schemeClr val="bg1"/>
                </a:solidFill>
              </a:defRPr>
            </a:lvl4pPr>
            <a:lvl5pPr marL="5842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 baseline="0">
                <a:solidFill>
                  <a:schemeClr val="bg1"/>
                </a:solidFill>
              </a:defRPr>
            </a:lvl5pPr>
            <a:lvl6pPr marL="475188" indent="-235194">
              <a:spcAft>
                <a:spcPts val="1333"/>
              </a:spcAft>
              <a:buFont typeface="Verdana" panose="020B0604030504040204" pitchFamily="34" charset="0"/>
              <a:buChar char="−"/>
              <a:defRPr>
                <a:solidFill>
                  <a:schemeClr val="bg1"/>
                </a:solidFill>
              </a:defRPr>
            </a:lvl6pPr>
            <a:lvl7pPr marL="475188" indent="-235194">
              <a:spcAft>
                <a:spcPts val="1333"/>
              </a:spcAft>
              <a:defRPr>
                <a:solidFill>
                  <a:schemeClr val="bg1"/>
                </a:solidFill>
              </a:defRPr>
            </a:lvl7pPr>
            <a:lvl8pPr marL="475188" indent="-235194">
              <a:spcAft>
                <a:spcPts val="1333"/>
              </a:spcAft>
              <a:defRPr>
                <a:solidFill>
                  <a:schemeClr val="bg1"/>
                </a:solidFill>
              </a:defRPr>
            </a:lvl8pPr>
            <a:lvl9pPr marL="475188" indent="-235194">
              <a:spcAft>
                <a:spcPts val="1333"/>
              </a:spcAft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ext Placeholder 8"/>
          <p:cNvSpPr>
            <a:spLocks noGrp="1"/>
          </p:cNvSpPr>
          <p:nvPr>
            <p:ph type="body" sz="quarter" idx="19"/>
          </p:nvPr>
        </p:nvSpPr>
        <p:spPr>
          <a:xfrm>
            <a:off x="3356635" y="2556000"/>
            <a:ext cx="2592000" cy="3394800"/>
          </a:xfrm>
        </p:spPr>
        <p:txBody>
          <a:bodyPr/>
          <a:lstStyle>
            <a:lvl1pPr marL="0" indent="0" algn="l">
              <a:buFontTx/>
              <a:buNone/>
              <a:defRPr b="0">
                <a:solidFill>
                  <a:schemeClr val="bg1"/>
                </a:solidFill>
              </a:defRPr>
            </a:lvl1pPr>
            <a:lvl2pPr marL="1270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 marL="2794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bg1"/>
                </a:solidFill>
              </a:defRPr>
            </a:lvl3pPr>
            <a:lvl4pPr marL="4318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◦"/>
              <a:defRPr>
                <a:solidFill>
                  <a:schemeClr val="bg1"/>
                </a:solidFill>
              </a:defRPr>
            </a:lvl4pPr>
            <a:lvl5pPr marL="5842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 baseline="0">
                <a:solidFill>
                  <a:schemeClr val="bg1"/>
                </a:solidFill>
              </a:defRPr>
            </a:lvl5pPr>
            <a:lvl6pPr marL="475188" indent="-235194">
              <a:spcAft>
                <a:spcPts val="1333"/>
              </a:spcAft>
              <a:buFont typeface="Verdana" panose="020B0604030504040204" pitchFamily="34" charset="0"/>
              <a:buChar char="−"/>
              <a:defRPr>
                <a:solidFill>
                  <a:schemeClr val="bg1"/>
                </a:solidFill>
              </a:defRPr>
            </a:lvl6pPr>
            <a:lvl7pPr marL="475188" indent="-235194">
              <a:spcAft>
                <a:spcPts val="1333"/>
              </a:spcAft>
              <a:defRPr>
                <a:solidFill>
                  <a:schemeClr val="bg1"/>
                </a:solidFill>
              </a:defRPr>
            </a:lvl7pPr>
            <a:lvl8pPr marL="475188" indent="-235194">
              <a:spcAft>
                <a:spcPts val="1333"/>
              </a:spcAft>
              <a:defRPr>
                <a:solidFill>
                  <a:schemeClr val="bg1"/>
                </a:solidFill>
              </a:defRPr>
            </a:lvl8pPr>
            <a:lvl9pPr marL="475188" indent="-235194">
              <a:spcAft>
                <a:spcPts val="1333"/>
              </a:spcAft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Text Placeholder 8"/>
          <p:cNvSpPr>
            <a:spLocks noGrp="1"/>
          </p:cNvSpPr>
          <p:nvPr>
            <p:ph type="body" sz="quarter" idx="20"/>
          </p:nvPr>
        </p:nvSpPr>
        <p:spPr>
          <a:xfrm>
            <a:off x="6243367" y="2556000"/>
            <a:ext cx="2592000" cy="3394800"/>
          </a:xfrm>
        </p:spPr>
        <p:txBody>
          <a:bodyPr/>
          <a:lstStyle>
            <a:lvl1pPr marL="0" indent="0" algn="l">
              <a:buFontTx/>
              <a:buNone/>
              <a:defRPr b="0">
                <a:solidFill>
                  <a:schemeClr val="bg1"/>
                </a:solidFill>
              </a:defRPr>
            </a:lvl1pPr>
            <a:lvl2pPr marL="1270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 marL="2794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bg1"/>
                </a:solidFill>
              </a:defRPr>
            </a:lvl3pPr>
            <a:lvl4pPr marL="4318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◦"/>
              <a:defRPr>
                <a:solidFill>
                  <a:schemeClr val="bg1"/>
                </a:solidFill>
              </a:defRPr>
            </a:lvl4pPr>
            <a:lvl5pPr marL="5842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 baseline="0">
                <a:solidFill>
                  <a:schemeClr val="bg1"/>
                </a:solidFill>
              </a:defRPr>
            </a:lvl5pPr>
            <a:lvl6pPr marL="475188" indent="-235194">
              <a:spcAft>
                <a:spcPts val="1333"/>
              </a:spcAft>
              <a:buFont typeface="Verdana" panose="020B0604030504040204" pitchFamily="34" charset="0"/>
              <a:buChar char="−"/>
              <a:defRPr>
                <a:solidFill>
                  <a:schemeClr val="bg1"/>
                </a:solidFill>
              </a:defRPr>
            </a:lvl6pPr>
            <a:lvl7pPr marL="475188" indent="-235194">
              <a:spcAft>
                <a:spcPts val="1333"/>
              </a:spcAft>
              <a:defRPr>
                <a:solidFill>
                  <a:schemeClr val="bg1"/>
                </a:solidFill>
              </a:defRPr>
            </a:lvl7pPr>
            <a:lvl8pPr marL="475188" indent="-235194">
              <a:spcAft>
                <a:spcPts val="1333"/>
              </a:spcAft>
              <a:defRPr>
                <a:solidFill>
                  <a:schemeClr val="bg1"/>
                </a:solidFill>
              </a:defRPr>
            </a:lvl8pPr>
            <a:lvl9pPr marL="475188" indent="-235194">
              <a:spcAft>
                <a:spcPts val="1333"/>
              </a:spcAft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CaseCode"/>
          <p:cNvSpPr txBox="1"/>
          <p:nvPr userDrawn="1"/>
        </p:nvSpPr>
        <p:spPr>
          <a:xfrm>
            <a:off x="6336000" y="6476999"/>
            <a:ext cx="4896560" cy="2000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650" noProof="0">
                <a:solidFill>
                  <a:schemeClr val="bg1"/>
                </a:solidFill>
              </a:rPr>
              <a:t>Presentation title</a:t>
            </a:r>
            <a:br>
              <a:rPr lang="en-US" sz="650" noProof="0">
                <a:solidFill>
                  <a:schemeClr val="bg1"/>
                </a:solidFill>
              </a:rPr>
            </a:br>
            <a:r>
              <a:rPr lang="en-US" sz="650" noProof="0">
                <a:solidFill>
                  <a:schemeClr val="bg1"/>
                </a:solidFill>
              </a:rPr>
              <a:t>[To edit, click View &gt; Slide Master &gt; Slide master1]</a:t>
            </a:r>
          </a:p>
        </p:txBody>
      </p:sp>
      <p:sp>
        <p:nvSpPr>
          <p:cNvPr id="14" name="Copyright"/>
          <p:cNvSpPr txBox="1"/>
          <p:nvPr userDrawn="1"/>
        </p:nvSpPr>
        <p:spPr>
          <a:xfrm>
            <a:off x="469900" y="6477000"/>
            <a:ext cx="5355167" cy="1000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800"/>
              </a:spcBef>
              <a:buSzPct val="100000"/>
              <a:buFont typeface="Arial"/>
              <a:buNone/>
            </a:pPr>
            <a:r>
              <a:rPr lang="en-US" sz="650" noProof="0">
                <a:solidFill>
                  <a:schemeClr val="bg1"/>
                </a:solidFill>
              </a:rPr>
              <a:t>Copyright © 2017 Deloitte Development LLC. All rights reserved.</a:t>
            </a:r>
          </a:p>
        </p:txBody>
      </p:sp>
      <p:sp>
        <p:nvSpPr>
          <p:cNvPr id="15" name="TextBox 14"/>
          <p:cNvSpPr txBox="1"/>
          <p:nvPr userDrawn="1"/>
        </p:nvSpPr>
        <p:spPr>
          <a:xfrm>
            <a:off x="11382378" y="6477001"/>
            <a:ext cx="307975" cy="1000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800"/>
              </a:spcBef>
              <a:buSzPct val="100000"/>
              <a:buFont typeface="Arial"/>
              <a:buNone/>
            </a:pPr>
            <a:fld id="{C58DF478-B544-4ED8-9ED4-6A2648E2D233}" type="slidenum">
              <a:rPr lang="en-US" sz="650" noProof="0" smtClean="0">
                <a:solidFill>
                  <a:schemeClr val="bg1"/>
                </a:solidFill>
              </a:rPr>
              <a:pPr marL="0" indent="0" algn="r">
                <a:spcBef>
                  <a:spcPts val="800"/>
                </a:spcBef>
                <a:buSzPct val="100000"/>
                <a:buFont typeface="Arial"/>
                <a:buNone/>
              </a:pPr>
              <a:t>‹#›</a:t>
            </a:fld>
            <a:endParaRPr lang="en-US" sz="650" noProof="0">
              <a:solidFill>
                <a:schemeClr val="bg1"/>
              </a:solidFill>
            </a:endParaRPr>
          </a:p>
        </p:txBody>
      </p:sp>
      <p:sp>
        <p:nvSpPr>
          <p:cNvPr id="16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17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44370876"/>
      </p:ext>
    </p:extLst>
  </p:cSld>
  <p:clrMapOvr>
    <a:masterClrMapping/>
  </p:clrMapOvr>
  <p:transition>
    <p:fade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1 column text with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18"/>
          <p:cNvSpPr>
            <a:spLocks noGrp="1"/>
          </p:cNvSpPr>
          <p:nvPr>
            <p:ph idx="1"/>
          </p:nvPr>
        </p:nvSpPr>
        <p:spPr>
          <a:xfrm>
            <a:off x="467783" y="1665817"/>
            <a:ext cx="5537730" cy="463338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67089491"/>
      </p:ext>
    </p:extLst>
  </p:cSld>
  <p:clrMapOvr>
    <a:masterClrMapping/>
  </p:clrMapOvr>
  <p:transition>
    <p:fade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/>
          <p:cNvSpPr>
            <a:spLocks noGrp="1"/>
          </p:cNvSpPr>
          <p:nvPr>
            <p:ph type="title"/>
          </p:nvPr>
        </p:nvSpPr>
        <p:spPr>
          <a:xfrm>
            <a:off x="469900" y="402586"/>
            <a:ext cx="11252200" cy="698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42278702"/>
      </p:ext>
    </p:extLst>
  </p:cSld>
  <p:clrMapOvr>
    <a:masterClrMapping/>
  </p:clrMapOvr>
  <p:transition>
    <p:fade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23936"/>
      </p:ext>
    </p:extLst>
  </p:cSld>
  <p:clrMapOvr>
    <a:masterClrMapping/>
  </p:clrMapOvr>
  <p:transition>
    <p:fade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Slide -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475200" y="5845180"/>
            <a:ext cx="5592011" cy="50564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1800" b="1" baseline="0">
                <a:solidFill>
                  <a:schemeClr val="bg1"/>
                </a:solidFill>
              </a:defRPr>
            </a:lvl1pPr>
            <a:lvl2pPr marL="0" indent="0" algn="l">
              <a:buNone/>
              <a:defRPr sz="1600" b="0">
                <a:solidFill>
                  <a:schemeClr val="bg1"/>
                </a:solidFill>
              </a:defRPr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 noProof="0"/>
              <a:t>Overview of SCP Capabilities &amp; Use Cases</a:t>
            </a:r>
          </a:p>
          <a:p>
            <a:endParaRPr lang="en-US" noProof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475200" y="6362699"/>
            <a:ext cx="5594349" cy="298451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 sz="1050">
                <a:solidFill>
                  <a:schemeClr val="bg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endParaRPr lang="en-US" noProof="0"/>
          </a:p>
        </p:txBody>
      </p:sp>
      <p:grpSp>
        <p:nvGrpSpPr>
          <p:cNvPr id="22" name="Group 21"/>
          <p:cNvGrpSpPr>
            <a:grpSpLocks noChangeAspect="1"/>
          </p:cNvGrpSpPr>
          <p:nvPr userDrawn="1"/>
        </p:nvGrpSpPr>
        <p:grpSpPr>
          <a:xfrm>
            <a:off x="469900" y="457761"/>
            <a:ext cx="1998000" cy="374400"/>
            <a:chOff x="398463" y="404813"/>
            <a:chExt cx="1627187" cy="307976"/>
          </a:xfrm>
          <a:solidFill>
            <a:schemeClr val="tx1"/>
          </a:solidFill>
        </p:grpSpPr>
        <p:sp>
          <p:nvSpPr>
            <p:cNvPr id="23" name="Oval 5"/>
            <p:cNvSpPr>
              <a:spLocks noChangeArrowheads="1"/>
            </p:cNvSpPr>
            <p:nvPr userDrawn="1"/>
          </p:nvSpPr>
          <p:spPr bwMode="auto">
            <a:xfrm>
              <a:off x="1938338" y="625476"/>
              <a:ext cx="87312" cy="87313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4" name="Freeform 6"/>
            <p:cNvSpPr>
              <a:spLocks noEditPoints="1"/>
            </p:cNvSpPr>
            <p:nvPr userDrawn="1"/>
          </p:nvSpPr>
          <p:spPr bwMode="auto">
            <a:xfrm>
              <a:off x="398463" y="406401"/>
              <a:ext cx="247650" cy="301625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5" name="Rectangle 7"/>
            <p:cNvSpPr>
              <a:spLocks noChangeArrowheads="1"/>
            </p:cNvSpPr>
            <p:nvPr userDrawn="1"/>
          </p:nvSpPr>
          <p:spPr bwMode="auto">
            <a:xfrm>
              <a:off x="906463" y="404813"/>
              <a:ext cx="74612" cy="30321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6" name="Freeform 8"/>
            <p:cNvSpPr>
              <a:spLocks noEditPoints="1"/>
            </p:cNvSpPr>
            <p:nvPr userDrawn="1"/>
          </p:nvSpPr>
          <p:spPr bwMode="auto">
            <a:xfrm>
              <a:off x="1011238" y="479426"/>
              <a:ext cx="215900" cy="231775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7" name="Rectangle 9"/>
            <p:cNvSpPr>
              <a:spLocks noChangeArrowheads="1"/>
            </p:cNvSpPr>
            <p:nvPr userDrawn="1"/>
          </p:nvSpPr>
          <p:spPr bwMode="auto">
            <a:xfrm>
              <a:off x="1257300" y="482601"/>
              <a:ext cx="74612" cy="2254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8" name="Rectangle 10"/>
            <p:cNvSpPr>
              <a:spLocks noChangeArrowheads="1"/>
            </p:cNvSpPr>
            <p:nvPr userDrawn="1"/>
          </p:nvSpPr>
          <p:spPr bwMode="auto">
            <a:xfrm>
              <a:off x="1257300" y="404813"/>
              <a:ext cx="74612" cy="50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9" name="Freeform 11"/>
            <p:cNvSpPr>
              <a:spLocks/>
            </p:cNvSpPr>
            <p:nvPr userDrawn="1"/>
          </p:nvSpPr>
          <p:spPr bwMode="auto">
            <a:xfrm>
              <a:off x="1362075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0" name="Freeform 12"/>
            <p:cNvSpPr>
              <a:spLocks/>
            </p:cNvSpPr>
            <p:nvPr userDrawn="1"/>
          </p:nvSpPr>
          <p:spPr bwMode="auto">
            <a:xfrm>
              <a:off x="1535113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1" name="Freeform 13"/>
            <p:cNvSpPr>
              <a:spLocks noEditPoints="1"/>
            </p:cNvSpPr>
            <p:nvPr userDrawn="1"/>
          </p:nvSpPr>
          <p:spPr bwMode="auto">
            <a:xfrm>
              <a:off x="1709738" y="479426"/>
              <a:ext cx="211137" cy="231775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2" name="Freeform 14"/>
            <p:cNvSpPr>
              <a:spLocks noEditPoints="1"/>
            </p:cNvSpPr>
            <p:nvPr userDrawn="1"/>
          </p:nvSpPr>
          <p:spPr bwMode="auto">
            <a:xfrm>
              <a:off x="668338" y="479426"/>
              <a:ext cx="209550" cy="231775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</p:grpSp>
      <p:sp>
        <p:nvSpPr>
          <p:cNvPr id="18" name="Rectangle 17"/>
          <p:cNvSpPr/>
          <p:nvPr userDrawn="1"/>
        </p:nvSpPr>
        <p:spPr>
          <a:xfrm>
            <a:off x="462811" y="5421731"/>
            <a:ext cx="2462213" cy="338554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200" b="1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rPr>
              <a:t>SAP BTP</a:t>
            </a:r>
            <a:r>
              <a:rPr lang="en-US" sz="2200" b="1" baseline="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rPr>
              <a:t>	</a:t>
            </a:r>
            <a:endParaRPr lang="en-US" sz="2200">
              <a:solidFill>
                <a:schemeClr val="bg1"/>
              </a:solidFill>
              <a:latin typeface="Verdana" charset="0"/>
              <a:ea typeface="Verdana" charset="0"/>
              <a:cs typeface="Verdana" charset="0"/>
            </a:endParaRPr>
          </a:p>
        </p:txBody>
      </p:sp>
      <p:sp>
        <p:nvSpPr>
          <p:cNvPr id="2" name="TextBox 1"/>
          <p:cNvSpPr txBox="1"/>
          <p:nvPr userDrawn="1"/>
        </p:nvSpPr>
        <p:spPr bwMode="gray">
          <a:xfrm>
            <a:off x="172720" y="152400"/>
            <a:ext cx="914400" cy="914400"/>
          </a:xfrm>
          <a:prstGeom prst="rect">
            <a:avLst/>
          </a:prstGeom>
        </p:spPr>
        <p:txBody>
          <a:bodyPr wrap="none" lIns="0" rIns="0" rtlCol="0" anchor="b" anchorCtr="0">
            <a:normAutofit/>
          </a:bodyPr>
          <a:lstStyle/>
          <a:p>
            <a:pPr>
              <a:lnSpc>
                <a:spcPts val="900"/>
              </a:lnSpc>
            </a:pPr>
            <a:endParaRPr lang="en-US" sz="1300" b="1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AD5A8C-FC13-4EA7-A25A-6DDF29D7C28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722367" y="451165"/>
            <a:ext cx="5116785" cy="5461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272222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ADADAD"/>
                </a:solidFill>
                <a:latin typeface="Open Sans"/>
                <a:cs typeface="Open Sans"/>
              </a:defRPr>
            </a:lvl1pPr>
          </a:lstStyle>
          <a:p>
            <a:pPr marL="25400">
              <a:lnSpc>
                <a:spcPct val="100000"/>
              </a:lnSpc>
              <a:spcBef>
                <a:spcPts val="160"/>
              </a:spcBef>
            </a:pPr>
            <a:fld id="{81D60167-4931-47E6-BA6A-407CBD079E47}" type="slidenum">
              <a:rPr dirty="0"/>
              <a:t>‹#›</a:t>
            </a:fld>
            <a:r>
              <a:t> | Copyright </a:t>
            </a:r>
            <a:r>
              <a:rPr spc="5"/>
              <a:t>© </a:t>
            </a:r>
            <a:r>
              <a:rPr spc="-5"/>
              <a:t>2017 </a:t>
            </a:r>
            <a:r>
              <a:t>Deloitte Development LLC. </a:t>
            </a:r>
            <a:r>
              <a:rPr spc="-5"/>
              <a:t>All </a:t>
            </a:r>
            <a:r>
              <a:t>rights</a:t>
            </a:r>
            <a:r>
              <a:rPr spc="-40"/>
              <a:t> </a:t>
            </a:r>
            <a:r>
              <a:t>reserved.</a:t>
            </a:r>
          </a:p>
        </p:txBody>
      </p:sp>
    </p:spTree>
    <p:extLst>
      <p:ext uri="{BB962C8B-B14F-4D97-AF65-F5344CB8AC3E}">
        <p14:creationId xmlns:p14="http://schemas.microsoft.com/office/powerpoint/2010/main" val="185133293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40270"/>
            <a:ext cx="11094171" cy="85810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0" y="1331626"/>
            <a:ext cx="5384800" cy="4912003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58011" y="1331626"/>
            <a:ext cx="5384800" cy="4912003"/>
          </a:xfrm>
        </p:spPr>
        <p:txBody>
          <a:bodyPr vert="horz" lIns="0" tIns="0" rIns="0" bIns="0" rtlCol="0">
            <a:noAutofit/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5339882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&amp; subtitle - Blac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528000" y="651600"/>
            <a:ext cx="111360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BBBCBC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1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28000" y="295683"/>
            <a:ext cx="11136000" cy="35591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11203771" y="6491553"/>
            <a:ext cx="463296" cy="32918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 algn="r">
              <a:spcBef>
                <a:spcPts val="600"/>
              </a:spcBef>
              <a:buSzPct val="100000"/>
              <a:buFont typeface="Arial"/>
              <a:buNone/>
            </a:pPr>
            <a:fld id="{C58DF478-B544-4ED8-9ED4-6A2648E2D233}" type="slidenum">
              <a:rPr lang="en-US" sz="650" noProof="0" smtClean="0">
                <a:solidFill>
                  <a:schemeClr val="tx1"/>
                </a:solidFill>
              </a:rPr>
              <a:pPr marL="0" indent="0" algn="r">
                <a:spcBef>
                  <a:spcPts val="600"/>
                </a:spcBef>
                <a:buSzPct val="100000"/>
                <a:buFont typeface="Arial"/>
                <a:buNone/>
              </a:pPr>
              <a:t>‹#›</a:t>
            </a:fld>
            <a:endParaRPr lang="en-US" sz="650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62206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- Blac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28000" y="295683"/>
            <a:ext cx="11136000" cy="46949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1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11203771" y="6491553"/>
            <a:ext cx="463296" cy="32918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488" noProof="0" smtClean="0">
                <a:solidFill>
                  <a:schemeClr val="tx1"/>
                </a:solidFill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488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44249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tags" Target="../tags/tag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oleObject" Target="../embeddings/oleObject1.bin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>
            <p:custDataLst>
              <p:tags r:id="rId47"/>
            </p:custDataLst>
            <p:extLst>
              <p:ext uri="{D42A27DB-BD31-4B8C-83A1-F6EECF244321}">
                <p14:modId xmlns:p14="http://schemas.microsoft.com/office/powerpoint/2010/main" val="1616855049"/>
              </p:ext>
            </p:extLst>
          </p:nvPr>
        </p:nvGraphicFramePr>
        <p:xfrm>
          <a:off x="2119" y="1589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8" imgW="270" imgH="270" progId="TCLayout.ActiveDocument.1">
                  <p:embed/>
                </p:oleObj>
              </mc:Choice>
              <mc:Fallback>
                <p:oleObj name="think-cell Slide" r:id="rId48" imgW="270" imgH="270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49"/>
                      <a:stretch>
                        <a:fillRect/>
                      </a:stretch>
                    </p:blipFill>
                    <p:spPr>
                      <a:xfrm>
                        <a:off x="2119" y="1589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469900" y="402586"/>
            <a:ext cx="11252200" cy="69215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1"/>
          </p:nvPr>
        </p:nvSpPr>
        <p:spPr>
          <a:xfrm>
            <a:off x="469900" y="1665290"/>
            <a:ext cx="11252200" cy="463391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CaseCode"/>
          <p:cNvSpPr txBox="1"/>
          <p:nvPr userDrawn="1"/>
        </p:nvSpPr>
        <p:spPr>
          <a:xfrm>
            <a:off x="6366480" y="6757973"/>
            <a:ext cx="4896560" cy="1000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650" noProof="0">
                <a:solidFill>
                  <a:schemeClr val="tx1"/>
                </a:solidFill>
              </a:rPr>
              <a:t>SAP BTP | Overview of BTP Capabilities &amp; Use Cases</a:t>
            </a:r>
          </a:p>
        </p:txBody>
      </p:sp>
      <p:sp>
        <p:nvSpPr>
          <p:cNvPr id="11" name="Copyright"/>
          <p:cNvSpPr txBox="1"/>
          <p:nvPr userDrawn="1"/>
        </p:nvSpPr>
        <p:spPr>
          <a:xfrm>
            <a:off x="459740" y="6757973"/>
            <a:ext cx="5355167" cy="10002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 defTabSz="1219170" rtl="0" eaLnBrk="1" latinLnBrk="0" hangingPunct="1">
              <a:spcBef>
                <a:spcPts val="800"/>
              </a:spcBef>
              <a:buSzPct val="100000"/>
              <a:buFont typeface="Arial"/>
              <a:buNone/>
            </a:pPr>
            <a:r>
              <a:rPr lang="en-US" sz="650" b="0" noProof="0">
                <a:solidFill>
                  <a:schemeClr val="tx1"/>
                </a:solidFill>
                <a:latin typeface="+mn-lt"/>
              </a:rPr>
              <a:t>Copyright © 2019 Deloitte Development LLC. All rights reserved.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11756393" y="6757973"/>
            <a:ext cx="307975" cy="1000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800"/>
              </a:spcBef>
              <a:buSzPct val="100000"/>
              <a:buFont typeface="Arial"/>
              <a:buNone/>
            </a:pPr>
            <a:fld id="{C58DF478-B544-4ED8-9ED4-6A2648E2D233}" type="slidenum">
              <a:rPr lang="en-US" sz="650" noProof="0" smtClean="0">
                <a:solidFill>
                  <a:schemeClr val="tx1"/>
                </a:solidFill>
              </a:rPr>
              <a:pPr marL="0" indent="0" algn="r">
                <a:spcBef>
                  <a:spcPts val="800"/>
                </a:spcBef>
                <a:buSzPct val="100000"/>
                <a:buFont typeface="Arial"/>
                <a:buNone/>
              </a:pPr>
              <a:t>‹#›</a:t>
            </a:fld>
            <a:endParaRPr lang="en-US" sz="650" noProof="0">
              <a:solidFill>
                <a:schemeClr val="tx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55" r:id="rId3"/>
    <p:sldLayoutId id="2147483756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13" r:id="rId10"/>
    <p:sldLayoutId id="2147483708" r:id="rId11"/>
    <p:sldLayoutId id="2147483710" r:id="rId12"/>
    <p:sldLayoutId id="2147483754" r:id="rId13"/>
    <p:sldLayoutId id="2147483711" r:id="rId14"/>
    <p:sldLayoutId id="2147483753" r:id="rId15"/>
    <p:sldLayoutId id="2147483679" r:id="rId16"/>
    <p:sldLayoutId id="2147483712" r:id="rId17"/>
    <p:sldLayoutId id="2147483678" r:id="rId18"/>
    <p:sldLayoutId id="2147483681" r:id="rId19"/>
    <p:sldLayoutId id="2147483735" r:id="rId20"/>
    <p:sldLayoutId id="2147483699" r:id="rId21"/>
    <p:sldLayoutId id="2147483714" r:id="rId22"/>
    <p:sldLayoutId id="2147483697" r:id="rId23"/>
    <p:sldLayoutId id="2147483718" r:id="rId24"/>
    <p:sldLayoutId id="2147483715" r:id="rId25"/>
    <p:sldLayoutId id="2147483716" r:id="rId26"/>
    <p:sldLayoutId id="2147483717" r:id="rId27"/>
    <p:sldLayoutId id="2147483728" r:id="rId28"/>
    <p:sldLayoutId id="2147483720" r:id="rId29"/>
    <p:sldLayoutId id="2147483721" r:id="rId30"/>
    <p:sldLayoutId id="2147483722" r:id="rId31"/>
    <p:sldLayoutId id="2147483695" r:id="rId32"/>
    <p:sldLayoutId id="2147483751" r:id="rId33"/>
    <p:sldLayoutId id="2147483724" r:id="rId34"/>
    <p:sldLayoutId id="2147483725" r:id="rId35"/>
    <p:sldLayoutId id="2147483726" r:id="rId36"/>
    <p:sldLayoutId id="2147483727" r:id="rId37"/>
    <p:sldLayoutId id="2147483698" r:id="rId38"/>
    <p:sldLayoutId id="2147483752" r:id="rId39"/>
    <p:sldLayoutId id="2147483696" r:id="rId40"/>
    <p:sldLayoutId id="2147483757" r:id="rId41"/>
    <p:sldLayoutId id="2147483759" r:id="rId42"/>
    <p:sldLayoutId id="2147483760" r:id="rId43"/>
    <p:sldLayoutId id="2147483764" r:id="rId44"/>
    <p:sldLayoutId id="2147483765" r:id="rId45"/>
  </p:sldLayoutIdLst>
  <p:transition>
    <p:fade/>
  </p:transition>
  <p:hf hdr="0" dt="0"/>
  <p:txStyles>
    <p:titleStyle>
      <a:lvl1pPr algn="l" defTabSz="1219170" rtl="0" eaLnBrk="1" latinLnBrk="0" hangingPunct="1">
        <a:spcBef>
          <a:spcPct val="0"/>
        </a:spcBef>
        <a:buNone/>
        <a:defRPr sz="2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1219170" rtl="0" eaLnBrk="1" latinLnBrk="0" hangingPunct="1">
        <a:spcBef>
          <a:spcPts val="0"/>
        </a:spcBef>
        <a:spcAft>
          <a:spcPts val="1333"/>
        </a:spcAft>
        <a:buSzPct val="100000"/>
        <a:buFontTx/>
        <a:buNone/>
        <a:defRPr sz="12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127000" indent="-127000" algn="l" defTabSz="1219170" rtl="0" eaLnBrk="1" latinLnBrk="0" hangingPunct="1">
        <a:spcBef>
          <a:spcPts val="0"/>
        </a:spcBef>
        <a:spcAft>
          <a:spcPts val="1333"/>
        </a:spcAft>
        <a:buClrTx/>
        <a:buSzPct val="100000"/>
        <a:buFont typeface="Arial" panose="020B0604020202020204" pitchFamily="34" charset="0"/>
        <a:buChar char="•"/>
        <a:defRPr lang="en-US" sz="1200" b="0" kern="120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279400" indent="-127000" algn="l" defTabSz="1219170" rtl="0" eaLnBrk="1" latinLnBrk="0" hangingPunct="1">
        <a:spcBef>
          <a:spcPts val="0"/>
        </a:spcBef>
        <a:spcAft>
          <a:spcPts val="1333"/>
        </a:spcAft>
        <a:buClrTx/>
        <a:buSzPct val="100000"/>
        <a:buFont typeface="Arial" panose="020B0604020202020204" pitchFamily="34" charset="0"/>
        <a:buChar char="−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431800" indent="-127000" algn="l" defTabSz="1219170" rtl="0" eaLnBrk="1" latinLnBrk="0" hangingPunct="1">
        <a:spcBef>
          <a:spcPts val="0"/>
        </a:spcBef>
        <a:spcAft>
          <a:spcPts val="1333"/>
        </a:spcAft>
        <a:buClrTx/>
        <a:buSzPct val="100000"/>
        <a:buFont typeface="Arial" panose="020B0604020202020204" pitchFamily="34" charset="0"/>
        <a:buChar char="◦"/>
        <a:defRPr lang="en-US" sz="1200" kern="1200" baseline="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584200" indent="-127000" algn="l" defTabSz="1064657" rtl="0" eaLnBrk="1" latinLnBrk="0" hangingPunct="1">
        <a:spcBef>
          <a:spcPts val="0"/>
        </a:spcBef>
        <a:spcAft>
          <a:spcPts val="1333"/>
        </a:spcAft>
        <a:buClrTx/>
        <a:buSzPct val="100000"/>
        <a:buFont typeface="Arial" panose="020B0604020202020204" pitchFamily="34" charset="0"/>
        <a:buChar char="−"/>
        <a:tabLst/>
        <a:defRPr lang="en-US" sz="1200" kern="1200" baseline="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710382" indent="-235194" algn="l" defTabSz="1219170" rtl="0" eaLnBrk="1" latinLnBrk="0" hangingPunct="1">
        <a:spcBef>
          <a:spcPts val="0"/>
        </a:spcBef>
        <a:spcAft>
          <a:spcPts val="1333"/>
        </a:spcAft>
        <a:buFont typeface="Verdana" panose="020B0604030504040204" pitchFamily="34" charset="0"/>
        <a:buChar char="−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710382" indent="-235194" algn="l" defTabSz="1219170" rtl="0" eaLnBrk="1" latinLnBrk="0" hangingPunct="1">
        <a:spcBef>
          <a:spcPts val="0"/>
        </a:spcBef>
        <a:spcAft>
          <a:spcPts val="1333"/>
        </a:spcAft>
        <a:buFont typeface="Verdana" panose="020B0604030504040204" pitchFamily="34" charset="0"/>
        <a:buChar char="−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710382" indent="-235194" algn="l" defTabSz="1219170" rtl="0" eaLnBrk="1" latinLnBrk="0" hangingPunct="1">
        <a:spcBef>
          <a:spcPts val="0"/>
        </a:spcBef>
        <a:spcAft>
          <a:spcPts val="1333"/>
        </a:spcAft>
        <a:buFont typeface="Verdana" panose="020B0604030504040204" pitchFamily="34" charset="0"/>
        <a:buChar char="−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710382" indent="-235194" algn="l" defTabSz="1219170" rtl="0" eaLnBrk="1" latinLnBrk="0" hangingPunct="1">
        <a:spcBef>
          <a:spcPts val="0"/>
        </a:spcBef>
        <a:spcAft>
          <a:spcPts val="1333"/>
        </a:spcAft>
        <a:buFont typeface="Verdana" panose="020B0604030504040204" pitchFamily="34" charset="0"/>
        <a:buChar char="−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098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  <p15:guide id="3" orient="horz" pos="3968" userDrawn="1">
          <p15:clr>
            <a:srgbClr val="F26B43"/>
          </p15:clr>
        </p15:guide>
        <p15:guide id="4" pos="296" userDrawn="1">
          <p15:clr>
            <a:srgbClr val="F26B43"/>
          </p15:clr>
        </p15:guide>
        <p15:guide id="5" pos="7384" userDrawn="1">
          <p15:clr>
            <a:srgbClr val="F26B43"/>
          </p15:clr>
        </p15:guide>
        <p15:guide id="6" orient="horz" pos="1071" userDrawn="1">
          <p15:clr>
            <a:srgbClr val="F26B43"/>
          </p15:clr>
        </p15:guide>
        <p15:guide id="7" orient="horz" pos="245" userDrawn="1">
          <p15:clr>
            <a:srgbClr val="F26B43"/>
          </p15:clr>
        </p15:guide>
        <p15:guide id="8" orient="horz" pos="4081" userDrawn="1">
          <p15:clr>
            <a:srgbClr val="F26B43"/>
          </p15:clr>
        </p15:guide>
        <p15:guide id="10" pos="4986" userDrawn="1">
          <p15:clr>
            <a:srgbClr val="F26B43"/>
          </p15:clr>
        </p15:guide>
        <p15:guide id="12" pos="1382" userDrawn="1">
          <p15:clr>
            <a:srgbClr val="F26B43"/>
          </p15:clr>
        </p15:guide>
        <p15:guide id="13" pos="1496" userDrawn="1">
          <p15:clr>
            <a:srgbClr val="F26B43"/>
          </p15:clr>
        </p15:guide>
        <p15:guide id="14" pos="2581" userDrawn="1">
          <p15:clr>
            <a:srgbClr val="F26B43"/>
          </p15:clr>
        </p15:guide>
        <p15:guide id="15" pos="2695" userDrawn="1">
          <p15:clr>
            <a:srgbClr val="F26B43"/>
          </p15:clr>
        </p15:guide>
        <p15:guide id="16" pos="6185" userDrawn="1">
          <p15:clr>
            <a:srgbClr val="F26B43"/>
          </p15:clr>
        </p15:guide>
        <p15:guide id="17" pos="3783" userDrawn="1">
          <p15:clr>
            <a:srgbClr val="F26B43"/>
          </p15:clr>
        </p15:guide>
        <p15:guide id="18" pos="3896" userDrawn="1">
          <p15:clr>
            <a:srgbClr val="F26B43"/>
          </p15:clr>
        </p15:guide>
        <p15:guide id="19" pos="3840" userDrawn="1">
          <p15:clr>
            <a:srgbClr val="F26B43"/>
          </p15:clr>
        </p15:guide>
        <p15:guide id="20" pos="6299" userDrawn="1">
          <p15:clr>
            <a:srgbClr val="F26B43"/>
          </p15:clr>
        </p15:guide>
        <p15:guide id="21" orient="horz" pos="1049" userDrawn="1">
          <p15:clr>
            <a:srgbClr val="F26B43"/>
          </p15:clr>
        </p15:guide>
        <p15:guide id="22" orient="horz" pos="641" userDrawn="1">
          <p15:clr>
            <a:srgbClr val="F26B43"/>
          </p15:clr>
        </p15:guide>
        <p15:guide id="23" orient="horz" pos="28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>
            <a:extLst>
              <a:ext uri="{FF2B5EF4-FFF2-40B4-BE49-F238E27FC236}">
                <a16:creationId xmlns:a16="http://schemas.microsoft.com/office/drawing/2014/main" id="{9A40E202-D37F-4FA8-82FB-20DA95C257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35667" y="4561726"/>
            <a:ext cx="6272695" cy="1859623"/>
          </a:xfrm>
        </p:spPr>
        <p:txBody>
          <a:bodyPr anchor="t"/>
          <a:lstStyle/>
          <a:p>
            <a:pPr algn="ctr"/>
            <a:r>
              <a:rPr lang="en-US" sz="3200">
                <a:latin typeface="Calibri" panose="020F0502020204030204" pitchFamily="34" charset="0"/>
                <a:cs typeface="Calibri" panose="020F0502020204030204" pitchFamily="34" charset="0"/>
              </a:rPr>
              <a:t>SAP Build Process Automation</a:t>
            </a:r>
          </a:p>
          <a:p>
            <a:pPr algn="ctr"/>
            <a:r>
              <a:rPr lang="en-US" sz="3200">
                <a:latin typeface="Calibri"/>
                <a:cs typeface="Calibri"/>
              </a:rPr>
              <a:t>Day 1</a:t>
            </a:r>
            <a:endParaRPr lang="en-US" sz="32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9742490" y="6547634"/>
            <a:ext cx="2319371" cy="192213"/>
          </a:xfrm>
        </p:spPr>
        <p:txBody>
          <a:bodyPr/>
          <a:lstStyle/>
          <a:p>
            <a:r>
              <a:rPr lang="en-US" noProof="0"/>
              <a:t>Deloitte Consulting LLP</a:t>
            </a:r>
          </a:p>
        </p:txBody>
      </p:sp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35C13028-3154-401C-868E-0725508DBD0D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3"/>
          <a:srcRect l="-12641" t="-8657" r="-12641" b="-8657"/>
          <a:stretch/>
        </p:blipFill>
        <p:spPr>
          <a:xfrm>
            <a:off x="3182276" y="113016"/>
            <a:ext cx="5400000" cy="4479532"/>
          </a:xfrm>
        </p:spPr>
      </p:pic>
    </p:spTree>
    <p:extLst>
      <p:ext uri="{BB962C8B-B14F-4D97-AF65-F5344CB8AC3E}">
        <p14:creationId xmlns:p14="http://schemas.microsoft.com/office/powerpoint/2010/main" val="1259888063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/>
          <p:cNvSpPr txBox="1"/>
          <p:nvPr/>
        </p:nvSpPr>
        <p:spPr>
          <a:xfrm>
            <a:off x="501650" y="6108406"/>
            <a:ext cx="9772650" cy="323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noAutofit/>
          </a:bodyPr>
          <a:lstStyle/>
          <a:p>
            <a:pPr>
              <a:buSzPct val="25000"/>
            </a:pPr>
            <a:r>
              <a:rPr lang="en-US" sz="1200">
                <a:latin typeface="Calibri" panose="020F0502020204030204" pitchFamily="34" charset="0"/>
                <a:cs typeface="Calibri" panose="020F0502020204030204" pitchFamily="34" charset="0"/>
              </a:rPr>
              <a:t>Source: </a:t>
            </a:r>
          </a:p>
          <a:p>
            <a:pPr>
              <a:buSzPct val="25000"/>
            </a:pPr>
            <a:r>
              <a:rPr lang="en-US" sz="1200">
                <a:latin typeface="Calibri" panose="020F0502020204030204" pitchFamily="34" charset="0"/>
                <a:cs typeface="Calibri" panose="020F0502020204030204" pitchFamily="34" charset="0"/>
              </a:rPr>
              <a:t>Note: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16E7EB-41DB-4253-8964-51F2C1952B76}"/>
              </a:ext>
            </a:extLst>
          </p:cNvPr>
          <p:cNvSpPr txBox="1"/>
          <p:nvPr/>
        </p:nvSpPr>
        <p:spPr bwMode="gray">
          <a:xfrm>
            <a:off x="0" y="0"/>
            <a:ext cx="12192000" cy="596900"/>
          </a:xfrm>
          <a:prstGeom prst="rect">
            <a:avLst/>
          </a:prstGeom>
        </p:spPr>
        <p:txBody>
          <a:bodyPr wrap="square" lIns="0" rIns="0" rtlCol="0" anchor="b" anchorCtr="0">
            <a:noAutofit/>
          </a:bodyPr>
          <a:lstStyle/>
          <a:p>
            <a:pPr algn="ctr">
              <a:lnSpc>
                <a:spcPts val="900"/>
              </a:lnSpc>
              <a:spcAft>
                <a:spcPts val="600"/>
              </a:spcAft>
            </a:pPr>
            <a:r>
              <a:rPr lang="en-US" sz="28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SAP Build Portfolio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E681E9E-A868-47F7-8A67-106274B6E70D}"/>
              </a:ext>
            </a:extLst>
          </p:cNvPr>
          <p:cNvGrpSpPr/>
          <p:nvPr/>
        </p:nvGrpSpPr>
        <p:grpSpPr>
          <a:xfrm>
            <a:off x="280385" y="5652308"/>
            <a:ext cx="11631227" cy="617706"/>
            <a:chOff x="320829" y="1760966"/>
            <a:chExt cx="10714906" cy="617706"/>
          </a:xfrm>
          <a:solidFill>
            <a:schemeClr val="accent1"/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6AB03A0-6A4E-4A29-A6EB-62E020225658}"/>
                </a:ext>
              </a:extLst>
            </p:cNvPr>
            <p:cNvSpPr/>
            <p:nvPr/>
          </p:nvSpPr>
          <p:spPr bwMode="gray">
            <a:xfrm>
              <a:off x="320829" y="1760966"/>
              <a:ext cx="1967595" cy="617706"/>
            </a:xfrm>
            <a:prstGeom prst="rect">
              <a:avLst/>
            </a:prstGeom>
            <a:grpFill/>
            <a:ln w="19050" algn="ctr">
              <a:noFill/>
              <a:miter lim="800000"/>
              <a:headEnd/>
              <a:tailEnd/>
            </a:ln>
          </p:spPr>
          <p:txBody>
            <a:bodyPr wrap="square" lIns="88900" tIns="88900" rIns="88900" bIns="88900" rtlCol="0" anchor="ctr"/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r>
                <a:rPr lang="en-US" sz="1200" b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Build Visually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BEDFA30-6E14-4220-AC0F-3080C0B58B95}"/>
                </a:ext>
              </a:extLst>
            </p:cNvPr>
            <p:cNvSpPr/>
            <p:nvPr/>
          </p:nvSpPr>
          <p:spPr bwMode="gray">
            <a:xfrm>
              <a:off x="4696225" y="1760966"/>
              <a:ext cx="1967595" cy="617706"/>
            </a:xfrm>
            <a:prstGeom prst="rect">
              <a:avLst/>
            </a:prstGeom>
            <a:grpFill/>
            <a:ln w="19050" algn="ctr">
              <a:noFill/>
              <a:miter lim="800000"/>
              <a:headEnd/>
              <a:tailEnd/>
            </a:ln>
          </p:spPr>
          <p:txBody>
            <a:bodyPr wrap="square" lIns="88900" tIns="88900" rIns="88900" bIns="88900" rtlCol="0" anchor="ctr"/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r>
                <a:rPr lang="en-US" sz="1200" b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Integrate smoothly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077489C7-496D-4372-849E-43DB6113AC17}"/>
                </a:ext>
              </a:extLst>
            </p:cNvPr>
            <p:cNvSpPr/>
            <p:nvPr/>
          </p:nvSpPr>
          <p:spPr bwMode="gray">
            <a:xfrm>
              <a:off x="2506786" y="1760966"/>
              <a:ext cx="1967595" cy="617706"/>
            </a:xfrm>
            <a:prstGeom prst="rect">
              <a:avLst/>
            </a:prstGeom>
            <a:grpFill/>
            <a:ln w="19050" algn="ctr">
              <a:noFill/>
              <a:miter lim="800000"/>
              <a:headEnd/>
              <a:tailEnd/>
            </a:ln>
          </p:spPr>
          <p:txBody>
            <a:bodyPr wrap="square" lIns="88900" tIns="88900" rIns="88900" bIns="88900" rtlCol="0" anchor="ctr"/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r>
                <a:rPr lang="en-US" sz="1200" b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Collaborate effectively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FF820E41-4A84-4269-9D78-74053784DBE4}"/>
                </a:ext>
              </a:extLst>
            </p:cNvPr>
            <p:cNvSpPr/>
            <p:nvPr/>
          </p:nvSpPr>
          <p:spPr bwMode="gray">
            <a:xfrm>
              <a:off x="6882182" y="1760966"/>
              <a:ext cx="1967595" cy="617706"/>
            </a:xfrm>
            <a:prstGeom prst="rect">
              <a:avLst/>
            </a:prstGeom>
            <a:grpFill/>
            <a:ln w="19050" algn="ctr">
              <a:noFill/>
              <a:miter lim="800000"/>
              <a:headEnd/>
              <a:tailEnd/>
            </a:ln>
          </p:spPr>
          <p:txBody>
            <a:bodyPr wrap="square" lIns="88900" tIns="88900" rIns="88900" bIns="88900" rtlCol="0" anchor="ctr"/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r>
                <a:rPr lang="en-US" sz="1200" b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Automate complex applications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ED3D119B-1786-48A3-A7CC-2010A5F84826}"/>
                </a:ext>
              </a:extLst>
            </p:cNvPr>
            <p:cNvSpPr/>
            <p:nvPr/>
          </p:nvSpPr>
          <p:spPr bwMode="gray">
            <a:xfrm>
              <a:off x="9068140" y="1760966"/>
              <a:ext cx="1967595" cy="617706"/>
            </a:xfrm>
            <a:prstGeom prst="rect">
              <a:avLst/>
            </a:prstGeom>
            <a:grpFill/>
            <a:ln w="19050" algn="ctr">
              <a:noFill/>
              <a:miter lim="800000"/>
              <a:headEnd/>
              <a:tailEnd/>
            </a:ln>
          </p:spPr>
          <p:txBody>
            <a:bodyPr wrap="square" lIns="88900" tIns="88900" rIns="88900" bIns="88900" rtlCol="0" anchor="ctr"/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r>
                <a:rPr lang="en-US" sz="1200" b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Drag and Drop simplicity tools 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57BFB3C-9EFB-4D65-BB86-F14D0880E707}"/>
              </a:ext>
            </a:extLst>
          </p:cNvPr>
          <p:cNvGrpSpPr/>
          <p:nvPr/>
        </p:nvGrpSpPr>
        <p:grpSpPr>
          <a:xfrm>
            <a:off x="445908" y="864631"/>
            <a:ext cx="10667614" cy="749364"/>
            <a:chOff x="1430734" y="1753463"/>
            <a:chExt cx="9270608" cy="647144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E84ECED-DFB8-4FD6-89CB-00A6153A32F3}"/>
                </a:ext>
              </a:extLst>
            </p:cNvPr>
            <p:cNvSpPr/>
            <p:nvPr/>
          </p:nvSpPr>
          <p:spPr bwMode="gray">
            <a:xfrm>
              <a:off x="1430734" y="1753463"/>
              <a:ext cx="2291201" cy="617706"/>
            </a:xfrm>
            <a:prstGeom prst="rect">
              <a:avLst/>
            </a:prstGeom>
            <a:solidFill>
              <a:schemeClr val="accent1"/>
            </a:solidFill>
            <a:ln w="19050" algn="ctr">
              <a:noFill/>
              <a:miter lim="800000"/>
              <a:headEnd/>
              <a:tailEnd/>
            </a:ln>
          </p:spPr>
          <p:txBody>
            <a:bodyPr wrap="square" lIns="88900" tIns="88900" rIns="88900" bIns="88900" rtlCol="0" anchor="ctr"/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r>
                <a:rPr lang="en-US" sz="1200" b="1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SAP Build Apps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33CA79A-2721-4120-9326-183FDEC62772}"/>
                </a:ext>
              </a:extLst>
            </p:cNvPr>
            <p:cNvSpPr/>
            <p:nvPr/>
          </p:nvSpPr>
          <p:spPr bwMode="gray">
            <a:xfrm>
              <a:off x="4967021" y="1776356"/>
              <a:ext cx="2541413" cy="617706"/>
            </a:xfrm>
            <a:prstGeom prst="rect">
              <a:avLst/>
            </a:prstGeom>
            <a:solidFill>
              <a:schemeClr val="accent1"/>
            </a:solidFill>
            <a:ln w="19050" algn="ctr">
              <a:noFill/>
              <a:miter lim="800000"/>
              <a:headEnd/>
              <a:tailEnd/>
            </a:ln>
          </p:spPr>
          <p:txBody>
            <a:bodyPr wrap="square" lIns="88900" tIns="88900" rIns="88900" bIns="88900" rtlCol="0" anchor="ctr"/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r>
                <a:rPr lang="en-US" sz="1200" b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SAP Build Process Automation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F17927D-9F0F-4C08-A737-7CF3FE167B95}"/>
                </a:ext>
              </a:extLst>
            </p:cNvPr>
            <p:cNvSpPr/>
            <p:nvPr/>
          </p:nvSpPr>
          <p:spPr bwMode="gray">
            <a:xfrm>
              <a:off x="8733747" y="1782901"/>
              <a:ext cx="1967595" cy="617706"/>
            </a:xfrm>
            <a:prstGeom prst="rect">
              <a:avLst/>
            </a:prstGeom>
            <a:solidFill>
              <a:schemeClr val="accent1"/>
            </a:solidFill>
            <a:ln w="19050" algn="ctr">
              <a:noFill/>
              <a:miter lim="800000"/>
              <a:headEnd/>
              <a:tailEnd/>
            </a:ln>
          </p:spPr>
          <p:txBody>
            <a:bodyPr wrap="square" lIns="88900" tIns="88900" rIns="88900" bIns="88900" rtlCol="0" anchor="ctr"/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r>
                <a:rPr lang="en-US" sz="1200" b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SAP Build Work Zone</a:t>
              </a: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13BEDDD8-72AD-8804-6E78-B859C0C083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908" y="1847638"/>
            <a:ext cx="11300183" cy="3581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300574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/>
          <p:cNvGrpSpPr/>
          <p:nvPr/>
        </p:nvGrpSpPr>
        <p:grpSpPr>
          <a:xfrm>
            <a:off x="5650786" y="1582219"/>
            <a:ext cx="6349428" cy="4378845"/>
            <a:chOff x="2317464" y="1644984"/>
            <a:chExt cx="4477870" cy="4500852"/>
          </a:xfrm>
          <a:solidFill>
            <a:srgbClr val="75787B"/>
          </a:solidFill>
        </p:grpSpPr>
        <p:sp>
          <p:nvSpPr>
            <p:cNvPr id="38" name="Hexagon 37"/>
            <p:cNvSpPr/>
            <p:nvPr/>
          </p:nvSpPr>
          <p:spPr bwMode="gray">
            <a:xfrm>
              <a:off x="3714005" y="3169208"/>
              <a:ext cx="1684788" cy="1452403"/>
            </a:xfrm>
            <a:prstGeom prst="hexagon">
              <a:avLst/>
            </a:prstGeom>
            <a:solidFill>
              <a:srgbClr val="86BC25"/>
            </a:solidFill>
            <a:ln w="9525" cap="flat" cmpd="sng" algn="ctr">
              <a:noFill/>
              <a:prstDash val="solid"/>
            </a:ln>
            <a:effectLst/>
          </p:spPr>
          <p:txBody>
            <a:bodyPr lIns="88900" tIns="88900" rIns="88900" bIns="88900" rtlCol="0" anchor="ctr"/>
            <a:lstStyle/>
            <a:p>
              <a:pPr algn="ctr">
                <a:spcBef>
                  <a:spcPts val="400"/>
                </a:spcBef>
                <a:defRPr/>
              </a:pPr>
              <a:r>
                <a:rPr lang="en-US" sz="1400" b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SAP Build Process Automation</a:t>
              </a:r>
              <a:endParaRPr lang="en-US" sz="1400" kern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9" name="Hexagon 38"/>
            <p:cNvSpPr/>
            <p:nvPr/>
          </p:nvSpPr>
          <p:spPr bwMode="gray">
            <a:xfrm>
              <a:off x="3714005" y="1644984"/>
              <a:ext cx="1684788" cy="1452403"/>
            </a:xfrm>
            <a:prstGeom prst="hexagon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88900" tIns="88900" rIns="88900" bIns="88900" rtlCol="0" anchor="ctr"/>
            <a:lstStyle/>
            <a:p>
              <a:pPr algn="ctr">
                <a:defRPr/>
              </a:pPr>
              <a:r>
                <a:rPr lang="en-US" sz="1400">
                  <a:latin typeface="Calibri" panose="020F0502020204030204" pitchFamily="34" charset="0"/>
                  <a:cs typeface="Calibri" panose="020F0502020204030204" pitchFamily="34" charset="0"/>
                </a:rPr>
                <a:t>Automate end-to-end cross-application workflows, that span several systems</a:t>
              </a:r>
              <a:endParaRPr lang="en-US" sz="1400" kern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0" name="Hexagon 39"/>
            <p:cNvSpPr/>
            <p:nvPr/>
          </p:nvSpPr>
          <p:spPr bwMode="gray">
            <a:xfrm>
              <a:off x="3714005" y="4693433"/>
              <a:ext cx="1684788" cy="1452403"/>
            </a:xfrm>
            <a:prstGeom prst="hexagon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88900" tIns="88900" rIns="88900" bIns="88900" rtlCol="0" anchor="ctr"/>
            <a:lstStyle/>
            <a:p>
              <a:pPr algn="ctr">
                <a:spcBef>
                  <a:spcPts val="400"/>
                </a:spcBef>
                <a:defRPr/>
              </a:pPr>
              <a:r>
                <a:rPr lang="en-US" sz="1400">
                  <a:latin typeface="Calibri" panose="020F0502020204030204" pitchFamily="34" charset="0"/>
                  <a:cs typeface="Calibri" panose="020F0502020204030204" pitchFamily="34" charset="0"/>
                </a:rPr>
                <a:t>Extend and adapt the standard flows of your business applications</a:t>
              </a:r>
              <a:endParaRPr lang="en-US" sz="1400" kern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1" name="Hexagon 40"/>
            <p:cNvSpPr/>
            <p:nvPr/>
          </p:nvSpPr>
          <p:spPr bwMode="gray">
            <a:xfrm>
              <a:off x="5110546" y="3927331"/>
              <a:ext cx="1684788" cy="1452403"/>
            </a:xfrm>
            <a:prstGeom prst="hexagon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88900" tIns="88900" rIns="88900" bIns="88900" rtlCol="0" anchor="ctr"/>
            <a:lstStyle/>
            <a:p>
              <a:pPr algn="ctr">
                <a:spcBef>
                  <a:spcPts val="400"/>
                </a:spcBef>
                <a:defRPr/>
              </a:pPr>
              <a:r>
                <a:rPr lang="en-US" sz="1400">
                  <a:latin typeface="Calibri" panose="020F0502020204030204" pitchFamily="34" charset="0"/>
                  <a:cs typeface="Calibri" panose="020F0502020204030204" pitchFamily="34" charset="0"/>
                </a:rPr>
                <a:t>Automatically aggregate data from multiple systems</a:t>
              </a:r>
              <a:endParaRPr lang="en-US" sz="1400" kern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2" name="Hexagon 41"/>
            <p:cNvSpPr/>
            <p:nvPr/>
          </p:nvSpPr>
          <p:spPr bwMode="gray">
            <a:xfrm>
              <a:off x="5110546" y="2411086"/>
              <a:ext cx="1684788" cy="1452403"/>
            </a:xfrm>
            <a:prstGeom prst="hexagon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88900" tIns="88900" rIns="88900" bIns="88900" rtlCol="0" anchor="ctr"/>
            <a:lstStyle/>
            <a:p>
              <a:pPr algn="ctr">
                <a:spcBef>
                  <a:spcPts val="400"/>
                </a:spcBef>
                <a:defRPr/>
              </a:pPr>
              <a:r>
                <a:rPr lang="en-US" sz="1400">
                  <a:latin typeface="Calibri" panose="020F0502020204030204" pitchFamily="34" charset="0"/>
                  <a:cs typeface="Calibri" panose="020F0502020204030204" pitchFamily="34" charset="0"/>
                </a:rPr>
                <a:t>Automate when there is a high volume of process steps</a:t>
              </a:r>
              <a:endParaRPr lang="en-US" sz="1400" kern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3" name="Hexagon 42"/>
            <p:cNvSpPr/>
            <p:nvPr/>
          </p:nvSpPr>
          <p:spPr bwMode="gray">
            <a:xfrm>
              <a:off x="2317464" y="3927331"/>
              <a:ext cx="1684788" cy="1452403"/>
            </a:xfrm>
            <a:prstGeom prst="hexagon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88900" tIns="88900" rIns="88900" bIns="88900" rtlCol="0" anchor="ctr"/>
            <a:lstStyle/>
            <a:p>
              <a:pPr algn="ctr">
                <a:spcBef>
                  <a:spcPts val="400"/>
                </a:spcBef>
                <a:defRPr/>
              </a:pPr>
              <a:r>
                <a:rPr lang="en-US" sz="1400">
                  <a:latin typeface="Calibri" panose="020F0502020204030204" pitchFamily="34" charset="0"/>
                  <a:cs typeface="Calibri" panose="020F0502020204030204" pitchFamily="34" charset="0"/>
                </a:rPr>
                <a:t>Digitalize manual and semi-automated processes</a:t>
              </a:r>
              <a:endParaRPr lang="en-US" sz="1400" kern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4" name="Hexagon 43"/>
            <p:cNvSpPr/>
            <p:nvPr/>
          </p:nvSpPr>
          <p:spPr bwMode="gray">
            <a:xfrm>
              <a:off x="2317464" y="2411086"/>
              <a:ext cx="1684788" cy="1452403"/>
            </a:xfrm>
            <a:prstGeom prst="hexagon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88900" tIns="88900" rIns="88900" bIns="88900" rtlCol="0" anchor="ctr"/>
            <a:lstStyle/>
            <a:p>
              <a:pPr algn="ctr">
                <a:spcBef>
                  <a:spcPts val="400"/>
                </a:spcBef>
                <a:defRPr/>
              </a:pPr>
              <a:r>
                <a:rPr lang="en-US" sz="1400">
                  <a:latin typeface="Calibri" panose="020F0502020204030204" pitchFamily="34" charset="0"/>
                  <a:cs typeface="Calibri" panose="020F0502020204030204" pitchFamily="34" charset="0"/>
                </a:rPr>
                <a:t>Automate manual, repetitive tasks such as copy-pasting data into a spreadsheet</a:t>
              </a:r>
              <a:endParaRPr lang="en-US" sz="1400" kern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54283AD-1EF0-4DFC-9D4A-4219983CE3F6}"/>
              </a:ext>
            </a:extLst>
          </p:cNvPr>
          <p:cNvGrpSpPr/>
          <p:nvPr/>
        </p:nvGrpSpPr>
        <p:grpSpPr>
          <a:xfrm>
            <a:off x="454333" y="1949951"/>
            <a:ext cx="4857406" cy="3663005"/>
            <a:chOff x="958367" y="841716"/>
            <a:chExt cx="7847430" cy="5581860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A71E2675-D696-4DD4-9845-5389F3B97D42}"/>
                </a:ext>
              </a:extLst>
            </p:cNvPr>
            <p:cNvGrpSpPr/>
            <p:nvPr/>
          </p:nvGrpSpPr>
          <p:grpSpPr>
            <a:xfrm>
              <a:off x="958367" y="982450"/>
              <a:ext cx="7847430" cy="5435880"/>
              <a:chOff x="958367" y="982450"/>
              <a:chExt cx="7847430" cy="5435880"/>
            </a:xfrm>
          </p:grpSpPr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E19F0089-61E5-4D9D-A173-77D63385A2A6}"/>
                  </a:ext>
                </a:extLst>
              </p:cNvPr>
              <p:cNvSpPr/>
              <p:nvPr/>
            </p:nvSpPr>
            <p:spPr bwMode="gray">
              <a:xfrm>
                <a:off x="3601232" y="1032891"/>
                <a:ext cx="5204565" cy="5204565"/>
              </a:xfrm>
              <a:prstGeom prst="ellipse">
                <a:avLst/>
              </a:prstGeom>
              <a:noFill/>
              <a:ln w="31750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square" lIns="66675" tIns="66675" rIns="66675" bIns="66675" rtlCol="0" anchor="ctr"/>
              <a:lstStyle/>
              <a:p>
                <a:pPr algn="ctr" defTabSz="685800">
                  <a:lnSpc>
                    <a:spcPct val="106000"/>
                  </a:lnSpc>
                  <a:defRPr/>
                </a:pPr>
                <a:endParaRPr lang="en-US" sz="1000" b="1">
                  <a:solidFill>
                    <a:prstClr val="white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91C2A168-7AAE-4362-831E-98C1A1C7647C}"/>
                  </a:ext>
                </a:extLst>
              </p:cNvPr>
              <p:cNvSpPr/>
              <p:nvPr/>
            </p:nvSpPr>
            <p:spPr bwMode="gray">
              <a:xfrm>
                <a:off x="958366" y="982450"/>
                <a:ext cx="5060516" cy="5435880"/>
              </a:xfrm>
              <a:prstGeom prst="rect">
                <a:avLst/>
              </a:prstGeom>
              <a:solidFill>
                <a:schemeClr val="bg1"/>
              </a:solidFill>
              <a:ln w="19050" algn="ctr">
                <a:noFill/>
                <a:miter lim="800000"/>
                <a:headEnd/>
                <a:tailEnd/>
              </a:ln>
            </p:spPr>
            <p:txBody>
              <a:bodyPr wrap="square" lIns="66675" tIns="66675" rIns="66675" bIns="66675" rtlCol="0" anchor="ctr"/>
              <a:lstStyle/>
              <a:p>
                <a:pPr algn="ctr" defTabSz="685800">
                  <a:lnSpc>
                    <a:spcPct val="106000"/>
                  </a:lnSpc>
                  <a:defRPr/>
                </a:pPr>
                <a:endParaRPr lang="en-US" sz="1000" b="1">
                  <a:solidFill>
                    <a:prstClr val="white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56B797A-18AD-415B-B00E-A0E58E297C00}"/>
                </a:ext>
              </a:extLst>
            </p:cNvPr>
            <p:cNvSpPr/>
            <p:nvPr/>
          </p:nvSpPr>
          <p:spPr>
            <a:xfrm>
              <a:off x="5529882" y="3387001"/>
              <a:ext cx="3061165" cy="37520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spcBef>
                  <a:spcPts val="400"/>
                </a:spcBef>
                <a:defRPr/>
              </a:pPr>
              <a:r>
                <a:rPr lang="en-US" sz="1000" b="1">
                  <a:latin typeface="Calibri" panose="020F0502020204030204" pitchFamily="34" charset="0"/>
                  <a:cs typeface="Calibri" panose="020F0502020204030204" pitchFamily="34" charset="0"/>
                </a:rPr>
                <a:t>SAP Build Process Automation</a:t>
              </a:r>
              <a:endParaRPr lang="en-US" sz="1000" kern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976196F2-6941-4DBC-BDF0-57D67EAF9949}"/>
                </a:ext>
              </a:extLst>
            </p:cNvPr>
            <p:cNvSpPr/>
            <p:nvPr/>
          </p:nvSpPr>
          <p:spPr bwMode="gray">
            <a:xfrm>
              <a:off x="3942427" y="841716"/>
              <a:ext cx="2164012" cy="403952"/>
            </a:xfrm>
            <a:prstGeom prst="rect">
              <a:avLst/>
            </a:prstGeom>
            <a:solidFill>
              <a:srgbClr val="43B02A"/>
            </a:solidFill>
            <a:ln w="19050" algn="ctr">
              <a:noFill/>
              <a:miter lim="800000"/>
              <a:headEnd/>
              <a:tailEnd/>
            </a:ln>
          </p:spPr>
          <p:txBody>
            <a:bodyPr wrap="square" lIns="66675" tIns="66675" rIns="66675" bIns="66675" rtlCol="0" anchor="ctr"/>
            <a:lstStyle/>
            <a:p>
              <a:pPr algn="ctr" defTabSz="685800">
                <a:defRPr/>
              </a:pPr>
              <a:r>
                <a:rPr lang="en-US" sz="1000" b="1">
                  <a:solidFill>
                    <a:prstClr val="white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No Code Interface</a:t>
              </a: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985117D3-208F-4875-A054-E337CBCC9B66}"/>
                </a:ext>
              </a:extLst>
            </p:cNvPr>
            <p:cNvSpPr/>
            <p:nvPr/>
          </p:nvSpPr>
          <p:spPr bwMode="gray">
            <a:xfrm>
              <a:off x="2080008" y="1877298"/>
              <a:ext cx="2775343" cy="519350"/>
            </a:xfrm>
            <a:prstGeom prst="rect">
              <a:avLst/>
            </a:prstGeom>
            <a:solidFill>
              <a:srgbClr val="009A44"/>
            </a:solidFill>
            <a:ln w="19050" algn="ctr">
              <a:noFill/>
              <a:miter lim="800000"/>
              <a:headEnd/>
              <a:tailEnd/>
            </a:ln>
          </p:spPr>
          <p:txBody>
            <a:bodyPr wrap="square" lIns="66675" tIns="66675" rIns="66675" bIns="66675" rtlCol="0" anchor="ctr"/>
            <a:lstStyle/>
            <a:p>
              <a:pPr algn="ctr" defTabSz="685800">
                <a:defRPr/>
              </a:pPr>
              <a:r>
                <a:rPr lang="en-US" sz="1000" b="1">
                  <a:solidFill>
                    <a:prstClr val="white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Develop Workflow Management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5C43508-FC3E-4262-8A5B-E4E9AD275227}"/>
                </a:ext>
              </a:extLst>
            </p:cNvPr>
            <p:cNvSpPr/>
            <p:nvPr/>
          </p:nvSpPr>
          <p:spPr bwMode="gray">
            <a:xfrm>
              <a:off x="1539525" y="2912877"/>
              <a:ext cx="3398818" cy="446925"/>
            </a:xfrm>
            <a:prstGeom prst="rect">
              <a:avLst/>
            </a:prstGeom>
            <a:solidFill>
              <a:srgbClr val="0097A9"/>
            </a:solidFill>
            <a:ln w="19050" algn="ctr">
              <a:noFill/>
              <a:miter lim="800000"/>
              <a:headEnd/>
              <a:tailEnd/>
            </a:ln>
          </p:spPr>
          <p:txBody>
            <a:bodyPr wrap="square" lIns="66675" tIns="66675" rIns="66675" bIns="66675" rtlCol="0" anchor="ctr"/>
            <a:lstStyle/>
            <a:p>
              <a:pPr algn="ctr" defTabSz="685800">
                <a:defRPr/>
              </a:pPr>
              <a:r>
                <a:rPr lang="en-US" sz="1000" b="1">
                  <a:solidFill>
                    <a:prstClr val="white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Develop Robotic Process Automation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1F890F14-7030-4AE7-8BCE-8F8994C989BB}"/>
                </a:ext>
              </a:extLst>
            </p:cNvPr>
            <p:cNvSpPr/>
            <p:nvPr/>
          </p:nvSpPr>
          <p:spPr bwMode="gray">
            <a:xfrm>
              <a:off x="1499631" y="3948461"/>
              <a:ext cx="3498642" cy="346162"/>
            </a:xfrm>
            <a:prstGeom prst="rect">
              <a:avLst/>
            </a:prstGeom>
            <a:solidFill>
              <a:srgbClr val="007680"/>
            </a:solidFill>
            <a:ln w="19050" algn="ctr">
              <a:noFill/>
              <a:miter lim="800000"/>
              <a:headEnd/>
              <a:tailEnd/>
            </a:ln>
          </p:spPr>
          <p:txBody>
            <a:bodyPr wrap="square" lIns="66675" tIns="66675" rIns="66675" bIns="66675" rtlCol="0" anchor="ctr"/>
            <a:lstStyle/>
            <a:p>
              <a:pPr algn="ctr" defTabSz="685800">
                <a:defRPr/>
              </a:pPr>
              <a:r>
                <a:rPr lang="en-US" sz="1000" b="1">
                  <a:solidFill>
                    <a:prstClr val="white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AI Document Processing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2C2AF7E4-0C25-4B57-9D81-4559F2BB00A3}"/>
                </a:ext>
              </a:extLst>
            </p:cNvPr>
            <p:cNvSpPr/>
            <p:nvPr/>
          </p:nvSpPr>
          <p:spPr bwMode="gray">
            <a:xfrm>
              <a:off x="1561682" y="4984045"/>
              <a:ext cx="3389940" cy="307963"/>
            </a:xfrm>
            <a:prstGeom prst="rect">
              <a:avLst/>
            </a:prstGeom>
            <a:solidFill>
              <a:srgbClr val="004F59"/>
            </a:solidFill>
            <a:ln w="19050" algn="ctr">
              <a:noFill/>
              <a:miter lim="800000"/>
              <a:headEnd/>
              <a:tailEnd/>
            </a:ln>
          </p:spPr>
          <p:txBody>
            <a:bodyPr wrap="square" lIns="66675" tIns="66675" rIns="66675" bIns="66675" rtlCol="0" anchor="ctr"/>
            <a:lstStyle/>
            <a:p>
              <a:pPr algn="ctr" defTabSz="685800">
                <a:defRPr/>
              </a:pPr>
              <a:r>
                <a:rPr lang="en-US" sz="1000" b="1">
                  <a:solidFill>
                    <a:prstClr val="white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Visually design Interface</a:t>
              </a:r>
            </a:p>
          </p:txBody>
        </p: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D781114F-C9C4-4268-952A-1DA7CB52E21E}"/>
                </a:ext>
              </a:extLst>
            </p:cNvPr>
            <p:cNvGrpSpPr/>
            <p:nvPr/>
          </p:nvGrpSpPr>
          <p:grpSpPr>
            <a:xfrm>
              <a:off x="3200400" y="5944601"/>
              <a:ext cx="2908129" cy="478975"/>
              <a:chOff x="3198310" y="766692"/>
              <a:chExt cx="2908129" cy="478975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3B40D71B-FCF6-4AD0-A27D-DF30CE6E2B62}"/>
                  </a:ext>
                </a:extLst>
              </p:cNvPr>
              <p:cNvSpPr/>
              <p:nvPr/>
            </p:nvSpPr>
            <p:spPr bwMode="gray">
              <a:xfrm>
                <a:off x="3942427" y="841716"/>
                <a:ext cx="2164012" cy="403951"/>
              </a:xfrm>
              <a:prstGeom prst="rect">
                <a:avLst/>
              </a:prstGeom>
              <a:solidFill>
                <a:srgbClr val="005587"/>
              </a:solidFill>
              <a:ln w="19050" algn="ctr">
                <a:noFill/>
                <a:miter lim="800000"/>
                <a:headEnd/>
                <a:tailEnd/>
              </a:ln>
            </p:spPr>
            <p:txBody>
              <a:bodyPr wrap="square" lIns="66675" tIns="66675" rIns="66675" bIns="66675" rtlCol="0" anchor="ctr"/>
              <a:lstStyle/>
              <a:p>
                <a:pPr algn="ctr" defTabSz="685800">
                  <a:defRPr/>
                </a:pPr>
                <a:r>
                  <a:rPr lang="en-US" sz="1000" b="1">
                    <a:solidFill>
                      <a:prstClr val="white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Process Visibility</a:t>
                </a: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FB1CE05-F2BE-4BA7-820C-09F457EC9757}"/>
                  </a:ext>
                </a:extLst>
              </p:cNvPr>
              <p:cNvSpPr txBox="1"/>
              <p:nvPr/>
            </p:nvSpPr>
            <p:spPr>
              <a:xfrm>
                <a:off x="3198310" y="766692"/>
                <a:ext cx="805845" cy="23450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spAutoFit/>
              </a:bodyPr>
              <a:lstStyle/>
              <a:p>
                <a:pPr defTabSz="685800">
                  <a:spcBef>
                    <a:spcPts val="450"/>
                  </a:spcBef>
                  <a:buSzPct val="100000"/>
                  <a:defRPr/>
                </a:pPr>
                <a:endParaRPr lang="en-US" sz="1000">
                  <a:solidFill>
                    <a:srgbClr val="31313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</p:grpSp>
      <p:sp>
        <p:nvSpPr>
          <p:cNvPr id="51" name="Rectangle 50">
            <a:extLst>
              <a:ext uri="{FF2B5EF4-FFF2-40B4-BE49-F238E27FC236}">
                <a16:creationId xmlns:a16="http://schemas.microsoft.com/office/drawing/2014/main" id="{ECFBC824-E384-44D9-AF1C-D68F37C4ADFB}"/>
              </a:ext>
            </a:extLst>
          </p:cNvPr>
          <p:cNvSpPr/>
          <p:nvPr/>
        </p:nvSpPr>
        <p:spPr>
          <a:xfrm>
            <a:off x="1874922" y="1005505"/>
            <a:ext cx="152279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400"/>
              </a:spcBef>
              <a:defRPr/>
            </a:pPr>
            <a:r>
              <a:rPr lang="en-US" sz="1400" b="1">
                <a:latin typeface="Calibri" panose="020F0502020204030204" pitchFamily="34" charset="0"/>
                <a:cs typeface="Calibri" panose="020F0502020204030204" pitchFamily="34" charset="0"/>
              </a:rPr>
              <a:t>Core Strengths</a:t>
            </a:r>
            <a:endParaRPr lang="en-US" sz="1400" kern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883BF4F0-1B5D-48E8-A2AA-9FC5239516D7}"/>
              </a:ext>
            </a:extLst>
          </p:cNvPr>
          <p:cNvSpPr/>
          <p:nvPr/>
        </p:nvSpPr>
        <p:spPr>
          <a:xfrm>
            <a:off x="8148989" y="926899"/>
            <a:ext cx="1522796" cy="30777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>
              <a:spcBef>
                <a:spcPts val="400"/>
              </a:spcBef>
              <a:defRPr/>
            </a:pPr>
            <a:r>
              <a:rPr lang="en-US" sz="1400" b="1">
                <a:latin typeface="Calibri"/>
                <a:cs typeface="Calibri"/>
              </a:rPr>
              <a:t>Applications</a:t>
            </a:r>
            <a:endParaRPr lang="en-US" sz="1400" kern="0">
              <a:latin typeface="Calibri"/>
              <a:cs typeface="Calibri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1FFFD47-9B8E-BC6C-F667-01C408C6F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9026" y="65288"/>
            <a:ext cx="11193947" cy="475313"/>
          </a:xfrm>
        </p:spPr>
        <p:txBody>
          <a:bodyPr/>
          <a:lstStyle/>
          <a:p>
            <a:pPr algn="ctr"/>
            <a:r>
              <a:rPr lang="en-US" sz="2800" b="1">
                <a:latin typeface="Calibri" panose="020F0502020204030204" pitchFamily="34" charset="0"/>
                <a:cs typeface="Calibri" panose="020F0502020204030204" pitchFamily="34" charset="0"/>
              </a:rPr>
              <a:t>SAP Build Process Automation: Introduction</a:t>
            </a:r>
          </a:p>
        </p:txBody>
      </p:sp>
    </p:spTree>
    <p:extLst>
      <p:ext uri="{BB962C8B-B14F-4D97-AF65-F5344CB8AC3E}">
        <p14:creationId xmlns:p14="http://schemas.microsoft.com/office/powerpoint/2010/main" val="1257336563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60"/>
          <p:cNvSpPr/>
          <p:nvPr/>
        </p:nvSpPr>
        <p:spPr bwMode="gray">
          <a:xfrm>
            <a:off x="83366" y="1720083"/>
            <a:ext cx="1036517" cy="2968073"/>
          </a:xfrm>
          <a:prstGeom prst="rect">
            <a:avLst/>
          </a:prstGeom>
          <a:solidFill>
            <a:srgbClr val="00A3E0"/>
          </a:solidFill>
          <a:ln w="19050" algn="ctr">
            <a:noFill/>
            <a:miter lim="800000"/>
            <a:headEnd/>
            <a:tailEnd/>
          </a:ln>
          <a:effectLst/>
        </p:spPr>
        <p:txBody>
          <a:bodyPr wrap="square" lIns="66675" tIns="66675" rIns="66675" bIns="66675" rtlCol="0" anchor="ctr"/>
          <a:lstStyle/>
          <a:p>
            <a:pPr algn="ctr" defTabSz="685800">
              <a:lnSpc>
                <a:spcPct val="106000"/>
              </a:lnSpc>
              <a:defRPr/>
            </a:pPr>
            <a:endParaRPr lang="en-US" sz="1200" b="1">
              <a:solidFill>
                <a:prstClr val="white"/>
              </a:solidFill>
            </a:endParaRPr>
          </a:p>
        </p:txBody>
      </p:sp>
      <p:grpSp>
        <p:nvGrpSpPr>
          <p:cNvPr id="62" name="Group 61"/>
          <p:cNvGrpSpPr/>
          <p:nvPr/>
        </p:nvGrpSpPr>
        <p:grpSpPr>
          <a:xfrm>
            <a:off x="0" y="1042369"/>
            <a:ext cx="1253447" cy="2524623"/>
            <a:chOff x="1803653" y="1995975"/>
            <a:chExt cx="1703073" cy="3366161"/>
          </a:xfrm>
        </p:grpSpPr>
        <p:sp>
          <p:nvSpPr>
            <p:cNvPr id="63" name="Rectangle 62"/>
            <p:cNvSpPr/>
            <p:nvPr/>
          </p:nvSpPr>
          <p:spPr>
            <a:xfrm>
              <a:off x="2066888" y="3901349"/>
              <a:ext cx="917345" cy="30777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685800">
                <a:defRPr/>
              </a:pPr>
              <a:r>
                <a:rPr lang="en-US" sz="900" b="1">
                  <a:solidFill>
                    <a:prstClr val="white"/>
                  </a:solidFill>
                </a:rPr>
                <a:t>Process</a:t>
              </a:r>
            </a:p>
          </p:txBody>
        </p:sp>
        <p:sp>
          <p:nvSpPr>
            <p:cNvPr id="64" name="Oval 63"/>
            <p:cNvSpPr/>
            <p:nvPr/>
          </p:nvSpPr>
          <p:spPr bwMode="gray">
            <a:xfrm>
              <a:off x="1803653" y="1995975"/>
              <a:ext cx="1703073" cy="1699552"/>
            </a:xfrm>
            <a:prstGeom prst="ellipse">
              <a:avLst/>
            </a:prstGeom>
            <a:solidFill>
              <a:schemeClr val="accent6"/>
            </a:solidFill>
            <a:ln w="19050" algn="ctr">
              <a:noFill/>
              <a:miter lim="800000"/>
              <a:headEnd/>
              <a:tailEnd/>
            </a:ln>
            <a:effectLst/>
          </p:spPr>
          <p:txBody>
            <a:bodyPr wrap="square" lIns="66675" tIns="66675" rIns="66675" bIns="66675" rtlCol="0" anchor="ctr"/>
            <a:lstStyle/>
            <a:p>
              <a:pPr algn="ctr" defTabSz="685800">
                <a:lnSpc>
                  <a:spcPct val="106000"/>
                </a:lnSpc>
                <a:defRPr/>
              </a:pPr>
              <a:endParaRPr lang="en-US" sz="1200" b="1">
                <a:solidFill>
                  <a:prstClr val="white"/>
                </a:solidFill>
                <a:latin typeface="Calibri Light"/>
              </a:endParaRPr>
            </a:p>
          </p:txBody>
        </p:sp>
        <p:sp>
          <p:nvSpPr>
            <p:cNvPr id="65" name="Oval 64"/>
            <p:cNvSpPr/>
            <p:nvPr/>
          </p:nvSpPr>
          <p:spPr bwMode="gray">
            <a:xfrm>
              <a:off x="1997259" y="2189181"/>
              <a:ext cx="1315860" cy="1313139"/>
            </a:xfrm>
            <a:prstGeom prst="ellipse">
              <a:avLst/>
            </a:prstGeom>
            <a:solidFill>
              <a:schemeClr val="bg1"/>
            </a:solidFill>
            <a:ln w="19050" algn="ctr">
              <a:noFill/>
              <a:miter lim="800000"/>
              <a:headEnd/>
              <a:tailEnd/>
            </a:ln>
          </p:spPr>
          <p:txBody>
            <a:bodyPr wrap="square" lIns="66675" tIns="66675" rIns="66675" bIns="66675" rtlCol="0" anchor="ctr"/>
            <a:lstStyle/>
            <a:p>
              <a:pPr algn="ctr" defTabSz="685800">
                <a:lnSpc>
                  <a:spcPct val="106000"/>
                </a:lnSpc>
                <a:defRPr/>
              </a:pPr>
              <a:endParaRPr lang="en-US" sz="1200" b="1">
                <a:solidFill>
                  <a:prstClr val="white"/>
                </a:solidFill>
                <a:latin typeface="Calibri Light"/>
              </a:endParaRPr>
            </a:p>
          </p:txBody>
        </p:sp>
        <p:sp>
          <p:nvSpPr>
            <p:cNvPr id="67" name="Rectangle 66"/>
            <p:cNvSpPr/>
            <p:nvPr/>
          </p:nvSpPr>
          <p:spPr>
            <a:xfrm>
              <a:off x="1907120" y="4500362"/>
              <a:ext cx="1480757" cy="86177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90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The ability to create processes using visually drag and drop tools</a:t>
              </a:r>
            </a:p>
          </p:txBody>
        </p:sp>
      </p:grpSp>
      <p:sp>
        <p:nvSpPr>
          <p:cNvPr id="68" name="Rectangle 67"/>
          <p:cNvSpPr/>
          <p:nvPr/>
        </p:nvSpPr>
        <p:spPr bwMode="gray">
          <a:xfrm>
            <a:off x="1373914" y="1720083"/>
            <a:ext cx="1081609" cy="2968073"/>
          </a:xfrm>
          <a:prstGeom prst="rect">
            <a:avLst/>
          </a:prstGeom>
          <a:solidFill>
            <a:srgbClr val="007680"/>
          </a:solidFill>
          <a:ln w="19050" algn="ctr">
            <a:noFill/>
            <a:miter lim="800000"/>
            <a:headEnd/>
            <a:tailEnd/>
          </a:ln>
          <a:effectLst/>
        </p:spPr>
        <p:txBody>
          <a:bodyPr wrap="square" lIns="66675" tIns="66675" rIns="66675" bIns="66675" rtlCol="0" anchor="ctr"/>
          <a:lstStyle/>
          <a:p>
            <a:pPr algn="ctr" defTabSz="685800">
              <a:lnSpc>
                <a:spcPct val="106000"/>
              </a:lnSpc>
              <a:defRPr/>
            </a:pPr>
            <a:endParaRPr lang="en-US" sz="1200" b="1">
              <a:solidFill>
                <a:prstClr val="white"/>
              </a:solidFill>
              <a:latin typeface="Calibri Light"/>
            </a:endParaRPr>
          </a:p>
        </p:txBody>
      </p:sp>
      <p:grpSp>
        <p:nvGrpSpPr>
          <p:cNvPr id="69" name="Group 68"/>
          <p:cNvGrpSpPr/>
          <p:nvPr/>
        </p:nvGrpSpPr>
        <p:grpSpPr>
          <a:xfrm>
            <a:off x="1290548" y="1042368"/>
            <a:ext cx="1277305" cy="2681218"/>
            <a:chOff x="1803653" y="1995975"/>
            <a:chExt cx="1703073" cy="3574957"/>
          </a:xfrm>
        </p:grpSpPr>
        <p:sp>
          <p:nvSpPr>
            <p:cNvPr id="70" name="Rectangle 69"/>
            <p:cNvSpPr/>
            <p:nvPr/>
          </p:nvSpPr>
          <p:spPr>
            <a:xfrm>
              <a:off x="1909978" y="3903233"/>
              <a:ext cx="1554272" cy="30777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685800">
                <a:defRPr/>
              </a:pPr>
              <a:r>
                <a:rPr lang="en-US" sz="900" b="1">
                  <a:latin typeface="Calibri" panose="020F0502020204030204" pitchFamily="34" charset="0"/>
                  <a:cs typeface="Calibri" panose="020F0502020204030204" pitchFamily="34" charset="0"/>
                </a:rPr>
                <a:t>Advanced Workflow</a:t>
              </a:r>
              <a:endParaRPr lang="en-US" sz="900" b="1"/>
            </a:p>
          </p:txBody>
        </p:sp>
        <p:sp>
          <p:nvSpPr>
            <p:cNvPr id="71" name="Oval 70"/>
            <p:cNvSpPr/>
            <p:nvPr/>
          </p:nvSpPr>
          <p:spPr bwMode="gray">
            <a:xfrm>
              <a:off x="1803653" y="1995975"/>
              <a:ext cx="1703073" cy="1699552"/>
            </a:xfrm>
            <a:prstGeom prst="ellipse">
              <a:avLst/>
            </a:prstGeom>
            <a:solidFill>
              <a:srgbClr val="00ABAB"/>
            </a:solidFill>
            <a:ln w="19050" algn="ctr">
              <a:noFill/>
              <a:miter lim="800000"/>
              <a:headEnd/>
              <a:tailEnd/>
            </a:ln>
            <a:effectLst/>
          </p:spPr>
          <p:txBody>
            <a:bodyPr wrap="square" lIns="66675" tIns="66675" rIns="66675" bIns="66675" rtlCol="0" anchor="ctr"/>
            <a:lstStyle/>
            <a:p>
              <a:pPr algn="ctr" defTabSz="685800">
                <a:lnSpc>
                  <a:spcPct val="106000"/>
                </a:lnSpc>
                <a:defRPr/>
              </a:pPr>
              <a:endParaRPr lang="en-US" sz="1200" b="1">
                <a:solidFill>
                  <a:prstClr val="white"/>
                </a:solidFill>
              </a:endParaRPr>
            </a:p>
          </p:txBody>
        </p:sp>
        <p:sp>
          <p:nvSpPr>
            <p:cNvPr id="72" name="Oval 71"/>
            <p:cNvSpPr/>
            <p:nvPr/>
          </p:nvSpPr>
          <p:spPr bwMode="gray">
            <a:xfrm>
              <a:off x="1997260" y="2189182"/>
              <a:ext cx="1315860" cy="1313139"/>
            </a:xfrm>
            <a:prstGeom prst="ellipse">
              <a:avLst/>
            </a:prstGeom>
            <a:solidFill>
              <a:schemeClr val="bg1"/>
            </a:solidFill>
            <a:ln w="19050" algn="ctr">
              <a:noFill/>
              <a:miter lim="800000"/>
              <a:headEnd/>
              <a:tailEnd/>
            </a:ln>
          </p:spPr>
          <p:txBody>
            <a:bodyPr wrap="square" lIns="66675" tIns="66675" rIns="66675" bIns="66675" rtlCol="0" anchor="ctr"/>
            <a:lstStyle/>
            <a:p>
              <a:pPr algn="ctr" defTabSz="685800">
                <a:lnSpc>
                  <a:spcPct val="106000"/>
                </a:lnSpc>
                <a:defRPr/>
              </a:pPr>
              <a:endParaRPr lang="en-US" sz="1200" b="1">
                <a:solidFill>
                  <a:prstClr val="white"/>
                </a:solidFill>
              </a:endParaRPr>
            </a:p>
          </p:txBody>
        </p:sp>
        <p:sp>
          <p:nvSpPr>
            <p:cNvPr id="79" name="Rectangle 78"/>
            <p:cNvSpPr/>
            <p:nvPr/>
          </p:nvSpPr>
          <p:spPr>
            <a:xfrm>
              <a:off x="1929313" y="4524492"/>
              <a:ext cx="1439454" cy="104644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90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Ability to use existing SAP Workflows from SAP Workflow Management</a:t>
              </a:r>
            </a:p>
          </p:txBody>
        </p:sp>
      </p:grpSp>
      <p:sp>
        <p:nvSpPr>
          <p:cNvPr id="84" name="Rectangle 83"/>
          <p:cNvSpPr/>
          <p:nvPr/>
        </p:nvSpPr>
        <p:spPr bwMode="gray">
          <a:xfrm>
            <a:off x="2656905" y="1721796"/>
            <a:ext cx="1329426" cy="2968073"/>
          </a:xfrm>
          <a:prstGeom prst="rect">
            <a:avLst/>
          </a:prstGeom>
          <a:solidFill>
            <a:srgbClr val="43B02A"/>
          </a:solidFill>
          <a:ln w="19050" algn="ctr">
            <a:noFill/>
            <a:miter lim="800000"/>
            <a:headEnd/>
            <a:tailEnd/>
          </a:ln>
          <a:effectLst/>
        </p:spPr>
        <p:txBody>
          <a:bodyPr wrap="square" lIns="66675" tIns="66675" rIns="66675" bIns="66675" rtlCol="0" anchor="ctr"/>
          <a:lstStyle/>
          <a:p>
            <a:pPr algn="ctr" defTabSz="685800">
              <a:lnSpc>
                <a:spcPct val="106000"/>
              </a:lnSpc>
              <a:defRPr/>
            </a:pPr>
            <a:endParaRPr lang="en-US" sz="1200" b="1">
              <a:solidFill>
                <a:prstClr val="white"/>
              </a:solidFill>
              <a:latin typeface="Calibri Light"/>
            </a:endParaRPr>
          </a:p>
        </p:txBody>
      </p:sp>
      <p:grpSp>
        <p:nvGrpSpPr>
          <p:cNvPr id="85" name="Group 84"/>
          <p:cNvGrpSpPr/>
          <p:nvPr/>
        </p:nvGrpSpPr>
        <p:grpSpPr>
          <a:xfrm>
            <a:off x="2631665" y="1044080"/>
            <a:ext cx="1413933" cy="2418696"/>
            <a:chOff x="1803653" y="1995975"/>
            <a:chExt cx="1703073" cy="3217835"/>
          </a:xfrm>
        </p:grpSpPr>
        <p:sp>
          <p:nvSpPr>
            <p:cNvPr id="86" name="Rectangle 85"/>
            <p:cNvSpPr/>
            <p:nvPr/>
          </p:nvSpPr>
          <p:spPr>
            <a:xfrm>
              <a:off x="1909979" y="3844163"/>
              <a:ext cx="1397508" cy="49244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685800">
                <a:defRPr/>
              </a:pPr>
              <a:r>
                <a:rPr lang="en-US" sz="900" b="1">
                  <a:latin typeface="Calibri" panose="020F0502020204030204" pitchFamily="34" charset="0"/>
                  <a:cs typeface="Calibri" panose="020F0502020204030204" pitchFamily="34" charset="0"/>
                </a:rPr>
                <a:t>Forms and Multi-Step Approvals</a:t>
              </a:r>
              <a:endParaRPr lang="en-US" sz="900" b="1"/>
            </a:p>
          </p:txBody>
        </p:sp>
        <p:sp>
          <p:nvSpPr>
            <p:cNvPr id="87" name="Oval 86"/>
            <p:cNvSpPr/>
            <p:nvPr/>
          </p:nvSpPr>
          <p:spPr bwMode="gray">
            <a:xfrm>
              <a:off x="1803653" y="1995975"/>
              <a:ext cx="1703073" cy="1699552"/>
            </a:xfrm>
            <a:prstGeom prst="ellipse">
              <a:avLst/>
            </a:prstGeom>
            <a:solidFill>
              <a:schemeClr val="accent1"/>
            </a:solidFill>
            <a:ln w="19050" algn="ctr">
              <a:noFill/>
              <a:miter lim="800000"/>
              <a:headEnd/>
              <a:tailEnd/>
            </a:ln>
            <a:effectLst/>
          </p:spPr>
          <p:txBody>
            <a:bodyPr wrap="square" lIns="66675" tIns="66675" rIns="66675" bIns="66675" rtlCol="0" anchor="ctr"/>
            <a:lstStyle/>
            <a:p>
              <a:pPr algn="ctr" defTabSz="685800">
                <a:lnSpc>
                  <a:spcPct val="106000"/>
                </a:lnSpc>
                <a:defRPr/>
              </a:pPr>
              <a:endParaRPr lang="en-US" sz="1200" b="1">
                <a:solidFill>
                  <a:prstClr val="white"/>
                </a:solidFill>
              </a:endParaRPr>
            </a:p>
          </p:txBody>
        </p:sp>
        <p:sp>
          <p:nvSpPr>
            <p:cNvPr id="88" name="Oval 87"/>
            <p:cNvSpPr/>
            <p:nvPr/>
          </p:nvSpPr>
          <p:spPr bwMode="gray">
            <a:xfrm>
              <a:off x="1997259" y="2189181"/>
              <a:ext cx="1315860" cy="1313139"/>
            </a:xfrm>
            <a:prstGeom prst="ellipse">
              <a:avLst/>
            </a:prstGeom>
            <a:solidFill>
              <a:schemeClr val="bg1"/>
            </a:solidFill>
            <a:ln w="19050" algn="ctr">
              <a:noFill/>
              <a:miter lim="800000"/>
              <a:headEnd/>
              <a:tailEnd/>
            </a:ln>
          </p:spPr>
          <p:txBody>
            <a:bodyPr wrap="square" lIns="66675" tIns="66675" rIns="66675" bIns="66675" rtlCol="0" anchor="ctr"/>
            <a:lstStyle/>
            <a:p>
              <a:pPr algn="ctr" defTabSz="685800">
                <a:lnSpc>
                  <a:spcPct val="106000"/>
                </a:lnSpc>
                <a:defRPr/>
              </a:pPr>
              <a:endParaRPr lang="en-US" sz="1200" b="1">
                <a:solidFill>
                  <a:prstClr val="white"/>
                </a:solidFill>
              </a:endParaRPr>
            </a:p>
          </p:txBody>
        </p:sp>
        <p:sp>
          <p:nvSpPr>
            <p:cNvPr id="89" name="Rectangle 88"/>
            <p:cNvSpPr/>
            <p:nvPr/>
          </p:nvSpPr>
          <p:spPr>
            <a:xfrm>
              <a:off x="1888548" y="4538191"/>
              <a:ext cx="1549496" cy="67561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90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Information  created or displayed using forms by users and approvers </a:t>
              </a:r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B82742A3-A6CF-4ED2-9B0D-8E924677D657}"/>
              </a:ext>
            </a:extLst>
          </p:cNvPr>
          <p:cNvSpPr/>
          <p:nvPr/>
        </p:nvSpPr>
        <p:spPr bwMode="gray">
          <a:xfrm>
            <a:off x="4224856" y="1720083"/>
            <a:ext cx="1110568" cy="2968073"/>
          </a:xfrm>
          <a:prstGeom prst="rect">
            <a:avLst/>
          </a:prstGeom>
          <a:solidFill>
            <a:srgbClr val="00A3E0"/>
          </a:solidFill>
          <a:ln w="19050" algn="ctr">
            <a:noFill/>
            <a:miter lim="800000"/>
            <a:headEnd/>
            <a:tailEnd/>
          </a:ln>
          <a:effectLst/>
        </p:spPr>
        <p:txBody>
          <a:bodyPr wrap="square" lIns="66675" tIns="66675" rIns="66675" bIns="66675" rtlCol="0" anchor="ctr"/>
          <a:lstStyle/>
          <a:p>
            <a:pPr algn="ctr" defTabSz="685800">
              <a:lnSpc>
                <a:spcPct val="106000"/>
              </a:lnSpc>
              <a:defRPr/>
            </a:pPr>
            <a:endParaRPr lang="en-US" sz="1200" b="1">
              <a:solidFill>
                <a:prstClr val="white"/>
              </a:solidFill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5F21732E-9349-4AEA-B768-6F3515DE3770}"/>
              </a:ext>
            </a:extLst>
          </p:cNvPr>
          <p:cNvGrpSpPr/>
          <p:nvPr/>
        </p:nvGrpSpPr>
        <p:grpSpPr>
          <a:xfrm>
            <a:off x="4141490" y="1042368"/>
            <a:ext cx="1277305" cy="2522170"/>
            <a:chOff x="1803653" y="1995975"/>
            <a:chExt cx="1703073" cy="3362893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C379B254-3662-427C-88AB-05D0216B29FD}"/>
                </a:ext>
              </a:extLst>
            </p:cNvPr>
            <p:cNvSpPr/>
            <p:nvPr/>
          </p:nvSpPr>
          <p:spPr>
            <a:xfrm>
              <a:off x="1909978" y="3844164"/>
              <a:ext cx="1402834" cy="49244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685800">
                <a:defRPr/>
              </a:pPr>
              <a:r>
                <a:rPr lang="en-US" sz="900" b="1">
                  <a:latin typeface="Calibri" panose="020F0502020204030204" pitchFamily="34" charset="0"/>
                  <a:cs typeface="Calibri" panose="020F0502020204030204" pitchFamily="34" charset="0"/>
                </a:rPr>
                <a:t>Business Rules and Decisions</a:t>
              </a:r>
              <a:endParaRPr lang="en-US" sz="900" b="1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B34DF243-B600-44B4-8107-8A52F5EE5F8B}"/>
                </a:ext>
              </a:extLst>
            </p:cNvPr>
            <p:cNvSpPr/>
            <p:nvPr/>
          </p:nvSpPr>
          <p:spPr bwMode="gray">
            <a:xfrm>
              <a:off x="1803653" y="1995975"/>
              <a:ext cx="1703073" cy="1699552"/>
            </a:xfrm>
            <a:prstGeom prst="ellipse">
              <a:avLst/>
            </a:prstGeom>
            <a:solidFill>
              <a:schemeClr val="accent6"/>
            </a:solidFill>
            <a:ln w="19050" algn="ctr">
              <a:noFill/>
              <a:miter lim="800000"/>
              <a:headEnd/>
              <a:tailEnd/>
            </a:ln>
            <a:effectLst/>
          </p:spPr>
          <p:txBody>
            <a:bodyPr wrap="square" lIns="66675" tIns="66675" rIns="66675" bIns="66675" rtlCol="0" anchor="ctr"/>
            <a:lstStyle/>
            <a:p>
              <a:pPr algn="ctr" defTabSz="685800">
                <a:lnSpc>
                  <a:spcPct val="106000"/>
                </a:lnSpc>
                <a:defRPr/>
              </a:pPr>
              <a:endParaRPr lang="en-US" sz="1200" b="1">
                <a:solidFill>
                  <a:prstClr val="white"/>
                </a:solidFill>
                <a:latin typeface="Calibri Light"/>
              </a:endParaRP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103A9A13-83A6-4A15-A54A-06A9DD01036D}"/>
                </a:ext>
              </a:extLst>
            </p:cNvPr>
            <p:cNvSpPr/>
            <p:nvPr/>
          </p:nvSpPr>
          <p:spPr bwMode="gray">
            <a:xfrm>
              <a:off x="1997259" y="2189181"/>
              <a:ext cx="1315860" cy="1313139"/>
            </a:xfrm>
            <a:prstGeom prst="ellipse">
              <a:avLst/>
            </a:prstGeom>
            <a:solidFill>
              <a:schemeClr val="bg1"/>
            </a:solidFill>
            <a:ln w="19050" algn="ctr">
              <a:noFill/>
              <a:miter lim="800000"/>
              <a:headEnd/>
              <a:tailEnd/>
            </a:ln>
          </p:spPr>
          <p:txBody>
            <a:bodyPr wrap="square" lIns="66675" tIns="66675" rIns="66675" bIns="66675" rtlCol="0" anchor="ctr"/>
            <a:lstStyle/>
            <a:p>
              <a:pPr algn="ctr" defTabSz="685800">
                <a:lnSpc>
                  <a:spcPct val="106000"/>
                </a:lnSpc>
                <a:defRPr/>
              </a:pPr>
              <a:endParaRPr lang="en-US" sz="1200" b="1">
                <a:solidFill>
                  <a:prstClr val="white"/>
                </a:solidFill>
                <a:latin typeface="Calibri Light"/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01403441-EEA0-43B1-97F2-343C4BD163A8}"/>
                </a:ext>
              </a:extLst>
            </p:cNvPr>
            <p:cNvSpPr/>
            <p:nvPr/>
          </p:nvSpPr>
          <p:spPr>
            <a:xfrm>
              <a:off x="1931198" y="4497093"/>
              <a:ext cx="1480757" cy="861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90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Define flow of the process with policies and guidelines</a:t>
              </a:r>
            </a:p>
          </p:txBody>
        </p: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26E6CC83-E829-4EA5-8441-B7AF835C33B9}"/>
              </a:ext>
            </a:extLst>
          </p:cNvPr>
          <p:cNvSpPr/>
          <p:nvPr/>
        </p:nvSpPr>
        <p:spPr bwMode="gray">
          <a:xfrm>
            <a:off x="5618146" y="1720083"/>
            <a:ext cx="1110568" cy="2968073"/>
          </a:xfrm>
          <a:prstGeom prst="rect">
            <a:avLst/>
          </a:prstGeom>
          <a:solidFill>
            <a:srgbClr val="007680"/>
          </a:solidFill>
          <a:ln w="19050" algn="ctr">
            <a:noFill/>
            <a:miter lim="800000"/>
            <a:headEnd/>
            <a:tailEnd/>
          </a:ln>
          <a:effectLst/>
        </p:spPr>
        <p:txBody>
          <a:bodyPr wrap="square" lIns="66675" tIns="66675" rIns="66675" bIns="66675" rtlCol="0" anchor="ctr"/>
          <a:lstStyle/>
          <a:p>
            <a:pPr algn="ctr" defTabSz="685800">
              <a:lnSpc>
                <a:spcPct val="106000"/>
              </a:lnSpc>
              <a:defRPr/>
            </a:pPr>
            <a:endParaRPr lang="en-US" sz="1200" b="1">
              <a:solidFill>
                <a:prstClr val="white"/>
              </a:solidFill>
              <a:latin typeface="Calibri Light"/>
            </a:endParaRP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B0207ADB-07B8-4509-9940-85E6026ADC21}"/>
              </a:ext>
            </a:extLst>
          </p:cNvPr>
          <p:cNvGrpSpPr/>
          <p:nvPr/>
        </p:nvGrpSpPr>
        <p:grpSpPr>
          <a:xfrm>
            <a:off x="5534780" y="1042368"/>
            <a:ext cx="1277305" cy="2514463"/>
            <a:chOff x="1803653" y="1995975"/>
            <a:chExt cx="1703073" cy="3352617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08DF4A56-6572-448A-89A1-23A1E9AC4725}"/>
                </a:ext>
              </a:extLst>
            </p:cNvPr>
            <p:cNvSpPr/>
            <p:nvPr/>
          </p:nvSpPr>
          <p:spPr>
            <a:xfrm>
              <a:off x="1909978" y="3844164"/>
              <a:ext cx="1464098" cy="49244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685800">
                <a:defRPr/>
              </a:pPr>
              <a:r>
                <a:rPr lang="en-US" sz="900" b="1">
                  <a:latin typeface="Calibri" panose="020F0502020204030204" pitchFamily="34" charset="0"/>
                  <a:cs typeface="Calibri" panose="020F0502020204030204" pitchFamily="34" charset="0"/>
                </a:rPr>
                <a:t>Document Understanding</a:t>
              </a:r>
              <a:endParaRPr lang="en-US" sz="900" b="1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07DF0E5B-E83B-4C3B-97DC-746F2FFC2281}"/>
                </a:ext>
              </a:extLst>
            </p:cNvPr>
            <p:cNvSpPr/>
            <p:nvPr/>
          </p:nvSpPr>
          <p:spPr bwMode="gray">
            <a:xfrm>
              <a:off x="1803653" y="1995975"/>
              <a:ext cx="1703073" cy="1699552"/>
            </a:xfrm>
            <a:prstGeom prst="ellipse">
              <a:avLst/>
            </a:prstGeom>
            <a:solidFill>
              <a:srgbClr val="00ABAB"/>
            </a:solidFill>
            <a:ln w="19050" algn="ctr">
              <a:noFill/>
              <a:miter lim="800000"/>
              <a:headEnd/>
              <a:tailEnd/>
            </a:ln>
            <a:effectLst/>
          </p:spPr>
          <p:txBody>
            <a:bodyPr wrap="square" lIns="66675" tIns="66675" rIns="66675" bIns="66675" rtlCol="0" anchor="ctr"/>
            <a:lstStyle/>
            <a:p>
              <a:pPr algn="ctr" defTabSz="685800">
                <a:lnSpc>
                  <a:spcPct val="106000"/>
                </a:lnSpc>
                <a:defRPr/>
              </a:pPr>
              <a:endParaRPr lang="en-US" sz="1200" b="1">
                <a:solidFill>
                  <a:prstClr val="white"/>
                </a:solidFill>
              </a:endParaRPr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EE9AF8E2-6898-4E00-8823-38007D67786F}"/>
                </a:ext>
              </a:extLst>
            </p:cNvPr>
            <p:cNvSpPr/>
            <p:nvPr/>
          </p:nvSpPr>
          <p:spPr bwMode="gray">
            <a:xfrm>
              <a:off x="1997259" y="2189181"/>
              <a:ext cx="1315860" cy="1313139"/>
            </a:xfrm>
            <a:prstGeom prst="ellipse">
              <a:avLst/>
            </a:prstGeom>
            <a:solidFill>
              <a:schemeClr val="bg1"/>
            </a:solidFill>
            <a:ln w="19050" algn="ctr">
              <a:noFill/>
              <a:miter lim="800000"/>
              <a:headEnd/>
              <a:tailEnd/>
            </a:ln>
          </p:spPr>
          <p:txBody>
            <a:bodyPr wrap="square" lIns="66675" tIns="66675" rIns="66675" bIns="66675" rtlCol="0" anchor="ctr"/>
            <a:lstStyle/>
            <a:p>
              <a:pPr algn="ctr" defTabSz="685800">
                <a:lnSpc>
                  <a:spcPct val="106000"/>
                </a:lnSpc>
                <a:defRPr/>
              </a:pPr>
              <a:endParaRPr lang="en-US" sz="1200" b="1">
                <a:solidFill>
                  <a:prstClr val="white"/>
                </a:solidFill>
              </a:endParaRP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8553A871-54E4-4CBA-840B-608DCDE1B01C}"/>
                </a:ext>
              </a:extLst>
            </p:cNvPr>
            <p:cNvSpPr/>
            <p:nvPr/>
          </p:nvSpPr>
          <p:spPr>
            <a:xfrm>
              <a:off x="1953776" y="4486818"/>
              <a:ext cx="1480757" cy="86177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90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Read data from documents using Machine Learning capabilities</a:t>
              </a:r>
            </a:p>
          </p:txBody>
        </p:sp>
      </p:grpSp>
      <p:sp>
        <p:nvSpPr>
          <p:cNvPr id="41" name="Rectangle 40">
            <a:extLst>
              <a:ext uri="{FF2B5EF4-FFF2-40B4-BE49-F238E27FC236}">
                <a16:creationId xmlns:a16="http://schemas.microsoft.com/office/drawing/2014/main" id="{2B3E2143-C2FD-4E65-9EC2-2DDC668ED098}"/>
              </a:ext>
            </a:extLst>
          </p:cNvPr>
          <p:cNvSpPr/>
          <p:nvPr/>
        </p:nvSpPr>
        <p:spPr bwMode="gray">
          <a:xfrm>
            <a:off x="7011435" y="1720083"/>
            <a:ext cx="1110568" cy="2968073"/>
          </a:xfrm>
          <a:prstGeom prst="rect">
            <a:avLst/>
          </a:prstGeom>
          <a:solidFill>
            <a:srgbClr val="43B02A"/>
          </a:solidFill>
          <a:ln w="19050" algn="ctr">
            <a:noFill/>
            <a:miter lim="800000"/>
            <a:headEnd/>
            <a:tailEnd/>
          </a:ln>
          <a:effectLst/>
        </p:spPr>
        <p:txBody>
          <a:bodyPr wrap="square" lIns="66675" tIns="66675" rIns="66675" bIns="66675" rtlCol="0" anchor="ctr"/>
          <a:lstStyle/>
          <a:p>
            <a:pPr algn="ctr" defTabSz="685800">
              <a:lnSpc>
                <a:spcPct val="106000"/>
              </a:lnSpc>
              <a:defRPr/>
            </a:pPr>
            <a:endParaRPr lang="en-US" sz="1200" b="1">
              <a:solidFill>
                <a:prstClr val="white"/>
              </a:solidFill>
              <a:latin typeface="Calibri Light"/>
            </a:endParaRP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8F0BA91B-3B78-40F1-853E-A3777BAEADA9}"/>
              </a:ext>
            </a:extLst>
          </p:cNvPr>
          <p:cNvGrpSpPr/>
          <p:nvPr/>
        </p:nvGrpSpPr>
        <p:grpSpPr>
          <a:xfrm>
            <a:off x="6928069" y="1042368"/>
            <a:ext cx="1277305" cy="2565266"/>
            <a:chOff x="1803653" y="1995975"/>
            <a:chExt cx="1703073" cy="3420353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D19796F9-5968-4E98-9337-54186F9CC969}"/>
                </a:ext>
              </a:extLst>
            </p:cNvPr>
            <p:cNvSpPr/>
            <p:nvPr/>
          </p:nvSpPr>
          <p:spPr>
            <a:xfrm>
              <a:off x="1909980" y="3844164"/>
              <a:ext cx="1491624" cy="49244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685800">
                <a:defRPr/>
              </a:pPr>
              <a:r>
                <a:rPr lang="en-US" sz="900" b="1">
                  <a:latin typeface="Calibri" panose="020F0502020204030204" pitchFamily="34" charset="0"/>
                  <a:cs typeface="Calibri" panose="020F0502020204030204" pitchFamily="34" charset="0"/>
                </a:rPr>
                <a:t>Unified Launchpad and Task Center</a:t>
              </a:r>
              <a:endParaRPr lang="en-US" sz="900" b="1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15BC4605-6C94-4C0A-9918-C95E238C2687}"/>
                </a:ext>
              </a:extLst>
            </p:cNvPr>
            <p:cNvSpPr/>
            <p:nvPr/>
          </p:nvSpPr>
          <p:spPr bwMode="gray">
            <a:xfrm>
              <a:off x="1803653" y="1995975"/>
              <a:ext cx="1703073" cy="1699552"/>
            </a:xfrm>
            <a:prstGeom prst="ellipse">
              <a:avLst/>
            </a:prstGeom>
            <a:solidFill>
              <a:schemeClr val="accent1"/>
            </a:solidFill>
            <a:ln w="19050" algn="ctr">
              <a:noFill/>
              <a:miter lim="800000"/>
              <a:headEnd/>
              <a:tailEnd/>
            </a:ln>
            <a:effectLst/>
          </p:spPr>
          <p:txBody>
            <a:bodyPr wrap="square" lIns="66675" tIns="66675" rIns="66675" bIns="66675" rtlCol="0" anchor="ctr"/>
            <a:lstStyle/>
            <a:p>
              <a:pPr algn="ctr" defTabSz="685800">
                <a:lnSpc>
                  <a:spcPct val="106000"/>
                </a:lnSpc>
                <a:defRPr/>
              </a:pPr>
              <a:endParaRPr lang="en-US" sz="1200" b="1">
                <a:solidFill>
                  <a:prstClr val="white"/>
                </a:solidFill>
              </a:endParaRPr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2A15C0B6-9F94-4754-A16F-73DFBEF7A206}"/>
                </a:ext>
              </a:extLst>
            </p:cNvPr>
            <p:cNvSpPr/>
            <p:nvPr/>
          </p:nvSpPr>
          <p:spPr bwMode="gray">
            <a:xfrm>
              <a:off x="1997259" y="2189181"/>
              <a:ext cx="1315860" cy="1313139"/>
            </a:xfrm>
            <a:prstGeom prst="ellipse">
              <a:avLst/>
            </a:prstGeom>
            <a:solidFill>
              <a:schemeClr val="bg1"/>
            </a:solidFill>
            <a:ln w="19050" algn="ctr">
              <a:noFill/>
              <a:miter lim="800000"/>
              <a:headEnd/>
              <a:tailEnd/>
            </a:ln>
          </p:spPr>
          <p:txBody>
            <a:bodyPr wrap="square" lIns="66675" tIns="66675" rIns="66675" bIns="66675" rtlCol="0" anchor="ctr"/>
            <a:lstStyle/>
            <a:p>
              <a:pPr algn="ctr" defTabSz="685800">
                <a:lnSpc>
                  <a:spcPct val="106000"/>
                </a:lnSpc>
                <a:defRPr/>
              </a:pPr>
              <a:endParaRPr lang="en-US" sz="1200" b="1">
                <a:solidFill>
                  <a:prstClr val="white"/>
                </a:solidFill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AB81D760-AAF8-4A8C-A925-51E3EBDBD58A}"/>
                </a:ext>
              </a:extLst>
            </p:cNvPr>
            <p:cNvSpPr/>
            <p:nvPr/>
          </p:nvSpPr>
          <p:spPr>
            <a:xfrm>
              <a:off x="1965065" y="4554554"/>
              <a:ext cx="1480757" cy="86177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90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One Inbox to handle all the tasks created by the process</a:t>
              </a:r>
            </a:p>
          </p:txBody>
        </p:sp>
      </p:grpSp>
      <p:sp>
        <p:nvSpPr>
          <p:cNvPr id="48" name="Rectangle 47">
            <a:extLst>
              <a:ext uri="{FF2B5EF4-FFF2-40B4-BE49-F238E27FC236}">
                <a16:creationId xmlns:a16="http://schemas.microsoft.com/office/drawing/2014/main" id="{E166B05F-3FFA-4B8F-BBBC-22735CC9E590}"/>
              </a:ext>
            </a:extLst>
          </p:cNvPr>
          <p:cNvSpPr/>
          <p:nvPr/>
        </p:nvSpPr>
        <p:spPr bwMode="gray">
          <a:xfrm>
            <a:off x="8322533" y="1759468"/>
            <a:ext cx="1110568" cy="2968073"/>
          </a:xfrm>
          <a:prstGeom prst="rect">
            <a:avLst/>
          </a:prstGeom>
          <a:solidFill>
            <a:srgbClr val="00A3E0"/>
          </a:solidFill>
          <a:ln w="19050" algn="ctr">
            <a:noFill/>
            <a:miter lim="800000"/>
            <a:headEnd/>
            <a:tailEnd/>
          </a:ln>
          <a:effectLst/>
        </p:spPr>
        <p:txBody>
          <a:bodyPr wrap="square" lIns="66675" tIns="66675" rIns="66675" bIns="66675" rtlCol="0" anchor="ctr"/>
          <a:lstStyle/>
          <a:p>
            <a:pPr algn="ctr" defTabSz="685800">
              <a:lnSpc>
                <a:spcPct val="106000"/>
              </a:lnSpc>
              <a:defRPr/>
            </a:pPr>
            <a:endParaRPr lang="en-US" sz="1200" b="1">
              <a:solidFill>
                <a:prstClr val="white"/>
              </a:solidFill>
            </a:endParaRP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D299D5A1-A728-4D68-83BD-50613EB63187}"/>
              </a:ext>
            </a:extLst>
          </p:cNvPr>
          <p:cNvGrpSpPr/>
          <p:nvPr/>
        </p:nvGrpSpPr>
        <p:grpSpPr>
          <a:xfrm>
            <a:off x="8261998" y="1081753"/>
            <a:ext cx="1254474" cy="2381675"/>
            <a:chOff x="1803653" y="1995975"/>
            <a:chExt cx="1703073" cy="3175566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C6D1583F-579E-429A-A0B3-031F586B6CA1}"/>
                </a:ext>
              </a:extLst>
            </p:cNvPr>
            <p:cNvSpPr/>
            <p:nvPr/>
          </p:nvSpPr>
          <p:spPr>
            <a:xfrm>
              <a:off x="1909978" y="3844163"/>
              <a:ext cx="1481982" cy="50482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685800">
                <a:defRPr/>
              </a:pPr>
              <a:r>
                <a:rPr lang="en-US" sz="900" b="1">
                  <a:latin typeface="Calibri" panose="020F0502020204030204" pitchFamily="34" charset="0"/>
                  <a:cs typeface="Calibri" panose="020F0502020204030204" pitchFamily="34" charset="0"/>
                </a:rPr>
                <a:t>Process Visibility and Flexibility</a:t>
              </a:r>
              <a:endParaRPr lang="en-US" sz="900" b="1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E05709DE-B875-4FCA-86EC-4F9C1CE5E5C1}"/>
                </a:ext>
              </a:extLst>
            </p:cNvPr>
            <p:cNvSpPr/>
            <p:nvPr/>
          </p:nvSpPr>
          <p:spPr bwMode="gray">
            <a:xfrm>
              <a:off x="1803653" y="1995975"/>
              <a:ext cx="1703073" cy="1699552"/>
            </a:xfrm>
            <a:prstGeom prst="ellipse">
              <a:avLst/>
            </a:prstGeom>
            <a:solidFill>
              <a:schemeClr val="accent6"/>
            </a:solidFill>
            <a:ln w="19050" algn="ctr">
              <a:noFill/>
              <a:miter lim="800000"/>
              <a:headEnd/>
              <a:tailEnd/>
            </a:ln>
            <a:effectLst/>
          </p:spPr>
          <p:txBody>
            <a:bodyPr wrap="square" lIns="66675" tIns="66675" rIns="66675" bIns="66675" rtlCol="0" anchor="ctr"/>
            <a:lstStyle/>
            <a:p>
              <a:pPr algn="ctr" defTabSz="685800">
                <a:lnSpc>
                  <a:spcPct val="106000"/>
                </a:lnSpc>
                <a:defRPr/>
              </a:pPr>
              <a:endParaRPr lang="en-US" sz="1200" b="1">
                <a:solidFill>
                  <a:prstClr val="white"/>
                </a:solidFill>
                <a:latin typeface="Calibri Light"/>
              </a:endParaRPr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A7187BA2-3B2C-49CC-8826-4241209C0CE0}"/>
                </a:ext>
              </a:extLst>
            </p:cNvPr>
            <p:cNvSpPr/>
            <p:nvPr/>
          </p:nvSpPr>
          <p:spPr bwMode="gray">
            <a:xfrm>
              <a:off x="1997259" y="2189181"/>
              <a:ext cx="1315860" cy="1313139"/>
            </a:xfrm>
            <a:prstGeom prst="ellipse">
              <a:avLst/>
            </a:prstGeom>
            <a:solidFill>
              <a:schemeClr val="bg1"/>
            </a:solidFill>
            <a:ln w="19050" algn="ctr">
              <a:noFill/>
              <a:miter lim="800000"/>
              <a:headEnd/>
              <a:tailEnd/>
            </a:ln>
          </p:spPr>
          <p:txBody>
            <a:bodyPr wrap="square" lIns="66675" tIns="66675" rIns="66675" bIns="66675" rtlCol="0" anchor="ctr"/>
            <a:lstStyle/>
            <a:p>
              <a:pPr algn="ctr" defTabSz="685800">
                <a:lnSpc>
                  <a:spcPct val="106000"/>
                </a:lnSpc>
                <a:defRPr/>
              </a:pPr>
              <a:endParaRPr lang="en-US" sz="1200" b="1">
                <a:solidFill>
                  <a:prstClr val="white"/>
                </a:solidFill>
                <a:latin typeface="Calibri Light"/>
              </a:endParaRP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50848D64-FB64-429D-B5E6-9D84359772B7}"/>
                </a:ext>
              </a:extLst>
            </p:cNvPr>
            <p:cNvSpPr/>
            <p:nvPr/>
          </p:nvSpPr>
          <p:spPr>
            <a:xfrm>
              <a:off x="1919170" y="4494433"/>
              <a:ext cx="1480757" cy="67710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90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Analytics on performance of the processes </a:t>
              </a:r>
            </a:p>
          </p:txBody>
        </p:sp>
      </p:grpSp>
      <p:sp>
        <p:nvSpPr>
          <p:cNvPr id="55" name="Rectangle 54">
            <a:extLst>
              <a:ext uri="{FF2B5EF4-FFF2-40B4-BE49-F238E27FC236}">
                <a16:creationId xmlns:a16="http://schemas.microsoft.com/office/drawing/2014/main" id="{E2D04ECF-1575-4583-9172-18321176C607}"/>
              </a:ext>
            </a:extLst>
          </p:cNvPr>
          <p:cNvSpPr/>
          <p:nvPr/>
        </p:nvSpPr>
        <p:spPr bwMode="gray">
          <a:xfrm>
            <a:off x="9715823" y="1759468"/>
            <a:ext cx="1110568" cy="2968073"/>
          </a:xfrm>
          <a:prstGeom prst="rect">
            <a:avLst/>
          </a:prstGeom>
          <a:solidFill>
            <a:srgbClr val="007680"/>
          </a:solidFill>
          <a:ln w="19050" algn="ctr">
            <a:noFill/>
            <a:miter lim="800000"/>
            <a:headEnd/>
            <a:tailEnd/>
          </a:ln>
          <a:effectLst/>
        </p:spPr>
        <p:txBody>
          <a:bodyPr wrap="square" lIns="66675" tIns="66675" rIns="66675" bIns="66675" rtlCol="0" anchor="ctr"/>
          <a:lstStyle/>
          <a:p>
            <a:pPr algn="ctr" defTabSz="685800">
              <a:lnSpc>
                <a:spcPct val="106000"/>
              </a:lnSpc>
              <a:defRPr/>
            </a:pPr>
            <a:endParaRPr lang="en-US" sz="1200" b="1">
              <a:solidFill>
                <a:prstClr val="white"/>
              </a:solidFill>
              <a:latin typeface="Calibri Light"/>
            </a:endParaRP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CA0349DD-7B58-4917-B6DF-B37290955409}"/>
              </a:ext>
            </a:extLst>
          </p:cNvPr>
          <p:cNvGrpSpPr/>
          <p:nvPr/>
        </p:nvGrpSpPr>
        <p:grpSpPr>
          <a:xfrm>
            <a:off x="9632457" y="1081753"/>
            <a:ext cx="1277305" cy="2275073"/>
            <a:chOff x="1803653" y="1995975"/>
            <a:chExt cx="1703073" cy="3033429"/>
          </a:xfrm>
        </p:grpSpPr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EF920ED1-9654-493D-A5A4-0466A90C8524}"/>
                </a:ext>
              </a:extLst>
            </p:cNvPr>
            <p:cNvSpPr/>
            <p:nvPr/>
          </p:nvSpPr>
          <p:spPr>
            <a:xfrm>
              <a:off x="1909978" y="3844164"/>
              <a:ext cx="1368324" cy="30777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685800">
                <a:defRPr/>
              </a:pPr>
              <a:r>
                <a:rPr lang="en-US" sz="900" b="1">
                  <a:latin typeface="Calibri" panose="020F0502020204030204" pitchFamily="34" charset="0"/>
                  <a:cs typeface="Calibri" panose="020F0502020204030204" pitchFamily="34" charset="0"/>
                </a:rPr>
                <a:t>Task Automation</a:t>
              </a:r>
              <a:endParaRPr lang="en-US" sz="900" b="1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C3E21645-F218-42F9-9767-5F2494F9D826}"/>
                </a:ext>
              </a:extLst>
            </p:cNvPr>
            <p:cNvSpPr/>
            <p:nvPr/>
          </p:nvSpPr>
          <p:spPr bwMode="gray">
            <a:xfrm>
              <a:off x="1803653" y="1995975"/>
              <a:ext cx="1703073" cy="1699552"/>
            </a:xfrm>
            <a:prstGeom prst="ellipse">
              <a:avLst/>
            </a:prstGeom>
            <a:solidFill>
              <a:srgbClr val="00ABAB"/>
            </a:solidFill>
            <a:ln w="19050" algn="ctr">
              <a:noFill/>
              <a:miter lim="800000"/>
              <a:headEnd/>
              <a:tailEnd/>
            </a:ln>
            <a:effectLst/>
          </p:spPr>
          <p:txBody>
            <a:bodyPr wrap="square" lIns="66675" tIns="66675" rIns="66675" bIns="66675" rtlCol="0" anchor="ctr"/>
            <a:lstStyle/>
            <a:p>
              <a:pPr algn="ctr" defTabSz="685800">
                <a:lnSpc>
                  <a:spcPct val="106000"/>
                </a:lnSpc>
                <a:defRPr/>
              </a:pPr>
              <a:endParaRPr lang="en-US" sz="1200" b="1">
                <a:solidFill>
                  <a:prstClr val="white"/>
                </a:solidFill>
              </a:endParaRPr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EFC38597-D825-4B6B-9C25-CDAFD1A11383}"/>
                </a:ext>
              </a:extLst>
            </p:cNvPr>
            <p:cNvSpPr/>
            <p:nvPr/>
          </p:nvSpPr>
          <p:spPr bwMode="gray">
            <a:xfrm>
              <a:off x="1997259" y="2189181"/>
              <a:ext cx="1315860" cy="1313139"/>
            </a:xfrm>
            <a:prstGeom prst="ellipse">
              <a:avLst/>
            </a:prstGeom>
            <a:solidFill>
              <a:schemeClr val="bg1"/>
            </a:solidFill>
            <a:ln w="19050" algn="ctr">
              <a:noFill/>
              <a:miter lim="800000"/>
              <a:headEnd/>
              <a:tailEnd/>
            </a:ln>
          </p:spPr>
          <p:txBody>
            <a:bodyPr wrap="square" lIns="66675" tIns="66675" rIns="66675" bIns="66675" rtlCol="0" anchor="ctr"/>
            <a:lstStyle/>
            <a:p>
              <a:pPr algn="ctr" defTabSz="685800">
                <a:lnSpc>
                  <a:spcPct val="106000"/>
                </a:lnSpc>
                <a:defRPr/>
              </a:pPr>
              <a:endParaRPr lang="en-US" sz="1200" b="1">
                <a:solidFill>
                  <a:prstClr val="white"/>
                </a:solidFill>
              </a:endParaRP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705B094B-759B-4752-A5E5-3BC6FB706E4F}"/>
                </a:ext>
              </a:extLst>
            </p:cNvPr>
            <p:cNvSpPr/>
            <p:nvPr/>
          </p:nvSpPr>
          <p:spPr>
            <a:xfrm>
              <a:off x="1910194" y="4536962"/>
              <a:ext cx="1480757" cy="49244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90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Bot to perform automated tasks</a:t>
              </a:r>
            </a:p>
          </p:txBody>
        </p:sp>
      </p:grpSp>
      <p:sp>
        <p:nvSpPr>
          <p:cNvPr id="74" name="Rectangle 73">
            <a:extLst>
              <a:ext uri="{FF2B5EF4-FFF2-40B4-BE49-F238E27FC236}">
                <a16:creationId xmlns:a16="http://schemas.microsoft.com/office/drawing/2014/main" id="{2F0F2B4A-9A5D-4B15-9203-9327DEFCC8ED}"/>
              </a:ext>
            </a:extLst>
          </p:cNvPr>
          <p:cNvSpPr/>
          <p:nvPr/>
        </p:nvSpPr>
        <p:spPr bwMode="gray">
          <a:xfrm>
            <a:off x="11016614" y="1759468"/>
            <a:ext cx="965771" cy="2968073"/>
          </a:xfrm>
          <a:prstGeom prst="rect">
            <a:avLst/>
          </a:prstGeom>
          <a:solidFill>
            <a:srgbClr val="43B02A"/>
          </a:solidFill>
          <a:ln w="19050" algn="ctr">
            <a:noFill/>
            <a:miter lim="800000"/>
            <a:headEnd/>
            <a:tailEnd/>
          </a:ln>
          <a:effectLst/>
        </p:spPr>
        <p:txBody>
          <a:bodyPr wrap="square" lIns="66675" tIns="66675" rIns="66675" bIns="66675" rtlCol="0" anchor="ctr"/>
          <a:lstStyle/>
          <a:p>
            <a:pPr algn="ctr" defTabSz="685800">
              <a:lnSpc>
                <a:spcPct val="106000"/>
              </a:lnSpc>
              <a:defRPr/>
            </a:pPr>
            <a:endParaRPr lang="en-US" sz="1200" b="1">
              <a:solidFill>
                <a:prstClr val="white"/>
              </a:solidFill>
              <a:latin typeface="Calibri Light"/>
            </a:endParaRPr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9B7FA584-39BD-4F13-B34F-FB9B41A9D094}"/>
              </a:ext>
            </a:extLst>
          </p:cNvPr>
          <p:cNvGrpSpPr/>
          <p:nvPr/>
        </p:nvGrpSpPr>
        <p:grpSpPr>
          <a:xfrm>
            <a:off x="10905719" y="1081753"/>
            <a:ext cx="1117762" cy="3232362"/>
            <a:chOff x="1742122" y="1995975"/>
            <a:chExt cx="1764604" cy="4309814"/>
          </a:xfrm>
        </p:grpSpPr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55267C9B-D960-4607-A136-ECC9350F05C2}"/>
                </a:ext>
              </a:extLst>
            </p:cNvPr>
            <p:cNvSpPr/>
            <p:nvPr/>
          </p:nvSpPr>
          <p:spPr>
            <a:xfrm>
              <a:off x="1742122" y="3844163"/>
              <a:ext cx="1637837" cy="30777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685800">
                <a:defRPr/>
              </a:pPr>
              <a:r>
                <a:rPr lang="en-US" sz="900" b="1">
                  <a:latin typeface="Calibri" panose="020F0502020204030204" pitchFamily="34" charset="0"/>
                  <a:cs typeface="Calibri" panose="020F0502020204030204" pitchFamily="34" charset="0"/>
                </a:rPr>
                <a:t>Pre-build Content</a:t>
              </a:r>
              <a:endParaRPr lang="en-US" sz="900" b="1"/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F33CA8C1-5CDF-4A4E-A695-D5AA88C85D93}"/>
                </a:ext>
              </a:extLst>
            </p:cNvPr>
            <p:cNvSpPr/>
            <p:nvPr/>
          </p:nvSpPr>
          <p:spPr bwMode="gray">
            <a:xfrm>
              <a:off x="1803653" y="1995975"/>
              <a:ext cx="1703073" cy="1699552"/>
            </a:xfrm>
            <a:prstGeom prst="ellipse">
              <a:avLst/>
            </a:prstGeom>
            <a:solidFill>
              <a:schemeClr val="accent1"/>
            </a:solidFill>
            <a:ln w="19050" algn="ctr">
              <a:noFill/>
              <a:miter lim="800000"/>
              <a:headEnd/>
              <a:tailEnd/>
            </a:ln>
            <a:effectLst/>
          </p:spPr>
          <p:txBody>
            <a:bodyPr wrap="square" lIns="66675" tIns="66675" rIns="66675" bIns="66675" rtlCol="0" anchor="ctr"/>
            <a:lstStyle/>
            <a:p>
              <a:pPr algn="ctr" defTabSz="685800">
                <a:lnSpc>
                  <a:spcPct val="106000"/>
                </a:lnSpc>
                <a:defRPr/>
              </a:pPr>
              <a:endParaRPr lang="en-US" sz="1200" b="1">
                <a:solidFill>
                  <a:prstClr val="white"/>
                </a:solidFill>
              </a:endParaRPr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FF58CC41-D133-4316-8EFD-F2C9CAE3AA99}"/>
                </a:ext>
              </a:extLst>
            </p:cNvPr>
            <p:cNvSpPr/>
            <p:nvPr/>
          </p:nvSpPr>
          <p:spPr bwMode="gray">
            <a:xfrm>
              <a:off x="1997259" y="2189181"/>
              <a:ext cx="1315860" cy="1313139"/>
            </a:xfrm>
            <a:prstGeom prst="ellipse">
              <a:avLst/>
            </a:prstGeom>
            <a:solidFill>
              <a:schemeClr val="bg1"/>
            </a:solidFill>
            <a:ln w="19050" algn="ctr">
              <a:noFill/>
              <a:miter lim="800000"/>
              <a:headEnd/>
              <a:tailEnd/>
            </a:ln>
          </p:spPr>
          <p:txBody>
            <a:bodyPr wrap="square" lIns="66675" tIns="66675" rIns="66675" bIns="66675" rtlCol="0" anchor="ctr"/>
            <a:lstStyle/>
            <a:p>
              <a:pPr algn="ctr" defTabSz="685800">
                <a:lnSpc>
                  <a:spcPct val="106000"/>
                </a:lnSpc>
                <a:defRPr/>
              </a:pPr>
              <a:endParaRPr lang="en-US" sz="1200" b="1">
                <a:solidFill>
                  <a:prstClr val="white"/>
                </a:solidFill>
              </a:endParaRPr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6ADDD7CA-9D33-4DD1-87C0-0D494C642B4E}"/>
                </a:ext>
              </a:extLst>
            </p:cNvPr>
            <p:cNvSpPr/>
            <p:nvPr/>
          </p:nvSpPr>
          <p:spPr>
            <a:xfrm>
              <a:off x="1917832" y="4520686"/>
              <a:ext cx="1480756" cy="178510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685800">
                <a:defRPr/>
              </a:pPr>
              <a:r>
                <a:rPr lang="en-US" sz="90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Usable packages, templated automations, workflows, processes, process visibility, forms from SAP Store</a:t>
              </a:r>
              <a:endParaRPr lang="en-US" sz="825" b="1">
                <a:solidFill>
                  <a:prstClr val="white"/>
                </a:solidFill>
              </a:endParaRPr>
            </a:p>
          </p:txBody>
        </p:sp>
      </p:grpSp>
      <p:sp>
        <p:nvSpPr>
          <p:cNvPr id="82" name="TextBox 81">
            <a:extLst>
              <a:ext uri="{FF2B5EF4-FFF2-40B4-BE49-F238E27FC236}">
                <a16:creationId xmlns:a16="http://schemas.microsoft.com/office/drawing/2014/main" id="{AD317382-9960-4BCB-A3EF-492A697D9759}"/>
              </a:ext>
            </a:extLst>
          </p:cNvPr>
          <p:cNvSpPr txBox="1"/>
          <p:nvPr/>
        </p:nvSpPr>
        <p:spPr bwMode="gray">
          <a:xfrm>
            <a:off x="0" y="0"/>
            <a:ext cx="1219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cap="none" spc="0">
                <a:latin typeface="Calibri" panose="020F0502020204030204" pitchFamily="34" charset="0"/>
                <a:cs typeface="Calibri" panose="020F0502020204030204" pitchFamily="34" charset="0"/>
              </a:rPr>
              <a:t>SAP Process Automation – </a:t>
            </a:r>
            <a:r>
              <a:rPr lang="en-US" sz="2800" b="1">
                <a:latin typeface="Calibri" panose="020F0502020204030204" pitchFamily="34" charset="0"/>
                <a:cs typeface="Calibri" panose="020F0502020204030204" pitchFamily="34" charset="0"/>
              </a:rPr>
              <a:t>Product Key Capabilities</a:t>
            </a:r>
          </a:p>
        </p:txBody>
      </p:sp>
      <p:sp>
        <p:nvSpPr>
          <p:cNvPr id="105" name="General_Fill_44">
            <a:extLst>
              <a:ext uri="{FF2B5EF4-FFF2-40B4-BE49-F238E27FC236}">
                <a16:creationId xmlns:a16="http://schemas.microsoft.com/office/drawing/2014/main" id="{279998FD-A72C-436F-A12D-F6931043BFA4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9952953" y="1419832"/>
            <a:ext cx="635000" cy="635000"/>
          </a:xfrm>
          <a:custGeom>
            <a:avLst/>
            <a:gdLst>
              <a:gd name="T0" fmla="*/ 324 w 512"/>
              <a:gd name="T1" fmla="*/ 194 h 512"/>
              <a:gd name="T2" fmla="*/ 330 w 512"/>
              <a:gd name="T3" fmla="*/ 167 h 512"/>
              <a:gd name="T4" fmla="*/ 400 w 512"/>
              <a:gd name="T5" fmla="*/ 182 h 512"/>
              <a:gd name="T6" fmla="*/ 386 w 512"/>
              <a:gd name="T7" fmla="*/ 223 h 512"/>
              <a:gd name="T8" fmla="*/ 351 w 512"/>
              <a:gd name="T9" fmla="*/ 247 h 512"/>
              <a:gd name="T10" fmla="*/ 312 w 512"/>
              <a:gd name="T11" fmla="*/ 243 h 512"/>
              <a:gd name="T12" fmla="*/ 278 w 512"/>
              <a:gd name="T13" fmla="*/ 222 h 512"/>
              <a:gd name="T14" fmla="*/ 264 w 512"/>
              <a:gd name="T15" fmla="*/ 183 h 512"/>
              <a:gd name="T16" fmla="*/ 275 w 512"/>
              <a:gd name="T17" fmla="*/ 144 h 512"/>
              <a:gd name="T18" fmla="*/ 308 w 512"/>
              <a:gd name="T19" fmla="*/ 119 h 512"/>
              <a:gd name="T20" fmla="*/ 331 w 512"/>
              <a:gd name="T21" fmla="*/ 128 h 512"/>
              <a:gd name="T22" fmla="*/ 364 w 512"/>
              <a:gd name="T23" fmla="*/ 136 h 512"/>
              <a:gd name="T24" fmla="*/ 384 w 512"/>
              <a:gd name="T25" fmla="*/ 164 h 512"/>
              <a:gd name="T26" fmla="*/ 320 w 512"/>
              <a:gd name="T27" fmla="*/ 147 h 512"/>
              <a:gd name="T28" fmla="*/ 330 w 512"/>
              <a:gd name="T29" fmla="*/ 217 h 512"/>
              <a:gd name="T30" fmla="*/ 512 w 512"/>
              <a:gd name="T31" fmla="*/ 256 h 512"/>
              <a:gd name="T32" fmla="*/ 512 w 512"/>
              <a:gd name="T33" fmla="*/ 256 h 512"/>
              <a:gd name="T34" fmla="*/ 268 w 512"/>
              <a:gd name="T35" fmla="*/ 290 h 512"/>
              <a:gd name="T36" fmla="*/ 236 w 512"/>
              <a:gd name="T37" fmla="*/ 251 h 512"/>
              <a:gd name="T38" fmla="*/ 187 w 512"/>
              <a:gd name="T39" fmla="*/ 238 h 512"/>
              <a:gd name="T40" fmla="*/ 140 w 512"/>
              <a:gd name="T41" fmla="*/ 256 h 512"/>
              <a:gd name="T42" fmla="*/ 113 w 512"/>
              <a:gd name="T43" fmla="*/ 299 h 512"/>
              <a:gd name="T44" fmla="*/ 115 w 512"/>
              <a:gd name="T45" fmla="*/ 350 h 512"/>
              <a:gd name="T46" fmla="*/ 147 w 512"/>
              <a:gd name="T47" fmla="*/ 388 h 512"/>
              <a:gd name="T48" fmla="*/ 196 w 512"/>
              <a:gd name="T49" fmla="*/ 401 h 512"/>
              <a:gd name="T50" fmla="*/ 237 w 512"/>
              <a:gd name="T51" fmla="*/ 383 h 512"/>
              <a:gd name="T52" fmla="*/ 266 w 512"/>
              <a:gd name="T53" fmla="*/ 345 h 512"/>
              <a:gd name="T54" fmla="*/ 410 w 512"/>
              <a:gd name="T55" fmla="*/ 163 h 512"/>
              <a:gd name="T56" fmla="*/ 384 w 512"/>
              <a:gd name="T57" fmla="*/ 119 h 512"/>
              <a:gd name="T58" fmla="*/ 337 w 512"/>
              <a:gd name="T59" fmla="*/ 99 h 512"/>
              <a:gd name="T60" fmla="*/ 288 w 512"/>
              <a:gd name="T61" fmla="*/ 111 h 512"/>
              <a:gd name="T62" fmla="*/ 255 w 512"/>
              <a:gd name="T63" fmla="*/ 149 h 512"/>
              <a:gd name="T64" fmla="*/ 251 w 512"/>
              <a:gd name="T65" fmla="*/ 199 h 512"/>
              <a:gd name="T66" fmla="*/ 277 w 512"/>
              <a:gd name="T67" fmla="*/ 243 h 512"/>
              <a:gd name="T68" fmla="*/ 323 w 512"/>
              <a:gd name="T69" fmla="*/ 263 h 512"/>
              <a:gd name="T70" fmla="*/ 358 w 512"/>
              <a:gd name="T71" fmla="*/ 270 h 512"/>
              <a:gd name="T72" fmla="*/ 405 w 512"/>
              <a:gd name="T73" fmla="*/ 237 h 512"/>
              <a:gd name="T74" fmla="*/ 423 w 512"/>
              <a:gd name="T75" fmla="*/ 182 h 512"/>
              <a:gd name="T76" fmla="*/ 179 w 512"/>
              <a:gd name="T77" fmla="*/ 313 h 512"/>
              <a:gd name="T78" fmla="*/ 204 w 512"/>
              <a:gd name="T79" fmla="*/ 326 h 512"/>
              <a:gd name="T80" fmla="*/ 262 w 512"/>
              <a:gd name="T81" fmla="*/ 321 h 512"/>
              <a:gd name="T82" fmla="*/ 248 w 512"/>
              <a:gd name="T83" fmla="*/ 361 h 512"/>
              <a:gd name="T84" fmla="*/ 212 w 512"/>
              <a:gd name="T85" fmla="*/ 386 h 512"/>
              <a:gd name="T86" fmla="*/ 173 w 512"/>
              <a:gd name="T87" fmla="*/ 382 h 512"/>
              <a:gd name="T88" fmla="*/ 139 w 512"/>
              <a:gd name="T89" fmla="*/ 360 h 512"/>
              <a:gd name="T90" fmla="*/ 125 w 512"/>
              <a:gd name="T91" fmla="*/ 321 h 512"/>
              <a:gd name="T92" fmla="*/ 137 w 512"/>
              <a:gd name="T93" fmla="*/ 282 h 512"/>
              <a:gd name="T94" fmla="*/ 169 w 512"/>
              <a:gd name="T95" fmla="*/ 258 h 512"/>
              <a:gd name="T96" fmla="*/ 193 w 512"/>
              <a:gd name="T97" fmla="*/ 266 h 512"/>
              <a:gd name="T98" fmla="*/ 226 w 512"/>
              <a:gd name="T99" fmla="*/ 274 h 512"/>
              <a:gd name="T100" fmla="*/ 246 w 512"/>
              <a:gd name="T101" fmla="*/ 303 h 512"/>
              <a:gd name="T102" fmla="*/ 181 w 512"/>
              <a:gd name="T103" fmla="*/ 286 h 512"/>
              <a:gd name="T104" fmla="*/ 192 w 512"/>
              <a:gd name="T105" fmla="*/ 355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512" h="512">
                <a:moveTo>
                  <a:pt x="344" y="177"/>
                </a:moveTo>
                <a:cubicBezTo>
                  <a:pt x="345" y="180"/>
                  <a:pt x="345" y="184"/>
                  <a:pt x="343" y="188"/>
                </a:cubicBezTo>
                <a:cubicBezTo>
                  <a:pt x="341" y="191"/>
                  <a:pt x="338" y="193"/>
                  <a:pt x="335" y="195"/>
                </a:cubicBezTo>
                <a:cubicBezTo>
                  <a:pt x="331" y="196"/>
                  <a:pt x="327" y="195"/>
                  <a:pt x="324" y="194"/>
                </a:cubicBezTo>
                <a:cubicBezTo>
                  <a:pt x="320" y="192"/>
                  <a:pt x="318" y="189"/>
                  <a:pt x="317" y="185"/>
                </a:cubicBezTo>
                <a:cubicBezTo>
                  <a:pt x="316" y="182"/>
                  <a:pt x="316" y="178"/>
                  <a:pt x="318" y="174"/>
                </a:cubicBezTo>
                <a:cubicBezTo>
                  <a:pt x="320" y="171"/>
                  <a:pt x="322" y="169"/>
                  <a:pt x="326" y="167"/>
                </a:cubicBezTo>
                <a:cubicBezTo>
                  <a:pt x="328" y="167"/>
                  <a:pt x="329" y="167"/>
                  <a:pt x="330" y="167"/>
                </a:cubicBezTo>
                <a:cubicBezTo>
                  <a:pt x="333" y="167"/>
                  <a:pt x="335" y="167"/>
                  <a:pt x="337" y="168"/>
                </a:cubicBezTo>
                <a:cubicBezTo>
                  <a:pt x="340" y="170"/>
                  <a:pt x="343" y="173"/>
                  <a:pt x="344" y="177"/>
                </a:cubicBezTo>
                <a:close/>
                <a:moveTo>
                  <a:pt x="397" y="179"/>
                </a:moveTo>
                <a:cubicBezTo>
                  <a:pt x="398" y="180"/>
                  <a:pt x="399" y="181"/>
                  <a:pt x="400" y="182"/>
                </a:cubicBezTo>
                <a:cubicBezTo>
                  <a:pt x="399" y="183"/>
                  <a:pt x="398" y="184"/>
                  <a:pt x="397" y="185"/>
                </a:cubicBezTo>
                <a:cubicBezTo>
                  <a:pt x="392" y="189"/>
                  <a:pt x="386" y="193"/>
                  <a:pt x="384" y="199"/>
                </a:cubicBezTo>
                <a:cubicBezTo>
                  <a:pt x="382" y="206"/>
                  <a:pt x="384" y="212"/>
                  <a:pt x="385" y="218"/>
                </a:cubicBezTo>
                <a:cubicBezTo>
                  <a:pt x="386" y="220"/>
                  <a:pt x="386" y="221"/>
                  <a:pt x="386" y="223"/>
                </a:cubicBezTo>
                <a:cubicBezTo>
                  <a:pt x="385" y="223"/>
                  <a:pt x="383" y="223"/>
                  <a:pt x="382" y="223"/>
                </a:cubicBezTo>
                <a:cubicBezTo>
                  <a:pt x="376" y="223"/>
                  <a:pt x="369" y="223"/>
                  <a:pt x="363" y="227"/>
                </a:cubicBezTo>
                <a:cubicBezTo>
                  <a:pt x="357" y="231"/>
                  <a:pt x="355" y="237"/>
                  <a:pt x="353" y="243"/>
                </a:cubicBezTo>
                <a:cubicBezTo>
                  <a:pt x="352" y="244"/>
                  <a:pt x="352" y="246"/>
                  <a:pt x="351" y="247"/>
                </a:cubicBezTo>
                <a:cubicBezTo>
                  <a:pt x="350" y="246"/>
                  <a:pt x="348" y="244"/>
                  <a:pt x="347" y="244"/>
                </a:cubicBezTo>
                <a:cubicBezTo>
                  <a:pt x="342" y="240"/>
                  <a:pt x="336" y="234"/>
                  <a:pt x="330" y="234"/>
                </a:cubicBezTo>
                <a:cubicBezTo>
                  <a:pt x="329" y="234"/>
                  <a:pt x="329" y="234"/>
                  <a:pt x="329" y="234"/>
                </a:cubicBezTo>
                <a:cubicBezTo>
                  <a:pt x="322" y="234"/>
                  <a:pt x="317" y="240"/>
                  <a:pt x="312" y="243"/>
                </a:cubicBezTo>
                <a:cubicBezTo>
                  <a:pt x="311" y="244"/>
                  <a:pt x="309" y="246"/>
                  <a:pt x="308" y="247"/>
                </a:cubicBezTo>
                <a:cubicBezTo>
                  <a:pt x="307" y="246"/>
                  <a:pt x="307" y="244"/>
                  <a:pt x="306" y="243"/>
                </a:cubicBezTo>
                <a:cubicBezTo>
                  <a:pt x="304" y="237"/>
                  <a:pt x="302" y="230"/>
                  <a:pt x="296" y="226"/>
                </a:cubicBezTo>
                <a:cubicBezTo>
                  <a:pt x="291" y="222"/>
                  <a:pt x="284" y="222"/>
                  <a:pt x="278" y="222"/>
                </a:cubicBezTo>
                <a:cubicBezTo>
                  <a:pt x="277" y="222"/>
                  <a:pt x="275" y="222"/>
                  <a:pt x="273" y="221"/>
                </a:cubicBezTo>
                <a:cubicBezTo>
                  <a:pt x="274" y="220"/>
                  <a:pt x="274" y="218"/>
                  <a:pt x="274" y="217"/>
                </a:cubicBezTo>
                <a:cubicBezTo>
                  <a:pt x="276" y="211"/>
                  <a:pt x="278" y="204"/>
                  <a:pt x="276" y="198"/>
                </a:cubicBezTo>
                <a:cubicBezTo>
                  <a:pt x="274" y="191"/>
                  <a:pt x="269" y="187"/>
                  <a:pt x="264" y="183"/>
                </a:cubicBezTo>
                <a:cubicBezTo>
                  <a:pt x="263" y="182"/>
                  <a:pt x="261" y="181"/>
                  <a:pt x="260" y="180"/>
                </a:cubicBezTo>
                <a:cubicBezTo>
                  <a:pt x="262" y="179"/>
                  <a:pt x="263" y="178"/>
                  <a:pt x="264" y="177"/>
                </a:cubicBezTo>
                <a:cubicBezTo>
                  <a:pt x="269" y="173"/>
                  <a:pt x="275" y="169"/>
                  <a:pt x="277" y="163"/>
                </a:cubicBezTo>
                <a:cubicBezTo>
                  <a:pt x="279" y="156"/>
                  <a:pt x="277" y="150"/>
                  <a:pt x="275" y="144"/>
                </a:cubicBezTo>
                <a:cubicBezTo>
                  <a:pt x="275" y="142"/>
                  <a:pt x="275" y="141"/>
                  <a:pt x="274" y="139"/>
                </a:cubicBezTo>
                <a:cubicBezTo>
                  <a:pt x="276" y="139"/>
                  <a:pt x="278" y="139"/>
                  <a:pt x="279" y="139"/>
                </a:cubicBezTo>
                <a:cubicBezTo>
                  <a:pt x="285" y="139"/>
                  <a:pt x="292" y="139"/>
                  <a:pt x="298" y="135"/>
                </a:cubicBezTo>
                <a:cubicBezTo>
                  <a:pt x="303" y="131"/>
                  <a:pt x="306" y="125"/>
                  <a:pt x="308" y="119"/>
                </a:cubicBezTo>
                <a:cubicBezTo>
                  <a:pt x="308" y="118"/>
                  <a:pt x="309" y="116"/>
                  <a:pt x="310" y="115"/>
                </a:cubicBezTo>
                <a:cubicBezTo>
                  <a:pt x="311" y="116"/>
                  <a:pt x="313" y="118"/>
                  <a:pt x="314" y="118"/>
                </a:cubicBezTo>
                <a:cubicBezTo>
                  <a:pt x="319" y="122"/>
                  <a:pt x="324" y="128"/>
                  <a:pt x="331" y="128"/>
                </a:cubicBezTo>
                <a:cubicBezTo>
                  <a:pt x="331" y="128"/>
                  <a:pt x="331" y="128"/>
                  <a:pt x="331" y="128"/>
                </a:cubicBezTo>
                <a:cubicBezTo>
                  <a:pt x="338" y="128"/>
                  <a:pt x="344" y="122"/>
                  <a:pt x="349" y="119"/>
                </a:cubicBezTo>
                <a:cubicBezTo>
                  <a:pt x="350" y="118"/>
                  <a:pt x="352" y="116"/>
                  <a:pt x="353" y="115"/>
                </a:cubicBezTo>
                <a:cubicBezTo>
                  <a:pt x="353" y="116"/>
                  <a:pt x="354" y="118"/>
                  <a:pt x="354" y="119"/>
                </a:cubicBezTo>
                <a:cubicBezTo>
                  <a:pt x="356" y="125"/>
                  <a:pt x="359" y="132"/>
                  <a:pt x="364" y="136"/>
                </a:cubicBezTo>
                <a:cubicBezTo>
                  <a:pt x="370" y="140"/>
                  <a:pt x="377" y="140"/>
                  <a:pt x="383" y="140"/>
                </a:cubicBezTo>
                <a:cubicBezTo>
                  <a:pt x="384" y="140"/>
                  <a:pt x="386" y="140"/>
                  <a:pt x="387" y="141"/>
                </a:cubicBezTo>
                <a:cubicBezTo>
                  <a:pt x="387" y="142"/>
                  <a:pt x="387" y="144"/>
                  <a:pt x="386" y="145"/>
                </a:cubicBezTo>
                <a:cubicBezTo>
                  <a:pt x="384" y="151"/>
                  <a:pt x="382" y="158"/>
                  <a:pt x="384" y="164"/>
                </a:cubicBezTo>
                <a:cubicBezTo>
                  <a:pt x="386" y="171"/>
                  <a:pt x="392" y="175"/>
                  <a:pt x="397" y="179"/>
                </a:cubicBezTo>
                <a:close/>
                <a:moveTo>
                  <a:pt x="364" y="170"/>
                </a:moveTo>
                <a:cubicBezTo>
                  <a:pt x="361" y="161"/>
                  <a:pt x="355" y="154"/>
                  <a:pt x="347" y="150"/>
                </a:cubicBezTo>
                <a:cubicBezTo>
                  <a:pt x="338" y="145"/>
                  <a:pt x="329" y="144"/>
                  <a:pt x="320" y="147"/>
                </a:cubicBezTo>
                <a:cubicBezTo>
                  <a:pt x="311" y="150"/>
                  <a:pt x="303" y="156"/>
                  <a:pt x="299" y="164"/>
                </a:cubicBezTo>
                <a:cubicBezTo>
                  <a:pt x="294" y="173"/>
                  <a:pt x="294" y="182"/>
                  <a:pt x="296" y="192"/>
                </a:cubicBezTo>
                <a:cubicBezTo>
                  <a:pt x="299" y="201"/>
                  <a:pt x="305" y="208"/>
                  <a:pt x="314" y="212"/>
                </a:cubicBezTo>
                <a:cubicBezTo>
                  <a:pt x="319" y="215"/>
                  <a:pt x="325" y="217"/>
                  <a:pt x="330" y="217"/>
                </a:cubicBezTo>
                <a:cubicBezTo>
                  <a:pt x="334" y="217"/>
                  <a:pt x="337" y="216"/>
                  <a:pt x="341" y="215"/>
                </a:cubicBezTo>
                <a:cubicBezTo>
                  <a:pt x="350" y="212"/>
                  <a:pt x="357" y="206"/>
                  <a:pt x="362" y="198"/>
                </a:cubicBezTo>
                <a:cubicBezTo>
                  <a:pt x="366" y="189"/>
                  <a:pt x="367" y="180"/>
                  <a:pt x="364" y="170"/>
                </a:cubicBezTo>
                <a:close/>
                <a:moveTo>
                  <a:pt x="512" y="256"/>
                </a:moveTo>
                <a:cubicBezTo>
                  <a:pt x="512" y="397"/>
                  <a:pt x="397" y="512"/>
                  <a:pt x="256" y="512"/>
                </a:cubicBezTo>
                <a:cubicBezTo>
                  <a:pt x="114" y="512"/>
                  <a:pt x="0" y="397"/>
                  <a:pt x="0" y="256"/>
                </a:cubicBezTo>
                <a:cubicBezTo>
                  <a:pt x="0" y="114"/>
                  <a:pt x="114" y="0"/>
                  <a:pt x="256" y="0"/>
                </a:cubicBezTo>
                <a:cubicBezTo>
                  <a:pt x="397" y="0"/>
                  <a:pt x="512" y="114"/>
                  <a:pt x="512" y="256"/>
                </a:cubicBezTo>
                <a:close/>
                <a:moveTo>
                  <a:pt x="284" y="321"/>
                </a:moveTo>
                <a:cubicBezTo>
                  <a:pt x="285" y="312"/>
                  <a:pt x="277" y="306"/>
                  <a:pt x="271" y="301"/>
                </a:cubicBezTo>
                <a:cubicBezTo>
                  <a:pt x="270" y="300"/>
                  <a:pt x="267" y="298"/>
                  <a:pt x="266" y="297"/>
                </a:cubicBezTo>
                <a:cubicBezTo>
                  <a:pt x="266" y="295"/>
                  <a:pt x="267" y="292"/>
                  <a:pt x="268" y="290"/>
                </a:cubicBezTo>
                <a:cubicBezTo>
                  <a:pt x="270" y="283"/>
                  <a:pt x="273" y="274"/>
                  <a:pt x="267" y="266"/>
                </a:cubicBezTo>
                <a:cubicBezTo>
                  <a:pt x="262" y="258"/>
                  <a:pt x="252" y="258"/>
                  <a:pt x="245" y="258"/>
                </a:cubicBezTo>
                <a:cubicBezTo>
                  <a:pt x="243" y="258"/>
                  <a:pt x="240" y="257"/>
                  <a:pt x="238" y="257"/>
                </a:cubicBezTo>
                <a:cubicBezTo>
                  <a:pt x="238" y="256"/>
                  <a:pt x="237" y="253"/>
                  <a:pt x="236" y="251"/>
                </a:cubicBezTo>
                <a:cubicBezTo>
                  <a:pt x="234" y="244"/>
                  <a:pt x="231" y="235"/>
                  <a:pt x="222" y="232"/>
                </a:cubicBezTo>
                <a:cubicBezTo>
                  <a:pt x="213" y="229"/>
                  <a:pt x="204" y="234"/>
                  <a:pt x="199" y="238"/>
                </a:cubicBezTo>
                <a:cubicBezTo>
                  <a:pt x="197" y="239"/>
                  <a:pt x="194" y="241"/>
                  <a:pt x="193" y="242"/>
                </a:cubicBezTo>
                <a:cubicBezTo>
                  <a:pt x="191" y="241"/>
                  <a:pt x="189" y="239"/>
                  <a:pt x="187" y="238"/>
                </a:cubicBezTo>
                <a:cubicBezTo>
                  <a:pt x="182" y="234"/>
                  <a:pt x="173" y="228"/>
                  <a:pt x="164" y="231"/>
                </a:cubicBezTo>
                <a:cubicBezTo>
                  <a:pt x="155" y="234"/>
                  <a:pt x="152" y="243"/>
                  <a:pt x="149" y="250"/>
                </a:cubicBezTo>
                <a:cubicBezTo>
                  <a:pt x="148" y="252"/>
                  <a:pt x="147" y="255"/>
                  <a:pt x="147" y="256"/>
                </a:cubicBezTo>
                <a:cubicBezTo>
                  <a:pt x="145" y="256"/>
                  <a:pt x="142" y="256"/>
                  <a:pt x="140" y="256"/>
                </a:cubicBezTo>
                <a:cubicBezTo>
                  <a:pt x="133" y="256"/>
                  <a:pt x="123" y="257"/>
                  <a:pt x="117" y="264"/>
                </a:cubicBezTo>
                <a:cubicBezTo>
                  <a:pt x="112" y="272"/>
                  <a:pt x="114" y="281"/>
                  <a:pt x="116" y="288"/>
                </a:cubicBezTo>
                <a:cubicBezTo>
                  <a:pt x="117" y="290"/>
                  <a:pt x="118" y="293"/>
                  <a:pt x="118" y="295"/>
                </a:cubicBezTo>
                <a:cubicBezTo>
                  <a:pt x="117" y="296"/>
                  <a:pt x="114" y="298"/>
                  <a:pt x="113" y="299"/>
                </a:cubicBezTo>
                <a:cubicBezTo>
                  <a:pt x="107" y="303"/>
                  <a:pt x="99" y="309"/>
                  <a:pt x="99" y="318"/>
                </a:cubicBezTo>
                <a:cubicBezTo>
                  <a:pt x="99" y="328"/>
                  <a:pt x="106" y="334"/>
                  <a:pt x="112" y="338"/>
                </a:cubicBezTo>
                <a:cubicBezTo>
                  <a:pt x="114" y="340"/>
                  <a:pt x="117" y="342"/>
                  <a:pt x="117" y="342"/>
                </a:cubicBezTo>
                <a:cubicBezTo>
                  <a:pt x="117" y="344"/>
                  <a:pt x="116" y="347"/>
                  <a:pt x="115" y="350"/>
                </a:cubicBezTo>
                <a:cubicBezTo>
                  <a:pt x="113" y="357"/>
                  <a:pt x="110" y="366"/>
                  <a:pt x="116" y="373"/>
                </a:cubicBezTo>
                <a:cubicBezTo>
                  <a:pt x="121" y="381"/>
                  <a:pt x="131" y="381"/>
                  <a:pt x="138" y="382"/>
                </a:cubicBezTo>
                <a:cubicBezTo>
                  <a:pt x="140" y="382"/>
                  <a:pt x="143" y="382"/>
                  <a:pt x="145" y="382"/>
                </a:cubicBezTo>
                <a:cubicBezTo>
                  <a:pt x="146" y="384"/>
                  <a:pt x="147" y="387"/>
                  <a:pt x="147" y="388"/>
                </a:cubicBezTo>
                <a:cubicBezTo>
                  <a:pt x="150" y="395"/>
                  <a:pt x="153" y="404"/>
                  <a:pt x="162" y="408"/>
                </a:cubicBezTo>
                <a:cubicBezTo>
                  <a:pt x="171" y="411"/>
                  <a:pt x="179" y="405"/>
                  <a:pt x="185" y="401"/>
                </a:cubicBezTo>
                <a:cubicBezTo>
                  <a:pt x="186" y="400"/>
                  <a:pt x="189" y="398"/>
                  <a:pt x="191" y="398"/>
                </a:cubicBezTo>
                <a:cubicBezTo>
                  <a:pt x="192" y="398"/>
                  <a:pt x="194" y="400"/>
                  <a:pt x="196" y="401"/>
                </a:cubicBezTo>
                <a:cubicBezTo>
                  <a:pt x="201" y="405"/>
                  <a:pt x="207" y="409"/>
                  <a:pt x="214" y="409"/>
                </a:cubicBezTo>
                <a:cubicBezTo>
                  <a:pt x="216" y="409"/>
                  <a:pt x="217" y="409"/>
                  <a:pt x="219" y="408"/>
                </a:cubicBezTo>
                <a:cubicBezTo>
                  <a:pt x="228" y="405"/>
                  <a:pt x="232" y="396"/>
                  <a:pt x="234" y="389"/>
                </a:cubicBezTo>
                <a:cubicBezTo>
                  <a:pt x="235" y="387"/>
                  <a:pt x="236" y="385"/>
                  <a:pt x="237" y="383"/>
                </a:cubicBezTo>
                <a:cubicBezTo>
                  <a:pt x="238" y="383"/>
                  <a:pt x="241" y="383"/>
                  <a:pt x="244" y="383"/>
                </a:cubicBezTo>
                <a:cubicBezTo>
                  <a:pt x="251" y="383"/>
                  <a:pt x="260" y="383"/>
                  <a:pt x="266" y="375"/>
                </a:cubicBezTo>
                <a:cubicBezTo>
                  <a:pt x="272" y="368"/>
                  <a:pt x="269" y="358"/>
                  <a:pt x="267" y="351"/>
                </a:cubicBezTo>
                <a:cubicBezTo>
                  <a:pt x="267" y="349"/>
                  <a:pt x="266" y="346"/>
                  <a:pt x="266" y="345"/>
                </a:cubicBezTo>
                <a:cubicBezTo>
                  <a:pt x="267" y="344"/>
                  <a:pt x="269" y="342"/>
                  <a:pt x="271" y="341"/>
                </a:cubicBezTo>
                <a:cubicBezTo>
                  <a:pt x="276" y="336"/>
                  <a:pt x="284" y="331"/>
                  <a:pt x="284" y="321"/>
                </a:cubicBezTo>
                <a:close/>
                <a:moveTo>
                  <a:pt x="423" y="182"/>
                </a:moveTo>
                <a:cubicBezTo>
                  <a:pt x="423" y="173"/>
                  <a:pt x="416" y="167"/>
                  <a:pt x="410" y="163"/>
                </a:cubicBezTo>
                <a:cubicBezTo>
                  <a:pt x="408" y="161"/>
                  <a:pt x="406" y="159"/>
                  <a:pt x="405" y="158"/>
                </a:cubicBezTo>
                <a:cubicBezTo>
                  <a:pt x="405" y="156"/>
                  <a:pt x="406" y="153"/>
                  <a:pt x="407" y="151"/>
                </a:cubicBezTo>
                <a:cubicBezTo>
                  <a:pt x="409" y="144"/>
                  <a:pt x="412" y="135"/>
                  <a:pt x="406" y="127"/>
                </a:cubicBezTo>
                <a:cubicBezTo>
                  <a:pt x="401" y="120"/>
                  <a:pt x="391" y="119"/>
                  <a:pt x="384" y="119"/>
                </a:cubicBezTo>
                <a:cubicBezTo>
                  <a:pt x="382" y="119"/>
                  <a:pt x="379" y="119"/>
                  <a:pt x="377" y="118"/>
                </a:cubicBezTo>
                <a:cubicBezTo>
                  <a:pt x="376" y="117"/>
                  <a:pt x="375" y="114"/>
                  <a:pt x="375" y="112"/>
                </a:cubicBezTo>
                <a:cubicBezTo>
                  <a:pt x="372" y="105"/>
                  <a:pt x="369" y="96"/>
                  <a:pt x="360" y="93"/>
                </a:cubicBezTo>
                <a:cubicBezTo>
                  <a:pt x="351" y="90"/>
                  <a:pt x="343" y="95"/>
                  <a:pt x="337" y="99"/>
                </a:cubicBezTo>
                <a:cubicBezTo>
                  <a:pt x="336" y="101"/>
                  <a:pt x="333" y="102"/>
                  <a:pt x="331" y="103"/>
                </a:cubicBezTo>
                <a:cubicBezTo>
                  <a:pt x="330" y="102"/>
                  <a:pt x="328" y="101"/>
                  <a:pt x="326" y="99"/>
                </a:cubicBezTo>
                <a:cubicBezTo>
                  <a:pt x="320" y="95"/>
                  <a:pt x="312" y="89"/>
                  <a:pt x="303" y="92"/>
                </a:cubicBezTo>
                <a:cubicBezTo>
                  <a:pt x="294" y="95"/>
                  <a:pt x="290" y="105"/>
                  <a:pt x="288" y="111"/>
                </a:cubicBezTo>
                <a:cubicBezTo>
                  <a:pt x="287" y="113"/>
                  <a:pt x="286" y="116"/>
                  <a:pt x="285" y="117"/>
                </a:cubicBezTo>
                <a:cubicBezTo>
                  <a:pt x="284" y="118"/>
                  <a:pt x="281" y="118"/>
                  <a:pt x="279" y="118"/>
                </a:cubicBezTo>
                <a:cubicBezTo>
                  <a:pt x="271" y="118"/>
                  <a:pt x="262" y="118"/>
                  <a:pt x="256" y="125"/>
                </a:cubicBezTo>
                <a:cubicBezTo>
                  <a:pt x="250" y="133"/>
                  <a:pt x="253" y="142"/>
                  <a:pt x="255" y="149"/>
                </a:cubicBezTo>
                <a:cubicBezTo>
                  <a:pt x="255" y="151"/>
                  <a:pt x="256" y="154"/>
                  <a:pt x="256" y="156"/>
                </a:cubicBezTo>
                <a:cubicBezTo>
                  <a:pt x="255" y="157"/>
                  <a:pt x="253" y="159"/>
                  <a:pt x="251" y="160"/>
                </a:cubicBezTo>
                <a:cubicBezTo>
                  <a:pt x="246" y="164"/>
                  <a:pt x="238" y="170"/>
                  <a:pt x="238" y="180"/>
                </a:cubicBezTo>
                <a:cubicBezTo>
                  <a:pt x="237" y="189"/>
                  <a:pt x="245" y="195"/>
                  <a:pt x="251" y="199"/>
                </a:cubicBezTo>
                <a:cubicBezTo>
                  <a:pt x="252" y="201"/>
                  <a:pt x="255" y="203"/>
                  <a:pt x="256" y="204"/>
                </a:cubicBezTo>
                <a:cubicBezTo>
                  <a:pt x="256" y="205"/>
                  <a:pt x="255" y="209"/>
                  <a:pt x="254" y="211"/>
                </a:cubicBezTo>
                <a:cubicBezTo>
                  <a:pt x="252" y="218"/>
                  <a:pt x="249" y="227"/>
                  <a:pt x="255" y="235"/>
                </a:cubicBezTo>
                <a:cubicBezTo>
                  <a:pt x="260" y="242"/>
                  <a:pt x="270" y="243"/>
                  <a:pt x="277" y="243"/>
                </a:cubicBezTo>
                <a:cubicBezTo>
                  <a:pt x="279" y="243"/>
                  <a:pt x="282" y="243"/>
                  <a:pt x="284" y="244"/>
                </a:cubicBezTo>
                <a:cubicBezTo>
                  <a:pt x="284" y="245"/>
                  <a:pt x="285" y="248"/>
                  <a:pt x="286" y="250"/>
                </a:cubicBezTo>
                <a:cubicBezTo>
                  <a:pt x="288" y="257"/>
                  <a:pt x="291" y="266"/>
                  <a:pt x="300" y="269"/>
                </a:cubicBezTo>
                <a:cubicBezTo>
                  <a:pt x="309" y="272"/>
                  <a:pt x="317" y="267"/>
                  <a:pt x="323" y="263"/>
                </a:cubicBezTo>
                <a:cubicBezTo>
                  <a:pt x="325" y="261"/>
                  <a:pt x="328" y="260"/>
                  <a:pt x="329" y="259"/>
                </a:cubicBezTo>
                <a:cubicBezTo>
                  <a:pt x="331" y="260"/>
                  <a:pt x="333" y="261"/>
                  <a:pt x="335" y="263"/>
                </a:cubicBezTo>
                <a:cubicBezTo>
                  <a:pt x="339" y="266"/>
                  <a:pt x="346" y="270"/>
                  <a:pt x="353" y="270"/>
                </a:cubicBezTo>
                <a:cubicBezTo>
                  <a:pt x="354" y="270"/>
                  <a:pt x="356" y="270"/>
                  <a:pt x="358" y="270"/>
                </a:cubicBezTo>
                <a:cubicBezTo>
                  <a:pt x="367" y="267"/>
                  <a:pt x="370" y="257"/>
                  <a:pt x="373" y="251"/>
                </a:cubicBezTo>
                <a:cubicBezTo>
                  <a:pt x="374" y="249"/>
                  <a:pt x="375" y="246"/>
                  <a:pt x="375" y="245"/>
                </a:cubicBezTo>
                <a:cubicBezTo>
                  <a:pt x="377" y="244"/>
                  <a:pt x="380" y="244"/>
                  <a:pt x="382" y="244"/>
                </a:cubicBezTo>
                <a:cubicBezTo>
                  <a:pt x="389" y="244"/>
                  <a:pt x="399" y="244"/>
                  <a:pt x="405" y="237"/>
                </a:cubicBezTo>
                <a:cubicBezTo>
                  <a:pt x="410" y="229"/>
                  <a:pt x="408" y="220"/>
                  <a:pt x="406" y="213"/>
                </a:cubicBezTo>
                <a:cubicBezTo>
                  <a:pt x="405" y="211"/>
                  <a:pt x="404" y="208"/>
                  <a:pt x="404" y="206"/>
                </a:cubicBezTo>
                <a:cubicBezTo>
                  <a:pt x="405" y="205"/>
                  <a:pt x="408" y="203"/>
                  <a:pt x="409" y="202"/>
                </a:cubicBezTo>
                <a:cubicBezTo>
                  <a:pt x="415" y="198"/>
                  <a:pt x="423" y="192"/>
                  <a:pt x="423" y="182"/>
                </a:cubicBezTo>
                <a:close/>
                <a:moveTo>
                  <a:pt x="198" y="307"/>
                </a:moveTo>
                <a:cubicBezTo>
                  <a:pt x="196" y="306"/>
                  <a:pt x="194" y="305"/>
                  <a:pt x="192" y="305"/>
                </a:cubicBezTo>
                <a:cubicBezTo>
                  <a:pt x="190" y="305"/>
                  <a:pt x="189" y="306"/>
                  <a:pt x="187" y="306"/>
                </a:cubicBezTo>
                <a:cubicBezTo>
                  <a:pt x="184" y="307"/>
                  <a:pt x="181" y="310"/>
                  <a:pt x="179" y="313"/>
                </a:cubicBezTo>
                <a:cubicBezTo>
                  <a:pt x="177" y="316"/>
                  <a:pt x="177" y="320"/>
                  <a:pt x="178" y="324"/>
                </a:cubicBezTo>
                <a:cubicBezTo>
                  <a:pt x="179" y="328"/>
                  <a:pt x="182" y="330"/>
                  <a:pt x="185" y="332"/>
                </a:cubicBezTo>
                <a:cubicBezTo>
                  <a:pt x="188" y="334"/>
                  <a:pt x="192" y="334"/>
                  <a:pt x="196" y="333"/>
                </a:cubicBezTo>
                <a:cubicBezTo>
                  <a:pt x="200" y="332"/>
                  <a:pt x="202" y="330"/>
                  <a:pt x="204" y="326"/>
                </a:cubicBezTo>
                <a:cubicBezTo>
                  <a:pt x="206" y="323"/>
                  <a:pt x="206" y="319"/>
                  <a:pt x="205" y="315"/>
                </a:cubicBezTo>
                <a:cubicBezTo>
                  <a:pt x="204" y="312"/>
                  <a:pt x="202" y="309"/>
                  <a:pt x="198" y="307"/>
                </a:cubicBezTo>
                <a:close/>
                <a:moveTo>
                  <a:pt x="258" y="318"/>
                </a:moveTo>
                <a:cubicBezTo>
                  <a:pt x="259" y="319"/>
                  <a:pt x="261" y="320"/>
                  <a:pt x="262" y="321"/>
                </a:cubicBezTo>
                <a:cubicBezTo>
                  <a:pt x="260" y="322"/>
                  <a:pt x="259" y="323"/>
                  <a:pt x="258" y="324"/>
                </a:cubicBezTo>
                <a:cubicBezTo>
                  <a:pt x="253" y="327"/>
                  <a:pt x="247" y="331"/>
                  <a:pt x="245" y="338"/>
                </a:cubicBezTo>
                <a:cubicBezTo>
                  <a:pt x="243" y="344"/>
                  <a:pt x="245" y="351"/>
                  <a:pt x="247" y="357"/>
                </a:cubicBezTo>
                <a:cubicBezTo>
                  <a:pt x="247" y="358"/>
                  <a:pt x="247" y="360"/>
                  <a:pt x="248" y="361"/>
                </a:cubicBezTo>
                <a:cubicBezTo>
                  <a:pt x="246" y="362"/>
                  <a:pt x="244" y="362"/>
                  <a:pt x="243" y="362"/>
                </a:cubicBezTo>
                <a:cubicBezTo>
                  <a:pt x="237" y="362"/>
                  <a:pt x="230" y="362"/>
                  <a:pt x="224" y="366"/>
                </a:cubicBezTo>
                <a:cubicBezTo>
                  <a:pt x="219" y="370"/>
                  <a:pt x="216" y="376"/>
                  <a:pt x="214" y="382"/>
                </a:cubicBezTo>
                <a:cubicBezTo>
                  <a:pt x="214" y="383"/>
                  <a:pt x="213" y="384"/>
                  <a:pt x="212" y="386"/>
                </a:cubicBezTo>
                <a:cubicBezTo>
                  <a:pt x="211" y="385"/>
                  <a:pt x="209" y="383"/>
                  <a:pt x="208" y="382"/>
                </a:cubicBezTo>
                <a:cubicBezTo>
                  <a:pt x="203" y="379"/>
                  <a:pt x="198" y="373"/>
                  <a:pt x="191" y="373"/>
                </a:cubicBezTo>
                <a:cubicBezTo>
                  <a:pt x="191" y="373"/>
                  <a:pt x="191" y="373"/>
                  <a:pt x="191" y="373"/>
                </a:cubicBezTo>
                <a:cubicBezTo>
                  <a:pt x="184" y="373"/>
                  <a:pt x="178" y="378"/>
                  <a:pt x="173" y="382"/>
                </a:cubicBezTo>
                <a:cubicBezTo>
                  <a:pt x="172" y="383"/>
                  <a:pt x="170" y="385"/>
                  <a:pt x="169" y="386"/>
                </a:cubicBezTo>
                <a:cubicBezTo>
                  <a:pt x="169" y="385"/>
                  <a:pt x="168" y="383"/>
                  <a:pt x="168" y="382"/>
                </a:cubicBezTo>
                <a:cubicBezTo>
                  <a:pt x="166" y="376"/>
                  <a:pt x="163" y="369"/>
                  <a:pt x="158" y="365"/>
                </a:cubicBezTo>
                <a:cubicBezTo>
                  <a:pt x="152" y="361"/>
                  <a:pt x="145" y="361"/>
                  <a:pt x="139" y="360"/>
                </a:cubicBezTo>
                <a:cubicBezTo>
                  <a:pt x="138" y="360"/>
                  <a:pt x="136" y="360"/>
                  <a:pt x="135" y="360"/>
                </a:cubicBezTo>
                <a:cubicBezTo>
                  <a:pt x="135" y="359"/>
                  <a:pt x="135" y="357"/>
                  <a:pt x="136" y="356"/>
                </a:cubicBezTo>
                <a:cubicBezTo>
                  <a:pt x="138" y="350"/>
                  <a:pt x="140" y="343"/>
                  <a:pt x="138" y="336"/>
                </a:cubicBezTo>
                <a:cubicBezTo>
                  <a:pt x="136" y="330"/>
                  <a:pt x="130" y="325"/>
                  <a:pt x="125" y="321"/>
                </a:cubicBezTo>
                <a:cubicBezTo>
                  <a:pt x="124" y="321"/>
                  <a:pt x="123" y="320"/>
                  <a:pt x="122" y="319"/>
                </a:cubicBezTo>
                <a:cubicBezTo>
                  <a:pt x="123" y="318"/>
                  <a:pt x="124" y="317"/>
                  <a:pt x="125" y="316"/>
                </a:cubicBezTo>
                <a:cubicBezTo>
                  <a:pt x="130" y="312"/>
                  <a:pt x="136" y="308"/>
                  <a:pt x="138" y="302"/>
                </a:cubicBezTo>
                <a:cubicBezTo>
                  <a:pt x="140" y="295"/>
                  <a:pt x="138" y="288"/>
                  <a:pt x="137" y="282"/>
                </a:cubicBezTo>
                <a:cubicBezTo>
                  <a:pt x="136" y="281"/>
                  <a:pt x="136" y="279"/>
                  <a:pt x="136" y="278"/>
                </a:cubicBezTo>
                <a:cubicBezTo>
                  <a:pt x="137" y="278"/>
                  <a:pt x="139" y="278"/>
                  <a:pt x="140" y="278"/>
                </a:cubicBezTo>
                <a:cubicBezTo>
                  <a:pt x="146" y="278"/>
                  <a:pt x="153" y="278"/>
                  <a:pt x="159" y="274"/>
                </a:cubicBezTo>
                <a:cubicBezTo>
                  <a:pt x="165" y="270"/>
                  <a:pt x="167" y="263"/>
                  <a:pt x="169" y="258"/>
                </a:cubicBezTo>
                <a:cubicBezTo>
                  <a:pt x="170" y="256"/>
                  <a:pt x="170" y="255"/>
                  <a:pt x="171" y="253"/>
                </a:cubicBezTo>
                <a:cubicBezTo>
                  <a:pt x="172" y="254"/>
                  <a:pt x="174" y="256"/>
                  <a:pt x="175" y="257"/>
                </a:cubicBezTo>
                <a:cubicBezTo>
                  <a:pt x="180" y="261"/>
                  <a:pt x="186" y="266"/>
                  <a:pt x="192" y="266"/>
                </a:cubicBezTo>
                <a:cubicBezTo>
                  <a:pt x="193" y="266"/>
                  <a:pt x="193" y="266"/>
                  <a:pt x="193" y="266"/>
                </a:cubicBezTo>
                <a:cubicBezTo>
                  <a:pt x="200" y="266"/>
                  <a:pt x="205" y="261"/>
                  <a:pt x="210" y="257"/>
                </a:cubicBezTo>
                <a:cubicBezTo>
                  <a:pt x="211" y="257"/>
                  <a:pt x="213" y="254"/>
                  <a:pt x="214" y="253"/>
                </a:cubicBezTo>
                <a:cubicBezTo>
                  <a:pt x="215" y="255"/>
                  <a:pt x="215" y="257"/>
                  <a:pt x="216" y="258"/>
                </a:cubicBezTo>
                <a:cubicBezTo>
                  <a:pt x="218" y="264"/>
                  <a:pt x="220" y="270"/>
                  <a:pt x="226" y="274"/>
                </a:cubicBezTo>
                <a:cubicBezTo>
                  <a:pt x="231" y="278"/>
                  <a:pt x="238" y="279"/>
                  <a:pt x="244" y="279"/>
                </a:cubicBezTo>
                <a:cubicBezTo>
                  <a:pt x="245" y="279"/>
                  <a:pt x="247" y="279"/>
                  <a:pt x="249" y="279"/>
                </a:cubicBezTo>
                <a:cubicBezTo>
                  <a:pt x="248" y="281"/>
                  <a:pt x="248" y="282"/>
                  <a:pt x="248" y="283"/>
                </a:cubicBezTo>
                <a:cubicBezTo>
                  <a:pt x="246" y="289"/>
                  <a:pt x="244" y="296"/>
                  <a:pt x="246" y="303"/>
                </a:cubicBezTo>
                <a:cubicBezTo>
                  <a:pt x="248" y="310"/>
                  <a:pt x="253" y="314"/>
                  <a:pt x="258" y="318"/>
                </a:cubicBezTo>
                <a:close/>
                <a:moveTo>
                  <a:pt x="226" y="309"/>
                </a:moveTo>
                <a:cubicBezTo>
                  <a:pt x="223" y="300"/>
                  <a:pt x="217" y="293"/>
                  <a:pt x="208" y="288"/>
                </a:cubicBezTo>
                <a:cubicBezTo>
                  <a:pt x="200" y="284"/>
                  <a:pt x="190" y="283"/>
                  <a:pt x="181" y="286"/>
                </a:cubicBezTo>
                <a:cubicBezTo>
                  <a:pt x="172" y="289"/>
                  <a:pt x="165" y="295"/>
                  <a:pt x="160" y="303"/>
                </a:cubicBezTo>
                <a:cubicBezTo>
                  <a:pt x="156" y="312"/>
                  <a:pt x="155" y="321"/>
                  <a:pt x="158" y="330"/>
                </a:cubicBezTo>
                <a:cubicBezTo>
                  <a:pt x="161" y="339"/>
                  <a:pt x="167" y="347"/>
                  <a:pt x="175" y="351"/>
                </a:cubicBezTo>
                <a:cubicBezTo>
                  <a:pt x="180" y="354"/>
                  <a:pt x="186" y="355"/>
                  <a:pt x="192" y="355"/>
                </a:cubicBezTo>
                <a:cubicBezTo>
                  <a:pt x="195" y="355"/>
                  <a:pt x="199" y="355"/>
                  <a:pt x="202" y="354"/>
                </a:cubicBezTo>
                <a:cubicBezTo>
                  <a:pt x="211" y="351"/>
                  <a:pt x="219" y="345"/>
                  <a:pt x="223" y="336"/>
                </a:cubicBezTo>
                <a:cubicBezTo>
                  <a:pt x="228" y="328"/>
                  <a:pt x="228" y="318"/>
                  <a:pt x="226" y="309"/>
                </a:cubicBezTo>
                <a:close/>
              </a:path>
            </a:pathLst>
          </a:custGeom>
          <a:solidFill>
            <a:srgbClr val="00ABAB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200"/>
          </a:p>
        </p:txBody>
      </p:sp>
      <p:sp>
        <p:nvSpPr>
          <p:cNvPr id="107" name="General_Fill_85">
            <a:extLst>
              <a:ext uri="{FF2B5EF4-FFF2-40B4-BE49-F238E27FC236}">
                <a16:creationId xmlns:a16="http://schemas.microsoft.com/office/drawing/2014/main" id="{3B8BC81D-6576-4F7C-B678-E0CDDC377B8E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1598773" y="1341919"/>
            <a:ext cx="635000" cy="635000"/>
          </a:xfrm>
          <a:custGeom>
            <a:avLst/>
            <a:gdLst>
              <a:gd name="T0" fmla="*/ 118 w 512"/>
              <a:gd name="T1" fmla="*/ 275 h 512"/>
              <a:gd name="T2" fmla="*/ 134 w 512"/>
              <a:gd name="T3" fmla="*/ 256 h 512"/>
              <a:gd name="T4" fmla="*/ 211 w 512"/>
              <a:gd name="T5" fmla="*/ 387 h 512"/>
              <a:gd name="T6" fmla="*/ 176 w 512"/>
              <a:gd name="T7" fmla="*/ 369 h 512"/>
              <a:gd name="T8" fmla="*/ 300 w 512"/>
              <a:gd name="T9" fmla="*/ 124 h 512"/>
              <a:gd name="T10" fmla="*/ 336 w 512"/>
              <a:gd name="T11" fmla="*/ 142 h 512"/>
              <a:gd name="T12" fmla="*/ 157 w 512"/>
              <a:gd name="T13" fmla="*/ 158 h 512"/>
              <a:gd name="T14" fmla="*/ 188 w 512"/>
              <a:gd name="T15" fmla="*/ 135 h 512"/>
              <a:gd name="T16" fmla="*/ 219 w 512"/>
              <a:gd name="T17" fmla="*/ 256 h 512"/>
              <a:gd name="T18" fmla="*/ 274 w 512"/>
              <a:gd name="T19" fmla="*/ 288 h 512"/>
              <a:gd name="T20" fmla="*/ 274 w 512"/>
              <a:gd name="T21" fmla="*/ 224 h 512"/>
              <a:gd name="T22" fmla="*/ 323 w 512"/>
              <a:gd name="T23" fmla="*/ 377 h 512"/>
              <a:gd name="T24" fmla="*/ 330 w 512"/>
              <a:gd name="T25" fmla="*/ 353 h 512"/>
              <a:gd name="T26" fmla="*/ 512 w 512"/>
              <a:gd name="T27" fmla="*/ 256 h 512"/>
              <a:gd name="T28" fmla="*/ 0 w 512"/>
              <a:gd name="T29" fmla="*/ 256 h 512"/>
              <a:gd name="T30" fmla="*/ 512 w 512"/>
              <a:gd name="T31" fmla="*/ 256 h 512"/>
              <a:gd name="T32" fmla="*/ 306 w 512"/>
              <a:gd name="T33" fmla="*/ 104 h 512"/>
              <a:gd name="T34" fmla="*/ 104 w 512"/>
              <a:gd name="T35" fmla="*/ 206 h 512"/>
              <a:gd name="T36" fmla="*/ 206 w 512"/>
              <a:gd name="T37" fmla="*/ 408 h 512"/>
              <a:gd name="T38" fmla="*/ 328 w 512"/>
              <a:gd name="T39" fmla="*/ 399 h 512"/>
              <a:gd name="T40" fmla="*/ 399 w 512"/>
              <a:gd name="T41" fmla="*/ 184 h 512"/>
              <a:gd name="T42" fmla="*/ 393 w 512"/>
              <a:gd name="T43" fmla="*/ 276 h 512"/>
              <a:gd name="T44" fmla="*/ 378 w 512"/>
              <a:gd name="T45" fmla="*/ 256 h 512"/>
              <a:gd name="T46" fmla="*/ 386 w 512"/>
              <a:gd name="T47" fmla="*/ 303 h 512"/>
              <a:gd name="T48" fmla="*/ 322 w 512"/>
              <a:gd name="T49" fmla="*/ 331 h 512"/>
              <a:gd name="T50" fmla="*/ 298 w 512"/>
              <a:gd name="T51" fmla="*/ 388 h 512"/>
              <a:gd name="T52" fmla="*/ 217 w 512"/>
              <a:gd name="T53" fmla="*/ 348 h 512"/>
              <a:gd name="T54" fmla="*/ 155 w 512"/>
              <a:gd name="T55" fmla="*/ 351 h 512"/>
              <a:gd name="T56" fmla="*/ 125 w 512"/>
              <a:gd name="T57" fmla="*/ 301 h 512"/>
              <a:gd name="T58" fmla="*/ 156 w 512"/>
              <a:gd name="T59" fmla="*/ 249 h 512"/>
              <a:gd name="T60" fmla="*/ 140 w 512"/>
              <a:gd name="T61" fmla="*/ 180 h 512"/>
              <a:gd name="T62" fmla="*/ 190 w 512"/>
              <a:gd name="T63" fmla="*/ 181 h 512"/>
              <a:gd name="T64" fmla="*/ 214 w 512"/>
              <a:gd name="T65" fmla="*/ 124 h 512"/>
              <a:gd name="T66" fmla="*/ 274 w 512"/>
              <a:gd name="T67" fmla="*/ 118 h 512"/>
              <a:gd name="T68" fmla="*/ 304 w 512"/>
              <a:gd name="T69" fmla="*/ 169 h 512"/>
              <a:gd name="T70" fmla="*/ 356 w 512"/>
              <a:gd name="T71" fmla="*/ 160 h 512"/>
              <a:gd name="T72" fmla="*/ 386 w 512"/>
              <a:gd name="T73" fmla="*/ 210 h 512"/>
              <a:gd name="T74" fmla="*/ 356 w 512"/>
              <a:gd name="T75" fmla="*/ 262 h 512"/>
              <a:gd name="T76" fmla="*/ 290 w 512"/>
              <a:gd name="T77" fmla="*/ 208 h 512"/>
              <a:gd name="T78" fmla="*/ 231 w 512"/>
              <a:gd name="T79" fmla="*/ 202 h 512"/>
              <a:gd name="T80" fmla="*/ 197 w 512"/>
              <a:gd name="T81" fmla="*/ 250 h 512"/>
              <a:gd name="T82" fmla="*/ 222 w 512"/>
              <a:gd name="T83" fmla="*/ 304 h 512"/>
              <a:gd name="T84" fmla="*/ 280 w 512"/>
              <a:gd name="T85" fmla="*/ 309 h 512"/>
              <a:gd name="T86" fmla="*/ 314 w 512"/>
              <a:gd name="T87" fmla="*/ 261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512" h="512">
                <a:moveTo>
                  <a:pt x="134" y="256"/>
                </a:moveTo>
                <a:cubicBezTo>
                  <a:pt x="118" y="275"/>
                  <a:pt x="118" y="275"/>
                  <a:pt x="118" y="275"/>
                </a:cubicBezTo>
                <a:cubicBezTo>
                  <a:pt x="117" y="262"/>
                  <a:pt x="117" y="249"/>
                  <a:pt x="119" y="235"/>
                </a:cubicBezTo>
                <a:lnTo>
                  <a:pt x="134" y="256"/>
                </a:lnTo>
                <a:close/>
                <a:moveTo>
                  <a:pt x="176" y="369"/>
                </a:moveTo>
                <a:cubicBezTo>
                  <a:pt x="186" y="377"/>
                  <a:pt x="198" y="383"/>
                  <a:pt x="211" y="387"/>
                </a:cubicBezTo>
                <a:cubicBezTo>
                  <a:pt x="201" y="365"/>
                  <a:pt x="201" y="365"/>
                  <a:pt x="201" y="365"/>
                </a:cubicBezTo>
                <a:lnTo>
                  <a:pt x="176" y="369"/>
                </a:lnTo>
                <a:close/>
                <a:moveTo>
                  <a:pt x="336" y="142"/>
                </a:moveTo>
                <a:cubicBezTo>
                  <a:pt x="325" y="135"/>
                  <a:pt x="313" y="129"/>
                  <a:pt x="300" y="124"/>
                </a:cubicBezTo>
                <a:cubicBezTo>
                  <a:pt x="311" y="147"/>
                  <a:pt x="311" y="147"/>
                  <a:pt x="311" y="147"/>
                </a:cubicBezTo>
                <a:lnTo>
                  <a:pt x="336" y="142"/>
                </a:lnTo>
                <a:close/>
                <a:moveTo>
                  <a:pt x="188" y="135"/>
                </a:moveTo>
                <a:cubicBezTo>
                  <a:pt x="177" y="141"/>
                  <a:pt x="166" y="149"/>
                  <a:pt x="157" y="158"/>
                </a:cubicBezTo>
                <a:cubicBezTo>
                  <a:pt x="182" y="159"/>
                  <a:pt x="182" y="159"/>
                  <a:pt x="182" y="159"/>
                </a:cubicBezTo>
                <a:lnTo>
                  <a:pt x="188" y="135"/>
                </a:lnTo>
                <a:close/>
                <a:moveTo>
                  <a:pt x="237" y="224"/>
                </a:moveTo>
                <a:cubicBezTo>
                  <a:pt x="219" y="256"/>
                  <a:pt x="219" y="256"/>
                  <a:pt x="219" y="256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74" y="288"/>
                  <a:pt x="274" y="288"/>
                  <a:pt x="274" y="288"/>
                </a:cubicBezTo>
                <a:cubicBezTo>
                  <a:pt x="293" y="256"/>
                  <a:pt x="293" y="256"/>
                  <a:pt x="293" y="256"/>
                </a:cubicBezTo>
                <a:cubicBezTo>
                  <a:pt x="274" y="224"/>
                  <a:pt x="274" y="224"/>
                  <a:pt x="274" y="224"/>
                </a:cubicBezTo>
                <a:lnTo>
                  <a:pt x="237" y="224"/>
                </a:lnTo>
                <a:close/>
                <a:moveTo>
                  <a:pt x="323" y="377"/>
                </a:moveTo>
                <a:cubicBezTo>
                  <a:pt x="335" y="370"/>
                  <a:pt x="345" y="362"/>
                  <a:pt x="354" y="353"/>
                </a:cubicBezTo>
                <a:cubicBezTo>
                  <a:pt x="330" y="353"/>
                  <a:pt x="330" y="353"/>
                  <a:pt x="330" y="353"/>
                </a:cubicBezTo>
                <a:lnTo>
                  <a:pt x="323" y="377"/>
                </a:lnTo>
                <a:close/>
                <a:moveTo>
                  <a:pt x="512" y="256"/>
                </a:moveTo>
                <a:cubicBezTo>
                  <a:pt x="512" y="397"/>
                  <a:pt x="397" y="512"/>
                  <a:pt x="256" y="512"/>
                </a:cubicBezTo>
                <a:cubicBezTo>
                  <a:pt x="114" y="512"/>
                  <a:pt x="0" y="397"/>
                  <a:pt x="0" y="256"/>
                </a:cubicBezTo>
                <a:cubicBezTo>
                  <a:pt x="0" y="114"/>
                  <a:pt x="114" y="0"/>
                  <a:pt x="256" y="0"/>
                </a:cubicBezTo>
                <a:cubicBezTo>
                  <a:pt x="397" y="0"/>
                  <a:pt x="512" y="114"/>
                  <a:pt x="512" y="256"/>
                </a:cubicBezTo>
                <a:close/>
                <a:moveTo>
                  <a:pt x="399" y="184"/>
                </a:moveTo>
                <a:cubicBezTo>
                  <a:pt x="379" y="145"/>
                  <a:pt x="346" y="117"/>
                  <a:pt x="306" y="104"/>
                </a:cubicBezTo>
                <a:cubicBezTo>
                  <a:pt x="265" y="90"/>
                  <a:pt x="222" y="94"/>
                  <a:pt x="184" y="113"/>
                </a:cubicBezTo>
                <a:cubicBezTo>
                  <a:pt x="145" y="132"/>
                  <a:pt x="117" y="165"/>
                  <a:pt x="104" y="206"/>
                </a:cubicBezTo>
                <a:cubicBezTo>
                  <a:pt x="90" y="246"/>
                  <a:pt x="94" y="290"/>
                  <a:pt x="113" y="328"/>
                </a:cubicBezTo>
                <a:cubicBezTo>
                  <a:pt x="132" y="366"/>
                  <a:pt x="165" y="394"/>
                  <a:pt x="206" y="408"/>
                </a:cubicBezTo>
                <a:cubicBezTo>
                  <a:pt x="222" y="413"/>
                  <a:pt x="239" y="416"/>
                  <a:pt x="256" y="416"/>
                </a:cubicBezTo>
                <a:cubicBezTo>
                  <a:pt x="281" y="416"/>
                  <a:pt x="305" y="410"/>
                  <a:pt x="328" y="399"/>
                </a:cubicBezTo>
                <a:cubicBezTo>
                  <a:pt x="366" y="379"/>
                  <a:pt x="394" y="346"/>
                  <a:pt x="408" y="306"/>
                </a:cubicBezTo>
                <a:cubicBezTo>
                  <a:pt x="421" y="265"/>
                  <a:pt x="418" y="222"/>
                  <a:pt x="399" y="184"/>
                </a:cubicBezTo>
                <a:close/>
                <a:moveTo>
                  <a:pt x="378" y="256"/>
                </a:moveTo>
                <a:cubicBezTo>
                  <a:pt x="393" y="276"/>
                  <a:pt x="393" y="276"/>
                  <a:pt x="393" y="276"/>
                </a:cubicBezTo>
                <a:cubicBezTo>
                  <a:pt x="395" y="263"/>
                  <a:pt x="395" y="249"/>
                  <a:pt x="393" y="236"/>
                </a:cubicBezTo>
                <a:lnTo>
                  <a:pt x="378" y="256"/>
                </a:lnTo>
                <a:close/>
                <a:moveTo>
                  <a:pt x="356" y="262"/>
                </a:moveTo>
                <a:cubicBezTo>
                  <a:pt x="386" y="303"/>
                  <a:pt x="386" y="303"/>
                  <a:pt x="386" y="303"/>
                </a:cubicBezTo>
                <a:cubicBezTo>
                  <a:pt x="382" y="313"/>
                  <a:pt x="377" y="323"/>
                  <a:pt x="372" y="332"/>
                </a:cubicBezTo>
                <a:cubicBezTo>
                  <a:pt x="322" y="331"/>
                  <a:pt x="322" y="331"/>
                  <a:pt x="322" y="331"/>
                </a:cubicBezTo>
                <a:cubicBezTo>
                  <a:pt x="317" y="331"/>
                  <a:pt x="313" y="334"/>
                  <a:pt x="312" y="339"/>
                </a:cubicBezTo>
                <a:cubicBezTo>
                  <a:pt x="298" y="388"/>
                  <a:pt x="298" y="388"/>
                  <a:pt x="298" y="388"/>
                </a:cubicBezTo>
                <a:cubicBezTo>
                  <a:pt x="278" y="394"/>
                  <a:pt x="258" y="396"/>
                  <a:pt x="238" y="393"/>
                </a:cubicBezTo>
                <a:cubicBezTo>
                  <a:pt x="217" y="348"/>
                  <a:pt x="217" y="348"/>
                  <a:pt x="217" y="348"/>
                </a:cubicBezTo>
                <a:cubicBezTo>
                  <a:pt x="215" y="344"/>
                  <a:pt x="210" y="341"/>
                  <a:pt x="205" y="342"/>
                </a:cubicBezTo>
                <a:cubicBezTo>
                  <a:pt x="155" y="351"/>
                  <a:pt x="155" y="351"/>
                  <a:pt x="155" y="351"/>
                </a:cubicBezTo>
                <a:cubicBezTo>
                  <a:pt x="146" y="341"/>
                  <a:pt x="138" y="330"/>
                  <a:pt x="132" y="318"/>
                </a:cubicBezTo>
                <a:cubicBezTo>
                  <a:pt x="129" y="313"/>
                  <a:pt x="127" y="307"/>
                  <a:pt x="125" y="301"/>
                </a:cubicBezTo>
                <a:cubicBezTo>
                  <a:pt x="155" y="262"/>
                  <a:pt x="155" y="262"/>
                  <a:pt x="155" y="262"/>
                </a:cubicBezTo>
                <a:cubicBezTo>
                  <a:pt x="158" y="259"/>
                  <a:pt x="158" y="253"/>
                  <a:pt x="156" y="249"/>
                </a:cubicBezTo>
                <a:cubicBezTo>
                  <a:pt x="125" y="209"/>
                  <a:pt x="125" y="209"/>
                  <a:pt x="125" y="209"/>
                </a:cubicBezTo>
                <a:cubicBezTo>
                  <a:pt x="129" y="198"/>
                  <a:pt x="134" y="189"/>
                  <a:pt x="140" y="180"/>
                </a:cubicBezTo>
                <a:cubicBezTo>
                  <a:pt x="189" y="181"/>
                  <a:pt x="189" y="181"/>
                  <a:pt x="189" y="181"/>
                </a:cubicBezTo>
                <a:cubicBezTo>
                  <a:pt x="189" y="181"/>
                  <a:pt x="190" y="181"/>
                  <a:pt x="190" y="181"/>
                </a:cubicBezTo>
                <a:cubicBezTo>
                  <a:pt x="194" y="181"/>
                  <a:pt x="198" y="177"/>
                  <a:pt x="200" y="173"/>
                </a:cubicBezTo>
                <a:cubicBezTo>
                  <a:pt x="214" y="124"/>
                  <a:pt x="214" y="124"/>
                  <a:pt x="214" y="124"/>
                </a:cubicBezTo>
                <a:cubicBezTo>
                  <a:pt x="227" y="120"/>
                  <a:pt x="241" y="117"/>
                  <a:pt x="256" y="117"/>
                </a:cubicBezTo>
                <a:cubicBezTo>
                  <a:pt x="262" y="117"/>
                  <a:pt x="268" y="117"/>
                  <a:pt x="274" y="118"/>
                </a:cubicBezTo>
                <a:cubicBezTo>
                  <a:pt x="295" y="163"/>
                  <a:pt x="295" y="163"/>
                  <a:pt x="295" y="163"/>
                </a:cubicBezTo>
                <a:cubicBezTo>
                  <a:pt x="297" y="167"/>
                  <a:pt x="300" y="169"/>
                  <a:pt x="304" y="169"/>
                </a:cubicBezTo>
                <a:cubicBezTo>
                  <a:pt x="305" y="169"/>
                  <a:pt x="306" y="169"/>
                  <a:pt x="306" y="169"/>
                </a:cubicBezTo>
                <a:cubicBezTo>
                  <a:pt x="356" y="160"/>
                  <a:pt x="356" y="160"/>
                  <a:pt x="356" y="160"/>
                </a:cubicBezTo>
                <a:cubicBezTo>
                  <a:pt x="366" y="170"/>
                  <a:pt x="373" y="181"/>
                  <a:pt x="379" y="193"/>
                </a:cubicBezTo>
                <a:cubicBezTo>
                  <a:pt x="382" y="199"/>
                  <a:pt x="384" y="204"/>
                  <a:pt x="386" y="210"/>
                </a:cubicBezTo>
                <a:cubicBezTo>
                  <a:pt x="356" y="249"/>
                  <a:pt x="356" y="249"/>
                  <a:pt x="356" y="249"/>
                </a:cubicBezTo>
                <a:cubicBezTo>
                  <a:pt x="353" y="253"/>
                  <a:pt x="353" y="258"/>
                  <a:pt x="356" y="262"/>
                </a:cubicBezTo>
                <a:close/>
                <a:moveTo>
                  <a:pt x="314" y="250"/>
                </a:moveTo>
                <a:cubicBezTo>
                  <a:pt x="290" y="208"/>
                  <a:pt x="290" y="208"/>
                  <a:pt x="290" y="208"/>
                </a:cubicBezTo>
                <a:cubicBezTo>
                  <a:pt x="288" y="204"/>
                  <a:pt x="284" y="202"/>
                  <a:pt x="280" y="202"/>
                </a:cubicBezTo>
                <a:cubicBezTo>
                  <a:pt x="231" y="202"/>
                  <a:pt x="231" y="202"/>
                  <a:pt x="231" y="202"/>
                </a:cubicBezTo>
                <a:cubicBezTo>
                  <a:pt x="227" y="202"/>
                  <a:pt x="224" y="204"/>
                  <a:pt x="222" y="208"/>
                </a:cubicBezTo>
                <a:cubicBezTo>
                  <a:pt x="197" y="250"/>
                  <a:pt x="197" y="250"/>
                  <a:pt x="197" y="250"/>
                </a:cubicBezTo>
                <a:cubicBezTo>
                  <a:pt x="195" y="254"/>
                  <a:pt x="195" y="258"/>
                  <a:pt x="197" y="261"/>
                </a:cubicBezTo>
                <a:cubicBezTo>
                  <a:pt x="222" y="304"/>
                  <a:pt x="222" y="304"/>
                  <a:pt x="222" y="304"/>
                </a:cubicBezTo>
                <a:cubicBezTo>
                  <a:pt x="224" y="307"/>
                  <a:pt x="227" y="309"/>
                  <a:pt x="231" y="309"/>
                </a:cubicBezTo>
                <a:cubicBezTo>
                  <a:pt x="280" y="309"/>
                  <a:pt x="280" y="309"/>
                  <a:pt x="280" y="309"/>
                </a:cubicBezTo>
                <a:cubicBezTo>
                  <a:pt x="284" y="309"/>
                  <a:pt x="288" y="307"/>
                  <a:pt x="290" y="304"/>
                </a:cubicBezTo>
                <a:cubicBezTo>
                  <a:pt x="314" y="261"/>
                  <a:pt x="314" y="261"/>
                  <a:pt x="314" y="261"/>
                </a:cubicBezTo>
                <a:cubicBezTo>
                  <a:pt x="316" y="258"/>
                  <a:pt x="316" y="254"/>
                  <a:pt x="314" y="250"/>
                </a:cubicBezTo>
                <a:close/>
              </a:path>
            </a:pathLst>
          </a:custGeom>
          <a:solidFill>
            <a:srgbClr val="00ABAB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200"/>
          </a:p>
        </p:txBody>
      </p:sp>
      <p:sp>
        <p:nvSpPr>
          <p:cNvPr id="108" name="General_Fill_34">
            <a:extLst>
              <a:ext uri="{FF2B5EF4-FFF2-40B4-BE49-F238E27FC236}">
                <a16:creationId xmlns:a16="http://schemas.microsoft.com/office/drawing/2014/main" id="{624A82B0-7260-48F7-A10A-976300005541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3009050" y="1364180"/>
            <a:ext cx="635000" cy="635000"/>
          </a:xfrm>
          <a:custGeom>
            <a:avLst/>
            <a:gdLst>
              <a:gd name="T0" fmla="*/ 277 w 512"/>
              <a:gd name="T1" fmla="*/ 394 h 512"/>
              <a:gd name="T2" fmla="*/ 149 w 512"/>
              <a:gd name="T3" fmla="*/ 202 h 512"/>
              <a:gd name="T4" fmla="*/ 170 w 512"/>
              <a:gd name="T5" fmla="*/ 224 h 512"/>
              <a:gd name="T6" fmla="*/ 266 w 512"/>
              <a:gd name="T7" fmla="*/ 234 h 512"/>
              <a:gd name="T8" fmla="*/ 170 w 512"/>
              <a:gd name="T9" fmla="*/ 245 h 512"/>
              <a:gd name="T10" fmla="*/ 170 w 512"/>
              <a:gd name="T11" fmla="*/ 224 h 512"/>
              <a:gd name="T12" fmla="*/ 256 w 512"/>
              <a:gd name="T13" fmla="*/ 266 h 512"/>
              <a:gd name="T14" fmla="*/ 256 w 512"/>
              <a:gd name="T15" fmla="*/ 288 h 512"/>
              <a:gd name="T16" fmla="*/ 160 w 512"/>
              <a:gd name="T17" fmla="*/ 277 h 512"/>
              <a:gd name="T18" fmla="*/ 170 w 512"/>
              <a:gd name="T19" fmla="*/ 309 h 512"/>
              <a:gd name="T20" fmla="*/ 266 w 512"/>
              <a:gd name="T21" fmla="*/ 320 h 512"/>
              <a:gd name="T22" fmla="*/ 170 w 512"/>
              <a:gd name="T23" fmla="*/ 330 h 512"/>
              <a:gd name="T24" fmla="*/ 170 w 512"/>
              <a:gd name="T25" fmla="*/ 309 h 512"/>
              <a:gd name="T26" fmla="*/ 256 w 512"/>
              <a:gd name="T27" fmla="*/ 352 h 512"/>
              <a:gd name="T28" fmla="*/ 256 w 512"/>
              <a:gd name="T29" fmla="*/ 373 h 512"/>
              <a:gd name="T30" fmla="*/ 160 w 512"/>
              <a:gd name="T31" fmla="*/ 362 h 512"/>
              <a:gd name="T32" fmla="*/ 256 w 512"/>
              <a:gd name="T33" fmla="*/ 0 h 512"/>
              <a:gd name="T34" fmla="*/ 256 w 512"/>
              <a:gd name="T35" fmla="*/ 512 h 512"/>
              <a:gd name="T36" fmla="*/ 256 w 512"/>
              <a:gd name="T37" fmla="*/ 0 h 512"/>
              <a:gd name="T38" fmla="*/ 288 w 512"/>
              <a:gd name="T39" fmla="*/ 416 h 512"/>
              <a:gd name="T40" fmla="*/ 128 w 512"/>
              <a:gd name="T41" fmla="*/ 405 h 512"/>
              <a:gd name="T42" fmla="*/ 138 w 512"/>
              <a:gd name="T43" fmla="*/ 181 h 512"/>
              <a:gd name="T44" fmla="*/ 298 w 512"/>
              <a:gd name="T45" fmla="*/ 192 h 512"/>
              <a:gd name="T46" fmla="*/ 341 w 512"/>
              <a:gd name="T47" fmla="*/ 362 h 512"/>
              <a:gd name="T48" fmla="*/ 320 w 512"/>
              <a:gd name="T49" fmla="*/ 362 h 512"/>
              <a:gd name="T50" fmla="*/ 181 w 512"/>
              <a:gd name="T51" fmla="*/ 160 h 512"/>
              <a:gd name="T52" fmla="*/ 181 w 512"/>
              <a:gd name="T53" fmla="*/ 138 h 512"/>
              <a:gd name="T54" fmla="*/ 341 w 512"/>
              <a:gd name="T55" fmla="*/ 149 h 512"/>
              <a:gd name="T56" fmla="*/ 384 w 512"/>
              <a:gd name="T57" fmla="*/ 320 h 512"/>
              <a:gd name="T58" fmla="*/ 362 w 512"/>
              <a:gd name="T59" fmla="*/ 320 h 512"/>
              <a:gd name="T60" fmla="*/ 224 w 512"/>
              <a:gd name="T61" fmla="*/ 117 h 512"/>
              <a:gd name="T62" fmla="*/ 224 w 512"/>
              <a:gd name="T63" fmla="*/ 96 h 512"/>
              <a:gd name="T64" fmla="*/ 384 w 512"/>
              <a:gd name="T65" fmla="*/ 106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512" h="512">
                <a:moveTo>
                  <a:pt x="149" y="394"/>
                </a:moveTo>
                <a:cubicBezTo>
                  <a:pt x="277" y="394"/>
                  <a:pt x="277" y="394"/>
                  <a:pt x="277" y="394"/>
                </a:cubicBezTo>
                <a:cubicBezTo>
                  <a:pt x="277" y="202"/>
                  <a:pt x="277" y="202"/>
                  <a:pt x="277" y="202"/>
                </a:cubicBezTo>
                <a:cubicBezTo>
                  <a:pt x="149" y="202"/>
                  <a:pt x="149" y="202"/>
                  <a:pt x="149" y="202"/>
                </a:cubicBezTo>
                <a:lnTo>
                  <a:pt x="149" y="394"/>
                </a:lnTo>
                <a:close/>
                <a:moveTo>
                  <a:pt x="170" y="224"/>
                </a:moveTo>
                <a:cubicBezTo>
                  <a:pt x="256" y="224"/>
                  <a:pt x="256" y="224"/>
                  <a:pt x="256" y="224"/>
                </a:cubicBezTo>
                <a:cubicBezTo>
                  <a:pt x="262" y="224"/>
                  <a:pt x="266" y="228"/>
                  <a:pt x="266" y="234"/>
                </a:cubicBezTo>
                <a:cubicBezTo>
                  <a:pt x="266" y="240"/>
                  <a:pt x="262" y="245"/>
                  <a:pt x="256" y="245"/>
                </a:cubicBezTo>
                <a:cubicBezTo>
                  <a:pt x="170" y="245"/>
                  <a:pt x="170" y="245"/>
                  <a:pt x="170" y="245"/>
                </a:cubicBezTo>
                <a:cubicBezTo>
                  <a:pt x="164" y="245"/>
                  <a:pt x="160" y="240"/>
                  <a:pt x="160" y="234"/>
                </a:cubicBezTo>
                <a:cubicBezTo>
                  <a:pt x="160" y="228"/>
                  <a:pt x="164" y="224"/>
                  <a:pt x="170" y="224"/>
                </a:cubicBezTo>
                <a:close/>
                <a:moveTo>
                  <a:pt x="170" y="266"/>
                </a:moveTo>
                <a:cubicBezTo>
                  <a:pt x="256" y="266"/>
                  <a:pt x="256" y="266"/>
                  <a:pt x="256" y="266"/>
                </a:cubicBezTo>
                <a:cubicBezTo>
                  <a:pt x="262" y="266"/>
                  <a:pt x="266" y="271"/>
                  <a:pt x="266" y="277"/>
                </a:cubicBezTo>
                <a:cubicBezTo>
                  <a:pt x="266" y="283"/>
                  <a:pt x="262" y="288"/>
                  <a:pt x="256" y="288"/>
                </a:cubicBezTo>
                <a:cubicBezTo>
                  <a:pt x="170" y="288"/>
                  <a:pt x="170" y="288"/>
                  <a:pt x="170" y="288"/>
                </a:cubicBezTo>
                <a:cubicBezTo>
                  <a:pt x="164" y="288"/>
                  <a:pt x="160" y="283"/>
                  <a:pt x="160" y="277"/>
                </a:cubicBezTo>
                <a:cubicBezTo>
                  <a:pt x="160" y="271"/>
                  <a:pt x="164" y="266"/>
                  <a:pt x="170" y="266"/>
                </a:cubicBezTo>
                <a:close/>
                <a:moveTo>
                  <a:pt x="170" y="309"/>
                </a:moveTo>
                <a:cubicBezTo>
                  <a:pt x="256" y="309"/>
                  <a:pt x="256" y="309"/>
                  <a:pt x="256" y="309"/>
                </a:cubicBezTo>
                <a:cubicBezTo>
                  <a:pt x="262" y="309"/>
                  <a:pt x="266" y="314"/>
                  <a:pt x="266" y="320"/>
                </a:cubicBezTo>
                <a:cubicBezTo>
                  <a:pt x="266" y="326"/>
                  <a:pt x="262" y="330"/>
                  <a:pt x="256" y="330"/>
                </a:cubicBezTo>
                <a:cubicBezTo>
                  <a:pt x="170" y="330"/>
                  <a:pt x="170" y="330"/>
                  <a:pt x="170" y="330"/>
                </a:cubicBezTo>
                <a:cubicBezTo>
                  <a:pt x="164" y="330"/>
                  <a:pt x="160" y="326"/>
                  <a:pt x="160" y="320"/>
                </a:cubicBezTo>
                <a:cubicBezTo>
                  <a:pt x="160" y="314"/>
                  <a:pt x="164" y="309"/>
                  <a:pt x="170" y="309"/>
                </a:cubicBezTo>
                <a:close/>
                <a:moveTo>
                  <a:pt x="170" y="352"/>
                </a:moveTo>
                <a:cubicBezTo>
                  <a:pt x="256" y="352"/>
                  <a:pt x="256" y="352"/>
                  <a:pt x="256" y="352"/>
                </a:cubicBezTo>
                <a:cubicBezTo>
                  <a:pt x="262" y="352"/>
                  <a:pt x="266" y="356"/>
                  <a:pt x="266" y="362"/>
                </a:cubicBezTo>
                <a:cubicBezTo>
                  <a:pt x="266" y="368"/>
                  <a:pt x="262" y="373"/>
                  <a:pt x="256" y="373"/>
                </a:cubicBezTo>
                <a:cubicBezTo>
                  <a:pt x="170" y="373"/>
                  <a:pt x="170" y="373"/>
                  <a:pt x="170" y="373"/>
                </a:cubicBezTo>
                <a:cubicBezTo>
                  <a:pt x="164" y="373"/>
                  <a:pt x="160" y="368"/>
                  <a:pt x="160" y="362"/>
                </a:cubicBezTo>
                <a:cubicBezTo>
                  <a:pt x="160" y="356"/>
                  <a:pt x="164" y="352"/>
                  <a:pt x="170" y="352"/>
                </a:cubicBezTo>
                <a:close/>
                <a:moveTo>
                  <a:pt x="256" y="0"/>
                </a:moveTo>
                <a:cubicBezTo>
                  <a:pt x="114" y="0"/>
                  <a:pt x="0" y="114"/>
                  <a:pt x="0" y="256"/>
                </a:cubicBezTo>
                <a:cubicBezTo>
                  <a:pt x="0" y="397"/>
                  <a:pt x="114" y="512"/>
                  <a:pt x="256" y="512"/>
                </a:cubicBezTo>
                <a:cubicBezTo>
                  <a:pt x="397" y="512"/>
                  <a:pt x="512" y="397"/>
                  <a:pt x="512" y="256"/>
                </a:cubicBezTo>
                <a:cubicBezTo>
                  <a:pt x="512" y="114"/>
                  <a:pt x="397" y="0"/>
                  <a:pt x="256" y="0"/>
                </a:cubicBezTo>
                <a:close/>
                <a:moveTo>
                  <a:pt x="298" y="405"/>
                </a:moveTo>
                <a:cubicBezTo>
                  <a:pt x="298" y="411"/>
                  <a:pt x="294" y="416"/>
                  <a:pt x="288" y="416"/>
                </a:cubicBezTo>
                <a:cubicBezTo>
                  <a:pt x="138" y="416"/>
                  <a:pt x="138" y="416"/>
                  <a:pt x="138" y="416"/>
                </a:cubicBezTo>
                <a:cubicBezTo>
                  <a:pt x="132" y="416"/>
                  <a:pt x="128" y="411"/>
                  <a:pt x="128" y="405"/>
                </a:cubicBezTo>
                <a:cubicBezTo>
                  <a:pt x="128" y="192"/>
                  <a:pt x="128" y="192"/>
                  <a:pt x="128" y="192"/>
                </a:cubicBezTo>
                <a:cubicBezTo>
                  <a:pt x="128" y="186"/>
                  <a:pt x="132" y="181"/>
                  <a:pt x="138" y="181"/>
                </a:cubicBezTo>
                <a:cubicBezTo>
                  <a:pt x="288" y="181"/>
                  <a:pt x="288" y="181"/>
                  <a:pt x="288" y="181"/>
                </a:cubicBezTo>
                <a:cubicBezTo>
                  <a:pt x="294" y="181"/>
                  <a:pt x="298" y="186"/>
                  <a:pt x="298" y="192"/>
                </a:cubicBezTo>
                <a:lnTo>
                  <a:pt x="298" y="405"/>
                </a:lnTo>
                <a:close/>
                <a:moveTo>
                  <a:pt x="341" y="362"/>
                </a:moveTo>
                <a:cubicBezTo>
                  <a:pt x="341" y="368"/>
                  <a:pt x="336" y="373"/>
                  <a:pt x="330" y="373"/>
                </a:cubicBezTo>
                <a:cubicBezTo>
                  <a:pt x="324" y="373"/>
                  <a:pt x="320" y="368"/>
                  <a:pt x="320" y="362"/>
                </a:cubicBezTo>
                <a:cubicBezTo>
                  <a:pt x="320" y="160"/>
                  <a:pt x="320" y="160"/>
                  <a:pt x="320" y="160"/>
                </a:cubicBezTo>
                <a:cubicBezTo>
                  <a:pt x="181" y="160"/>
                  <a:pt x="181" y="160"/>
                  <a:pt x="181" y="160"/>
                </a:cubicBezTo>
                <a:cubicBezTo>
                  <a:pt x="175" y="160"/>
                  <a:pt x="170" y="155"/>
                  <a:pt x="170" y="149"/>
                </a:cubicBezTo>
                <a:cubicBezTo>
                  <a:pt x="170" y="143"/>
                  <a:pt x="175" y="138"/>
                  <a:pt x="181" y="138"/>
                </a:cubicBezTo>
                <a:cubicBezTo>
                  <a:pt x="330" y="138"/>
                  <a:pt x="330" y="138"/>
                  <a:pt x="330" y="138"/>
                </a:cubicBezTo>
                <a:cubicBezTo>
                  <a:pt x="336" y="138"/>
                  <a:pt x="341" y="143"/>
                  <a:pt x="341" y="149"/>
                </a:cubicBezTo>
                <a:lnTo>
                  <a:pt x="341" y="362"/>
                </a:lnTo>
                <a:close/>
                <a:moveTo>
                  <a:pt x="384" y="320"/>
                </a:moveTo>
                <a:cubicBezTo>
                  <a:pt x="384" y="326"/>
                  <a:pt x="379" y="330"/>
                  <a:pt x="373" y="330"/>
                </a:cubicBezTo>
                <a:cubicBezTo>
                  <a:pt x="367" y="330"/>
                  <a:pt x="362" y="326"/>
                  <a:pt x="362" y="320"/>
                </a:cubicBezTo>
                <a:cubicBezTo>
                  <a:pt x="362" y="117"/>
                  <a:pt x="362" y="117"/>
                  <a:pt x="362" y="117"/>
                </a:cubicBezTo>
                <a:cubicBezTo>
                  <a:pt x="224" y="117"/>
                  <a:pt x="224" y="117"/>
                  <a:pt x="224" y="117"/>
                </a:cubicBezTo>
                <a:cubicBezTo>
                  <a:pt x="218" y="117"/>
                  <a:pt x="213" y="112"/>
                  <a:pt x="213" y="106"/>
                </a:cubicBezTo>
                <a:cubicBezTo>
                  <a:pt x="213" y="100"/>
                  <a:pt x="218" y="96"/>
                  <a:pt x="224" y="96"/>
                </a:cubicBezTo>
                <a:cubicBezTo>
                  <a:pt x="373" y="96"/>
                  <a:pt x="373" y="96"/>
                  <a:pt x="373" y="96"/>
                </a:cubicBezTo>
                <a:cubicBezTo>
                  <a:pt x="379" y="96"/>
                  <a:pt x="384" y="100"/>
                  <a:pt x="384" y="106"/>
                </a:cubicBezTo>
                <a:lnTo>
                  <a:pt x="384" y="320"/>
                </a:lnTo>
                <a:close/>
              </a:path>
            </a:pathLst>
          </a:custGeom>
          <a:solidFill>
            <a:srgbClr val="86BC2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200"/>
          </a:p>
        </p:txBody>
      </p:sp>
      <p:sp>
        <p:nvSpPr>
          <p:cNvPr id="112" name="Media_Technology_Fill_17">
            <a:extLst>
              <a:ext uri="{FF2B5EF4-FFF2-40B4-BE49-F238E27FC236}">
                <a16:creationId xmlns:a16="http://schemas.microsoft.com/office/drawing/2014/main" id="{B475A23E-F129-44FC-B811-331E775084F0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5832065" y="1356380"/>
            <a:ext cx="635000" cy="635000"/>
          </a:xfrm>
          <a:custGeom>
            <a:avLst/>
            <a:gdLst>
              <a:gd name="T0" fmla="*/ 320 w 512"/>
              <a:gd name="T1" fmla="*/ 266 h 512"/>
              <a:gd name="T2" fmla="*/ 320 w 512"/>
              <a:gd name="T3" fmla="*/ 245 h 512"/>
              <a:gd name="T4" fmla="*/ 256 w 512"/>
              <a:gd name="T5" fmla="*/ 309 h 512"/>
              <a:gd name="T6" fmla="*/ 256 w 512"/>
              <a:gd name="T7" fmla="*/ 330 h 512"/>
              <a:gd name="T8" fmla="*/ 256 w 512"/>
              <a:gd name="T9" fmla="*/ 309 h 512"/>
              <a:gd name="T10" fmla="*/ 181 w 512"/>
              <a:gd name="T11" fmla="*/ 256 h 512"/>
              <a:gd name="T12" fmla="*/ 202 w 512"/>
              <a:gd name="T13" fmla="*/ 256 h 512"/>
              <a:gd name="T14" fmla="*/ 512 w 512"/>
              <a:gd name="T15" fmla="*/ 256 h 512"/>
              <a:gd name="T16" fmla="*/ 0 w 512"/>
              <a:gd name="T17" fmla="*/ 256 h 512"/>
              <a:gd name="T18" fmla="*/ 512 w 512"/>
              <a:gd name="T19" fmla="*/ 256 h 512"/>
              <a:gd name="T20" fmla="*/ 394 w 512"/>
              <a:gd name="T21" fmla="*/ 256 h 512"/>
              <a:gd name="T22" fmla="*/ 117 w 512"/>
              <a:gd name="T23" fmla="*/ 256 h 512"/>
              <a:gd name="T24" fmla="*/ 256 w 512"/>
              <a:gd name="T25" fmla="*/ 394 h 512"/>
              <a:gd name="T26" fmla="*/ 356 w 512"/>
              <a:gd name="T27" fmla="*/ 413 h 512"/>
              <a:gd name="T28" fmla="*/ 371 w 512"/>
              <a:gd name="T29" fmla="*/ 412 h 512"/>
              <a:gd name="T30" fmla="*/ 322 w 512"/>
              <a:gd name="T31" fmla="*/ 377 h 512"/>
              <a:gd name="T32" fmla="*/ 266 w 512"/>
              <a:gd name="T33" fmla="*/ 192 h 512"/>
              <a:gd name="T34" fmla="*/ 245 w 512"/>
              <a:gd name="T35" fmla="*/ 192 h 512"/>
              <a:gd name="T36" fmla="*/ 373 w 512"/>
              <a:gd name="T37" fmla="*/ 256 h 512"/>
              <a:gd name="T38" fmla="*/ 138 w 512"/>
              <a:gd name="T39" fmla="*/ 256 h 512"/>
              <a:gd name="T40" fmla="*/ 373 w 512"/>
              <a:gd name="T41" fmla="*/ 256 h 512"/>
              <a:gd name="T42" fmla="*/ 256 w 512"/>
              <a:gd name="T43" fmla="*/ 224 h 512"/>
              <a:gd name="T44" fmla="*/ 256 w 512"/>
              <a:gd name="T45" fmla="*/ 160 h 512"/>
              <a:gd name="T46" fmla="*/ 256 w 512"/>
              <a:gd name="T47" fmla="*/ 245 h 512"/>
              <a:gd name="T48" fmla="*/ 256 w 512"/>
              <a:gd name="T49" fmla="*/ 266 h 512"/>
              <a:gd name="T50" fmla="*/ 256 w 512"/>
              <a:gd name="T51" fmla="*/ 245 h 512"/>
              <a:gd name="T52" fmla="*/ 192 w 512"/>
              <a:gd name="T53" fmla="*/ 224 h 512"/>
              <a:gd name="T54" fmla="*/ 192 w 512"/>
              <a:gd name="T55" fmla="*/ 288 h 512"/>
              <a:gd name="T56" fmla="*/ 288 w 512"/>
              <a:gd name="T57" fmla="*/ 320 h 512"/>
              <a:gd name="T58" fmla="*/ 224 w 512"/>
              <a:gd name="T59" fmla="*/ 320 h 512"/>
              <a:gd name="T60" fmla="*/ 288 w 512"/>
              <a:gd name="T61" fmla="*/ 320 h 512"/>
              <a:gd name="T62" fmla="*/ 320 w 512"/>
              <a:gd name="T63" fmla="*/ 224 h 512"/>
              <a:gd name="T64" fmla="*/ 320 w 512"/>
              <a:gd name="T65" fmla="*/ 288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512" h="512">
                <a:moveTo>
                  <a:pt x="330" y="256"/>
                </a:moveTo>
                <a:cubicBezTo>
                  <a:pt x="330" y="262"/>
                  <a:pt x="326" y="266"/>
                  <a:pt x="320" y="266"/>
                </a:cubicBezTo>
                <a:cubicBezTo>
                  <a:pt x="314" y="266"/>
                  <a:pt x="309" y="262"/>
                  <a:pt x="309" y="256"/>
                </a:cubicBezTo>
                <a:cubicBezTo>
                  <a:pt x="309" y="250"/>
                  <a:pt x="314" y="245"/>
                  <a:pt x="320" y="245"/>
                </a:cubicBezTo>
                <a:cubicBezTo>
                  <a:pt x="326" y="245"/>
                  <a:pt x="330" y="250"/>
                  <a:pt x="330" y="256"/>
                </a:cubicBezTo>
                <a:close/>
                <a:moveTo>
                  <a:pt x="256" y="309"/>
                </a:moveTo>
                <a:cubicBezTo>
                  <a:pt x="250" y="309"/>
                  <a:pt x="245" y="314"/>
                  <a:pt x="245" y="320"/>
                </a:cubicBezTo>
                <a:cubicBezTo>
                  <a:pt x="245" y="326"/>
                  <a:pt x="250" y="330"/>
                  <a:pt x="256" y="330"/>
                </a:cubicBezTo>
                <a:cubicBezTo>
                  <a:pt x="262" y="330"/>
                  <a:pt x="266" y="326"/>
                  <a:pt x="266" y="320"/>
                </a:cubicBezTo>
                <a:cubicBezTo>
                  <a:pt x="266" y="314"/>
                  <a:pt x="262" y="309"/>
                  <a:pt x="256" y="309"/>
                </a:cubicBezTo>
                <a:close/>
                <a:moveTo>
                  <a:pt x="192" y="245"/>
                </a:moveTo>
                <a:cubicBezTo>
                  <a:pt x="186" y="245"/>
                  <a:pt x="181" y="250"/>
                  <a:pt x="181" y="256"/>
                </a:cubicBezTo>
                <a:cubicBezTo>
                  <a:pt x="181" y="262"/>
                  <a:pt x="186" y="266"/>
                  <a:pt x="192" y="266"/>
                </a:cubicBezTo>
                <a:cubicBezTo>
                  <a:pt x="198" y="266"/>
                  <a:pt x="202" y="262"/>
                  <a:pt x="202" y="256"/>
                </a:cubicBezTo>
                <a:cubicBezTo>
                  <a:pt x="202" y="250"/>
                  <a:pt x="198" y="245"/>
                  <a:pt x="192" y="245"/>
                </a:cubicBezTo>
                <a:close/>
                <a:moveTo>
                  <a:pt x="512" y="256"/>
                </a:moveTo>
                <a:cubicBezTo>
                  <a:pt x="512" y="397"/>
                  <a:pt x="397" y="512"/>
                  <a:pt x="256" y="512"/>
                </a:cubicBezTo>
                <a:cubicBezTo>
                  <a:pt x="114" y="512"/>
                  <a:pt x="0" y="397"/>
                  <a:pt x="0" y="256"/>
                </a:cubicBezTo>
                <a:cubicBezTo>
                  <a:pt x="0" y="114"/>
                  <a:pt x="114" y="0"/>
                  <a:pt x="256" y="0"/>
                </a:cubicBezTo>
                <a:cubicBezTo>
                  <a:pt x="397" y="0"/>
                  <a:pt x="512" y="114"/>
                  <a:pt x="512" y="256"/>
                </a:cubicBezTo>
                <a:close/>
                <a:moveTo>
                  <a:pt x="322" y="377"/>
                </a:moveTo>
                <a:cubicBezTo>
                  <a:pt x="365" y="354"/>
                  <a:pt x="394" y="308"/>
                  <a:pt x="394" y="256"/>
                </a:cubicBezTo>
                <a:cubicBezTo>
                  <a:pt x="394" y="179"/>
                  <a:pt x="332" y="117"/>
                  <a:pt x="256" y="117"/>
                </a:cubicBezTo>
                <a:cubicBezTo>
                  <a:pt x="179" y="117"/>
                  <a:pt x="117" y="179"/>
                  <a:pt x="117" y="256"/>
                </a:cubicBezTo>
                <a:cubicBezTo>
                  <a:pt x="117" y="332"/>
                  <a:pt x="179" y="394"/>
                  <a:pt x="256" y="394"/>
                </a:cubicBezTo>
                <a:cubicBezTo>
                  <a:pt x="256" y="394"/>
                  <a:pt x="256" y="394"/>
                  <a:pt x="256" y="394"/>
                </a:cubicBezTo>
                <a:cubicBezTo>
                  <a:pt x="256" y="394"/>
                  <a:pt x="256" y="394"/>
                  <a:pt x="256" y="394"/>
                </a:cubicBezTo>
                <a:cubicBezTo>
                  <a:pt x="276" y="394"/>
                  <a:pt x="332" y="394"/>
                  <a:pt x="356" y="413"/>
                </a:cubicBezTo>
                <a:cubicBezTo>
                  <a:pt x="358" y="415"/>
                  <a:pt x="360" y="416"/>
                  <a:pt x="362" y="416"/>
                </a:cubicBezTo>
                <a:cubicBezTo>
                  <a:pt x="365" y="416"/>
                  <a:pt x="369" y="414"/>
                  <a:pt x="371" y="412"/>
                </a:cubicBezTo>
                <a:cubicBezTo>
                  <a:pt x="374" y="407"/>
                  <a:pt x="374" y="400"/>
                  <a:pt x="369" y="397"/>
                </a:cubicBezTo>
                <a:cubicBezTo>
                  <a:pt x="357" y="387"/>
                  <a:pt x="339" y="381"/>
                  <a:pt x="322" y="377"/>
                </a:cubicBezTo>
                <a:close/>
                <a:moveTo>
                  <a:pt x="256" y="202"/>
                </a:moveTo>
                <a:cubicBezTo>
                  <a:pt x="262" y="202"/>
                  <a:pt x="266" y="198"/>
                  <a:pt x="266" y="192"/>
                </a:cubicBezTo>
                <a:cubicBezTo>
                  <a:pt x="266" y="186"/>
                  <a:pt x="262" y="181"/>
                  <a:pt x="256" y="181"/>
                </a:cubicBezTo>
                <a:cubicBezTo>
                  <a:pt x="250" y="181"/>
                  <a:pt x="245" y="186"/>
                  <a:pt x="245" y="192"/>
                </a:cubicBezTo>
                <a:cubicBezTo>
                  <a:pt x="245" y="198"/>
                  <a:pt x="250" y="202"/>
                  <a:pt x="256" y="202"/>
                </a:cubicBezTo>
                <a:close/>
                <a:moveTo>
                  <a:pt x="373" y="256"/>
                </a:moveTo>
                <a:cubicBezTo>
                  <a:pt x="373" y="320"/>
                  <a:pt x="320" y="373"/>
                  <a:pt x="256" y="373"/>
                </a:cubicBezTo>
                <a:cubicBezTo>
                  <a:pt x="191" y="373"/>
                  <a:pt x="138" y="320"/>
                  <a:pt x="138" y="256"/>
                </a:cubicBezTo>
                <a:cubicBezTo>
                  <a:pt x="138" y="191"/>
                  <a:pt x="191" y="138"/>
                  <a:pt x="256" y="138"/>
                </a:cubicBezTo>
                <a:cubicBezTo>
                  <a:pt x="320" y="138"/>
                  <a:pt x="373" y="191"/>
                  <a:pt x="373" y="256"/>
                </a:cubicBezTo>
                <a:close/>
                <a:moveTo>
                  <a:pt x="224" y="192"/>
                </a:moveTo>
                <a:cubicBezTo>
                  <a:pt x="224" y="209"/>
                  <a:pt x="238" y="224"/>
                  <a:pt x="256" y="224"/>
                </a:cubicBezTo>
                <a:cubicBezTo>
                  <a:pt x="273" y="224"/>
                  <a:pt x="288" y="209"/>
                  <a:pt x="288" y="192"/>
                </a:cubicBezTo>
                <a:cubicBezTo>
                  <a:pt x="288" y="174"/>
                  <a:pt x="273" y="160"/>
                  <a:pt x="256" y="160"/>
                </a:cubicBezTo>
                <a:cubicBezTo>
                  <a:pt x="238" y="160"/>
                  <a:pt x="224" y="174"/>
                  <a:pt x="224" y="192"/>
                </a:cubicBezTo>
                <a:close/>
                <a:moveTo>
                  <a:pt x="256" y="245"/>
                </a:moveTo>
                <a:cubicBezTo>
                  <a:pt x="250" y="245"/>
                  <a:pt x="245" y="250"/>
                  <a:pt x="245" y="256"/>
                </a:cubicBezTo>
                <a:cubicBezTo>
                  <a:pt x="245" y="262"/>
                  <a:pt x="250" y="266"/>
                  <a:pt x="256" y="266"/>
                </a:cubicBezTo>
                <a:cubicBezTo>
                  <a:pt x="262" y="266"/>
                  <a:pt x="266" y="262"/>
                  <a:pt x="266" y="256"/>
                </a:cubicBezTo>
                <a:cubicBezTo>
                  <a:pt x="266" y="250"/>
                  <a:pt x="262" y="245"/>
                  <a:pt x="256" y="245"/>
                </a:cubicBezTo>
                <a:close/>
                <a:moveTo>
                  <a:pt x="224" y="256"/>
                </a:moveTo>
                <a:cubicBezTo>
                  <a:pt x="224" y="238"/>
                  <a:pt x="209" y="224"/>
                  <a:pt x="192" y="224"/>
                </a:cubicBezTo>
                <a:cubicBezTo>
                  <a:pt x="174" y="224"/>
                  <a:pt x="160" y="238"/>
                  <a:pt x="160" y="256"/>
                </a:cubicBezTo>
                <a:cubicBezTo>
                  <a:pt x="160" y="273"/>
                  <a:pt x="174" y="288"/>
                  <a:pt x="192" y="288"/>
                </a:cubicBezTo>
                <a:cubicBezTo>
                  <a:pt x="209" y="288"/>
                  <a:pt x="224" y="273"/>
                  <a:pt x="224" y="256"/>
                </a:cubicBezTo>
                <a:close/>
                <a:moveTo>
                  <a:pt x="288" y="320"/>
                </a:moveTo>
                <a:cubicBezTo>
                  <a:pt x="288" y="302"/>
                  <a:pt x="273" y="288"/>
                  <a:pt x="256" y="288"/>
                </a:cubicBezTo>
                <a:cubicBezTo>
                  <a:pt x="238" y="288"/>
                  <a:pt x="224" y="302"/>
                  <a:pt x="224" y="320"/>
                </a:cubicBezTo>
                <a:cubicBezTo>
                  <a:pt x="224" y="337"/>
                  <a:pt x="238" y="352"/>
                  <a:pt x="256" y="352"/>
                </a:cubicBezTo>
                <a:cubicBezTo>
                  <a:pt x="273" y="352"/>
                  <a:pt x="288" y="337"/>
                  <a:pt x="288" y="320"/>
                </a:cubicBezTo>
                <a:close/>
                <a:moveTo>
                  <a:pt x="352" y="256"/>
                </a:moveTo>
                <a:cubicBezTo>
                  <a:pt x="352" y="238"/>
                  <a:pt x="337" y="224"/>
                  <a:pt x="320" y="224"/>
                </a:cubicBezTo>
                <a:cubicBezTo>
                  <a:pt x="302" y="224"/>
                  <a:pt x="288" y="238"/>
                  <a:pt x="288" y="256"/>
                </a:cubicBezTo>
                <a:cubicBezTo>
                  <a:pt x="288" y="273"/>
                  <a:pt x="302" y="288"/>
                  <a:pt x="320" y="288"/>
                </a:cubicBezTo>
                <a:cubicBezTo>
                  <a:pt x="337" y="288"/>
                  <a:pt x="352" y="273"/>
                  <a:pt x="352" y="256"/>
                </a:cubicBezTo>
                <a:close/>
              </a:path>
            </a:pathLst>
          </a:custGeom>
          <a:solidFill>
            <a:srgbClr val="00ABAB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200"/>
          </a:p>
        </p:txBody>
      </p:sp>
      <p:sp>
        <p:nvSpPr>
          <p:cNvPr id="114" name="Media_Technology_Fill_29">
            <a:extLst>
              <a:ext uri="{FF2B5EF4-FFF2-40B4-BE49-F238E27FC236}">
                <a16:creationId xmlns:a16="http://schemas.microsoft.com/office/drawing/2014/main" id="{4D9E5D8A-4810-49B4-8B7B-4BB99BABB061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7245998" y="1305580"/>
            <a:ext cx="635000" cy="635000"/>
          </a:xfrm>
          <a:custGeom>
            <a:avLst/>
            <a:gdLst>
              <a:gd name="T0" fmla="*/ 181 w 512"/>
              <a:gd name="T1" fmla="*/ 288 h 512"/>
              <a:gd name="T2" fmla="*/ 224 w 512"/>
              <a:gd name="T3" fmla="*/ 330 h 512"/>
              <a:gd name="T4" fmla="*/ 202 w 512"/>
              <a:gd name="T5" fmla="*/ 320 h 512"/>
              <a:gd name="T6" fmla="*/ 202 w 512"/>
              <a:gd name="T7" fmla="*/ 298 h 512"/>
              <a:gd name="T8" fmla="*/ 202 w 512"/>
              <a:gd name="T9" fmla="*/ 320 h 512"/>
              <a:gd name="T10" fmla="*/ 288 w 512"/>
              <a:gd name="T11" fmla="*/ 181 h 512"/>
              <a:gd name="T12" fmla="*/ 330 w 512"/>
              <a:gd name="T13" fmla="*/ 224 h 512"/>
              <a:gd name="T14" fmla="*/ 309 w 512"/>
              <a:gd name="T15" fmla="*/ 213 h 512"/>
              <a:gd name="T16" fmla="*/ 309 w 512"/>
              <a:gd name="T17" fmla="*/ 192 h 512"/>
              <a:gd name="T18" fmla="*/ 309 w 512"/>
              <a:gd name="T19" fmla="*/ 213 h 512"/>
              <a:gd name="T20" fmla="*/ 181 w 512"/>
              <a:gd name="T21" fmla="*/ 181 h 512"/>
              <a:gd name="T22" fmla="*/ 224 w 512"/>
              <a:gd name="T23" fmla="*/ 224 h 512"/>
              <a:gd name="T24" fmla="*/ 202 w 512"/>
              <a:gd name="T25" fmla="*/ 213 h 512"/>
              <a:gd name="T26" fmla="*/ 202 w 512"/>
              <a:gd name="T27" fmla="*/ 192 h 512"/>
              <a:gd name="T28" fmla="*/ 202 w 512"/>
              <a:gd name="T29" fmla="*/ 213 h 512"/>
              <a:gd name="T30" fmla="*/ 0 w 512"/>
              <a:gd name="T31" fmla="*/ 256 h 512"/>
              <a:gd name="T32" fmla="*/ 512 w 512"/>
              <a:gd name="T33" fmla="*/ 256 h 512"/>
              <a:gd name="T34" fmla="*/ 393 w 512"/>
              <a:gd name="T35" fmla="*/ 384 h 512"/>
              <a:gd name="T36" fmla="*/ 128 w 512"/>
              <a:gd name="T37" fmla="*/ 395 h 512"/>
              <a:gd name="T38" fmla="*/ 118 w 512"/>
              <a:gd name="T39" fmla="*/ 128 h 512"/>
              <a:gd name="T40" fmla="*/ 382 w 512"/>
              <a:gd name="T41" fmla="*/ 117 h 512"/>
              <a:gd name="T42" fmla="*/ 393 w 512"/>
              <a:gd name="T43" fmla="*/ 384 h 512"/>
              <a:gd name="T44" fmla="*/ 372 w 512"/>
              <a:gd name="T45" fmla="*/ 373 h 512"/>
              <a:gd name="T46" fmla="*/ 139 w 512"/>
              <a:gd name="T47" fmla="*/ 138 h 512"/>
              <a:gd name="T48" fmla="*/ 352 w 512"/>
              <a:gd name="T49" fmla="*/ 341 h 512"/>
              <a:gd name="T50" fmla="*/ 309 w 512"/>
              <a:gd name="T51" fmla="*/ 352 h 512"/>
              <a:gd name="T52" fmla="*/ 309 w 512"/>
              <a:gd name="T53" fmla="*/ 330 h 512"/>
              <a:gd name="T54" fmla="*/ 330 w 512"/>
              <a:gd name="T55" fmla="*/ 309 h 512"/>
              <a:gd name="T56" fmla="*/ 352 w 512"/>
              <a:gd name="T57" fmla="*/ 309 h 512"/>
              <a:gd name="T58" fmla="*/ 266 w 512"/>
              <a:gd name="T59" fmla="*/ 170 h 512"/>
              <a:gd name="T60" fmla="*/ 341 w 512"/>
              <a:gd name="T61" fmla="*/ 160 h 512"/>
              <a:gd name="T62" fmla="*/ 352 w 512"/>
              <a:gd name="T63" fmla="*/ 234 h 512"/>
              <a:gd name="T64" fmla="*/ 277 w 512"/>
              <a:gd name="T65" fmla="*/ 245 h 512"/>
              <a:gd name="T66" fmla="*/ 266 w 512"/>
              <a:gd name="T67" fmla="*/ 170 h 512"/>
              <a:gd name="T68" fmla="*/ 277 w 512"/>
              <a:gd name="T69" fmla="*/ 266 h 512"/>
              <a:gd name="T70" fmla="*/ 352 w 512"/>
              <a:gd name="T71" fmla="*/ 277 h 512"/>
              <a:gd name="T72" fmla="*/ 288 w 512"/>
              <a:gd name="T73" fmla="*/ 288 h 512"/>
              <a:gd name="T74" fmla="*/ 277 w 512"/>
              <a:gd name="T75" fmla="*/ 352 h 512"/>
              <a:gd name="T76" fmla="*/ 266 w 512"/>
              <a:gd name="T77" fmla="*/ 277 h 512"/>
              <a:gd name="T78" fmla="*/ 170 w 512"/>
              <a:gd name="T79" fmla="*/ 160 h 512"/>
              <a:gd name="T80" fmla="*/ 245 w 512"/>
              <a:gd name="T81" fmla="*/ 170 h 512"/>
              <a:gd name="T82" fmla="*/ 234 w 512"/>
              <a:gd name="T83" fmla="*/ 245 h 512"/>
              <a:gd name="T84" fmla="*/ 160 w 512"/>
              <a:gd name="T85" fmla="*/ 234 h 512"/>
              <a:gd name="T86" fmla="*/ 160 w 512"/>
              <a:gd name="T87" fmla="*/ 277 h 512"/>
              <a:gd name="T88" fmla="*/ 234 w 512"/>
              <a:gd name="T89" fmla="*/ 266 h 512"/>
              <a:gd name="T90" fmla="*/ 245 w 512"/>
              <a:gd name="T91" fmla="*/ 341 h 512"/>
              <a:gd name="T92" fmla="*/ 170 w 512"/>
              <a:gd name="T93" fmla="*/ 352 h 512"/>
              <a:gd name="T94" fmla="*/ 160 w 512"/>
              <a:gd name="T95" fmla="*/ 277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512" h="512">
                <a:moveTo>
                  <a:pt x="224" y="288"/>
                </a:moveTo>
                <a:cubicBezTo>
                  <a:pt x="181" y="288"/>
                  <a:pt x="181" y="288"/>
                  <a:pt x="181" y="288"/>
                </a:cubicBezTo>
                <a:cubicBezTo>
                  <a:pt x="181" y="330"/>
                  <a:pt x="181" y="330"/>
                  <a:pt x="181" y="330"/>
                </a:cubicBezTo>
                <a:cubicBezTo>
                  <a:pt x="224" y="330"/>
                  <a:pt x="224" y="330"/>
                  <a:pt x="224" y="330"/>
                </a:cubicBezTo>
                <a:lnTo>
                  <a:pt x="224" y="288"/>
                </a:lnTo>
                <a:close/>
                <a:moveTo>
                  <a:pt x="202" y="320"/>
                </a:moveTo>
                <a:cubicBezTo>
                  <a:pt x="196" y="320"/>
                  <a:pt x="192" y="315"/>
                  <a:pt x="192" y="309"/>
                </a:cubicBezTo>
                <a:cubicBezTo>
                  <a:pt x="192" y="303"/>
                  <a:pt x="196" y="298"/>
                  <a:pt x="202" y="298"/>
                </a:cubicBezTo>
                <a:cubicBezTo>
                  <a:pt x="208" y="298"/>
                  <a:pt x="213" y="303"/>
                  <a:pt x="213" y="309"/>
                </a:cubicBezTo>
                <a:cubicBezTo>
                  <a:pt x="213" y="315"/>
                  <a:pt x="208" y="320"/>
                  <a:pt x="202" y="320"/>
                </a:cubicBezTo>
                <a:close/>
                <a:moveTo>
                  <a:pt x="330" y="181"/>
                </a:moveTo>
                <a:cubicBezTo>
                  <a:pt x="288" y="181"/>
                  <a:pt x="288" y="181"/>
                  <a:pt x="288" y="181"/>
                </a:cubicBezTo>
                <a:cubicBezTo>
                  <a:pt x="288" y="224"/>
                  <a:pt x="288" y="224"/>
                  <a:pt x="288" y="224"/>
                </a:cubicBezTo>
                <a:cubicBezTo>
                  <a:pt x="330" y="224"/>
                  <a:pt x="330" y="224"/>
                  <a:pt x="330" y="224"/>
                </a:cubicBezTo>
                <a:lnTo>
                  <a:pt x="330" y="181"/>
                </a:lnTo>
                <a:close/>
                <a:moveTo>
                  <a:pt x="309" y="213"/>
                </a:moveTo>
                <a:cubicBezTo>
                  <a:pt x="303" y="213"/>
                  <a:pt x="298" y="208"/>
                  <a:pt x="298" y="202"/>
                </a:cubicBezTo>
                <a:cubicBezTo>
                  <a:pt x="298" y="196"/>
                  <a:pt x="303" y="192"/>
                  <a:pt x="309" y="192"/>
                </a:cubicBezTo>
                <a:cubicBezTo>
                  <a:pt x="315" y="192"/>
                  <a:pt x="320" y="196"/>
                  <a:pt x="320" y="202"/>
                </a:cubicBezTo>
                <a:cubicBezTo>
                  <a:pt x="320" y="208"/>
                  <a:pt x="315" y="213"/>
                  <a:pt x="309" y="213"/>
                </a:cubicBezTo>
                <a:close/>
                <a:moveTo>
                  <a:pt x="224" y="181"/>
                </a:moveTo>
                <a:cubicBezTo>
                  <a:pt x="181" y="181"/>
                  <a:pt x="181" y="181"/>
                  <a:pt x="181" y="181"/>
                </a:cubicBezTo>
                <a:cubicBezTo>
                  <a:pt x="181" y="224"/>
                  <a:pt x="181" y="224"/>
                  <a:pt x="181" y="224"/>
                </a:cubicBezTo>
                <a:cubicBezTo>
                  <a:pt x="224" y="224"/>
                  <a:pt x="224" y="224"/>
                  <a:pt x="224" y="224"/>
                </a:cubicBezTo>
                <a:lnTo>
                  <a:pt x="224" y="181"/>
                </a:lnTo>
                <a:close/>
                <a:moveTo>
                  <a:pt x="202" y="213"/>
                </a:moveTo>
                <a:cubicBezTo>
                  <a:pt x="196" y="213"/>
                  <a:pt x="192" y="208"/>
                  <a:pt x="192" y="202"/>
                </a:cubicBezTo>
                <a:cubicBezTo>
                  <a:pt x="192" y="196"/>
                  <a:pt x="196" y="192"/>
                  <a:pt x="202" y="192"/>
                </a:cubicBezTo>
                <a:cubicBezTo>
                  <a:pt x="208" y="192"/>
                  <a:pt x="213" y="196"/>
                  <a:pt x="213" y="202"/>
                </a:cubicBezTo>
                <a:cubicBezTo>
                  <a:pt x="213" y="208"/>
                  <a:pt x="208" y="213"/>
                  <a:pt x="202" y="213"/>
                </a:cubicBezTo>
                <a:close/>
                <a:moveTo>
                  <a:pt x="256" y="0"/>
                </a:moveTo>
                <a:cubicBezTo>
                  <a:pt x="114" y="0"/>
                  <a:pt x="0" y="114"/>
                  <a:pt x="0" y="256"/>
                </a:cubicBezTo>
                <a:cubicBezTo>
                  <a:pt x="0" y="397"/>
                  <a:pt x="114" y="512"/>
                  <a:pt x="256" y="512"/>
                </a:cubicBezTo>
                <a:cubicBezTo>
                  <a:pt x="397" y="512"/>
                  <a:pt x="512" y="397"/>
                  <a:pt x="512" y="256"/>
                </a:cubicBezTo>
                <a:cubicBezTo>
                  <a:pt x="512" y="114"/>
                  <a:pt x="397" y="0"/>
                  <a:pt x="256" y="0"/>
                </a:cubicBezTo>
                <a:close/>
                <a:moveTo>
                  <a:pt x="393" y="384"/>
                </a:moveTo>
                <a:cubicBezTo>
                  <a:pt x="393" y="390"/>
                  <a:pt x="388" y="395"/>
                  <a:pt x="382" y="395"/>
                </a:cubicBezTo>
                <a:cubicBezTo>
                  <a:pt x="128" y="395"/>
                  <a:pt x="128" y="395"/>
                  <a:pt x="128" y="395"/>
                </a:cubicBezTo>
                <a:cubicBezTo>
                  <a:pt x="122" y="395"/>
                  <a:pt x="118" y="390"/>
                  <a:pt x="118" y="384"/>
                </a:cubicBezTo>
                <a:cubicBezTo>
                  <a:pt x="118" y="128"/>
                  <a:pt x="118" y="128"/>
                  <a:pt x="118" y="128"/>
                </a:cubicBezTo>
                <a:cubicBezTo>
                  <a:pt x="118" y="122"/>
                  <a:pt x="122" y="117"/>
                  <a:pt x="128" y="117"/>
                </a:cubicBezTo>
                <a:cubicBezTo>
                  <a:pt x="382" y="117"/>
                  <a:pt x="382" y="117"/>
                  <a:pt x="382" y="117"/>
                </a:cubicBezTo>
                <a:cubicBezTo>
                  <a:pt x="388" y="117"/>
                  <a:pt x="393" y="122"/>
                  <a:pt x="393" y="128"/>
                </a:cubicBezTo>
                <a:lnTo>
                  <a:pt x="393" y="384"/>
                </a:lnTo>
                <a:close/>
                <a:moveTo>
                  <a:pt x="139" y="373"/>
                </a:moveTo>
                <a:cubicBezTo>
                  <a:pt x="372" y="373"/>
                  <a:pt x="372" y="373"/>
                  <a:pt x="372" y="373"/>
                </a:cubicBezTo>
                <a:cubicBezTo>
                  <a:pt x="372" y="138"/>
                  <a:pt x="372" y="138"/>
                  <a:pt x="372" y="138"/>
                </a:cubicBezTo>
                <a:cubicBezTo>
                  <a:pt x="139" y="138"/>
                  <a:pt x="139" y="138"/>
                  <a:pt x="139" y="138"/>
                </a:cubicBezTo>
                <a:lnTo>
                  <a:pt x="139" y="373"/>
                </a:lnTo>
                <a:close/>
                <a:moveTo>
                  <a:pt x="352" y="341"/>
                </a:moveTo>
                <a:cubicBezTo>
                  <a:pt x="352" y="347"/>
                  <a:pt x="347" y="352"/>
                  <a:pt x="341" y="352"/>
                </a:cubicBezTo>
                <a:cubicBezTo>
                  <a:pt x="309" y="352"/>
                  <a:pt x="309" y="352"/>
                  <a:pt x="309" y="352"/>
                </a:cubicBezTo>
                <a:cubicBezTo>
                  <a:pt x="303" y="352"/>
                  <a:pt x="298" y="347"/>
                  <a:pt x="298" y="341"/>
                </a:cubicBezTo>
                <a:cubicBezTo>
                  <a:pt x="298" y="335"/>
                  <a:pt x="303" y="330"/>
                  <a:pt x="309" y="330"/>
                </a:cubicBezTo>
                <a:cubicBezTo>
                  <a:pt x="330" y="330"/>
                  <a:pt x="330" y="330"/>
                  <a:pt x="330" y="330"/>
                </a:cubicBezTo>
                <a:cubicBezTo>
                  <a:pt x="330" y="309"/>
                  <a:pt x="330" y="309"/>
                  <a:pt x="330" y="309"/>
                </a:cubicBezTo>
                <a:cubicBezTo>
                  <a:pt x="330" y="303"/>
                  <a:pt x="335" y="298"/>
                  <a:pt x="341" y="298"/>
                </a:cubicBezTo>
                <a:cubicBezTo>
                  <a:pt x="347" y="298"/>
                  <a:pt x="352" y="303"/>
                  <a:pt x="352" y="309"/>
                </a:cubicBezTo>
                <a:lnTo>
                  <a:pt x="352" y="341"/>
                </a:lnTo>
                <a:close/>
                <a:moveTo>
                  <a:pt x="266" y="170"/>
                </a:moveTo>
                <a:cubicBezTo>
                  <a:pt x="266" y="164"/>
                  <a:pt x="271" y="160"/>
                  <a:pt x="277" y="160"/>
                </a:cubicBezTo>
                <a:cubicBezTo>
                  <a:pt x="341" y="160"/>
                  <a:pt x="341" y="160"/>
                  <a:pt x="341" y="160"/>
                </a:cubicBezTo>
                <a:cubicBezTo>
                  <a:pt x="347" y="160"/>
                  <a:pt x="352" y="164"/>
                  <a:pt x="352" y="170"/>
                </a:cubicBezTo>
                <a:cubicBezTo>
                  <a:pt x="352" y="234"/>
                  <a:pt x="352" y="234"/>
                  <a:pt x="352" y="234"/>
                </a:cubicBezTo>
                <a:cubicBezTo>
                  <a:pt x="352" y="240"/>
                  <a:pt x="347" y="245"/>
                  <a:pt x="341" y="245"/>
                </a:cubicBezTo>
                <a:cubicBezTo>
                  <a:pt x="277" y="245"/>
                  <a:pt x="277" y="245"/>
                  <a:pt x="277" y="245"/>
                </a:cubicBezTo>
                <a:cubicBezTo>
                  <a:pt x="271" y="245"/>
                  <a:pt x="266" y="240"/>
                  <a:pt x="266" y="234"/>
                </a:cubicBezTo>
                <a:lnTo>
                  <a:pt x="266" y="170"/>
                </a:lnTo>
                <a:close/>
                <a:moveTo>
                  <a:pt x="266" y="277"/>
                </a:moveTo>
                <a:cubicBezTo>
                  <a:pt x="266" y="271"/>
                  <a:pt x="271" y="266"/>
                  <a:pt x="277" y="266"/>
                </a:cubicBezTo>
                <a:cubicBezTo>
                  <a:pt x="341" y="266"/>
                  <a:pt x="341" y="266"/>
                  <a:pt x="341" y="266"/>
                </a:cubicBezTo>
                <a:cubicBezTo>
                  <a:pt x="347" y="266"/>
                  <a:pt x="352" y="271"/>
                  <a:pt x="352" y="277"/>
                </a:cubicBezTo>
                <a:cubicBezTo>
                  <a:pt x="352" y="283"/>
                  <a:pt x="347" y="288"/>
                  <a:pt x="341" y="288"/>
                </a:cubicBezTo>
                <a:cubicBezTo>
                  <a:pt x="288" y="288"/>
                  <a:pt x="288" y="288"/>
                  <a:pt x="288" y="288"/>
                </a:cubicBezTo>
                <a:cubicBezTo>
                  <a:pt x="288" y="341"/>
                  <a:pt x="288" y="341"/>
                  <a:pt x="288" y="341"/>
                </a:cubicBezTo>
                <a:cubicBezTo>
                  <a:pt x="288" y="347"/>
                  <a:pt x="283" y="352"/>
                  <a:pt x="277" y="352"/>
                </a:cubicBezTo>
                <a:cubicBezTo>
                  <a:pt x="271" y="352"/>
                  <a:pt x="266" y="347"/>
                  <a:pt x="266" y="341"/>
                </a:cubicBezTo>
                <a:lnTo>
                  <a:pt x="266" y="277"/>
                </a:lnTo>
                <a:close/>
                <a:moveTo>
                  <a:pt x="160" y="170"/>
                </a:moveTo>
                <a:cubicBezTo>
                  <a:pt x="160" y="164"/>
                  <a:pt x="164" y="160"/>
                  <a:pt x="170" y="160"/>
                </a:cubicBezTo>
                <a:cubicBezTo>
                  <a:pt x="234" y="160"/>
                  <a:pt x="234" y="160"/>
                  <a:pt x="234" y="160"/>
                </a:cubicBezTo>
                <a:cubicBezTo>
                  <a:pt x="240" y="160"/>
                  <a:pt x="245" y="164"/>
                  <a:pt x="245" y="170"/>
                </a:cubicBezTo>
                <a:cubicBezTo>
                  <a:pt x="245" y="234"/>
                  <a:pt x="245" y="234"/>
                  <a:pt x="245" y="234"/>
                </a:cubicBezTo>
                <a:cubicBezTo>
                  <a:pt x="245" y="240"/>
                  <a:pt x="240" y="245"/>
                  <a:pt x="234" y="245"/>
                </a:cubicBezTo>
                <a:cubicBezTo>
                  <a:pt x="170" y="245"/>
                  <a:pt x="170" y="245"/>
                  <a:pt x="170" y="245"/>
                </a:cubicBezTo>
                <a:cubicBezTo>
                  <a:pt x="164" y="245"/>
                  <a:pt x="160" y="240"/>
                  <a:pt x="160" y="234"/>
                </a:cubicBezTo>
                <a:lnTo>
                  <a:pt x="160" y="170"/>
                </a:lnTo>
                <a:close/>
                <a:moveTo>
                  <a:pt x="160" y="277"/>
                </a:moveTo>
                <a:cubicBezTo>
                  <a:pt x="160" y="271"/>
                  <a:pt x="164" y="266"/>
                  <a:pt x="170" y="266"/>
                </a:cubicBezTo>
                <a:cubicBezTo>
                  <a:pt x="234" y="266"/>
                  <a:pt x="234" y="266"/>
                  <a:pt x="234" y="266"/>
                </a:cubicBezTo>
                <a:cubicBezTo>
                  <a:pt x="240" y="266"/>
                  <a:pt x="245" y="271"/>
                  <a:pt x="245" y="277"/>
                </a:cubicBezTo>
                <a:cubicBezTo>
                  <a:pt x="245" y="341"/>
                  <a:pt x="245" y="341"/>
                  <a:pt x="245" y="341"/>
                </a:cubicBezTo>
                <a:cubicBezTo>
                  <a:pt x="245" y="347"/>
                  <a:pt x="240" y="352"/>
                  <a:pt x="234" y="352"/>
                </a:cubicBezTo>
                <a:cubicBezTo>
                  <a:pt x="170" y="352"/>
                  <a:pt x="170" y="352"/>
                  <a:pt x="170" y="352"/>
                </a:cubicBezTo>
                <a:cubicBezTo>
                  <a:pt x="164" y="352"/>
                  <a:pt x="160" y="347"/>
                  <a:pt x="160" y="341"/>
                </a:cubicBezTo>
                <a:lnTo>
                  <a:pt x="160" y="2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200"/>
          </a:p>
        </p:txBody>
      </p:sp>
      <p:sp>
        <p:nvSpPr>
          <p:cNvPr id="115" name="Office_Fill_14">
            <a:extLst>
              <a:ext uri="{FF2B5EF4-FFF2-40B4-BE49-F238E27FC236}">
                <a16:creationId xmlns:a16="http://schemas.microsoft.com/office/drawing/2014/main" id="{F3D179F2-FE58-49F1-98FC-C2670AA85033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8541398" y="1398713"/>
            <a:ext cx="635000" cy="635000"/>
          </a:xfrm>
          <a:custGeom>
            <a:avLst/>
            <a:gdLst>
              <a:gd name="T0" fmla="*/ 288 w 512"/>
              <a:gd name="T1" fmla="*/ 256 h 512"/>
              <a:gd name="T2" fmla="*/ 256 w 512"/>
              <a:gd name="T3" fmla="*/ 288 h 512"/>
              <a:gd name="T4" fmla="*/ 224 w 512"/>
              <a:gd name="T5" fmla="*/ 256 h 512"/>
              <a:gd name="T6" fmla="*/ 256 w 512"/>
              <a:gd name="T7" fmla="*/ 224 h 512"/>
              <a:gd name="T8" fmla="*/ 288 w 512"/>
              <a:gd name="T9" fmla="*/ 256 h 512"/>
              <a:gd name="T10" fmla="*/ 392 w 512"/>
              <a:gd name="T11" fmla="*/ 256 h 512"/>
              <a:gd name="T12" fmla="*/ 257 w 512"/>
              <a:gd name="T13" fmla="*/ 330 h 512"/>
              <a:gd name="T14" fmla="*/ 121 w 512"/>
              <a:gd name="T15" fmla="*/ 256 h 512"/>
              <a:gd name="T16" fmla="*/ 257 w 512"/>
              <a:gd name="T17" fmla="*/ 181 h 512"/>
              <a:gd name="T18" fmla="*/ 392 w 512"/>
              <a:gd name="T19" fmla="*/ 256 h 512"/>
              <a:gd name="T20" fmla="*/ 309 w 512"/>
              <a:gd name="T21" fmla="*/ 256 h 512"/>
              <a:gd name="T22" fmla="*/ 256 w 512"/>
              <a:gd name="T23" fmla="*/ 202 h 512"/>
              <a:gd name="T24" fmla="*/ 202 w 512"/>
              <a:gd name="T25" fmla="*/ 256 h 512"/>
              <a:gd name="T26" fmla="*/ 256 w 512"/>
              <a:gd name="T27" fmla="*/ 309 h 512"/>
              <a:gd name="T28" fmla="*/ 309 w 512"/>
              <a:gd name="T29" fmla="*/ 256 h 512"/>
              <a:gd name="T30" fmla="*/ 512 w 512"/>
              <a:gd name="T31" fmla="*/ 256 h 512"/>
              <a:gd name="T32" fmla="*/ 256 w 512"/>
              <a:gd name="T33" fmla="*/ 512 h 512"/>
              <a:gd name="T34" fmla="*/ 0 w 512"/>
              <a:gd name="T35" fmla="*/ 256 h 512"/>
              <a:gd name="T36" fmla="*/ 256 w 512"/>
              <a:gd name="T37" fmla="*/ 0 h 512"/>
              <a:gd name="T38" fmla="*/ 512 w 512"/>
              <a:gd name="T39" fmla="*/ 256 h 512"/>
              <a:gd name="T40" fmla="*/ 415 w 512"/>
              <a:gd name="T41" fmla="*/ 255 h 512"/>
              <a:gd name="T42" fmla="*/ 414 w 512"/>
              <a:gd name="T43" fmla="*/ 250 h 512"/>
              <a:gd name="T44" fmla="*/ 257 w 512"/>
              <a:gd name="T45" fmla="*/ 160 h 512"/>
              <a:gd name="T46" fmla="*/ 99 w 512"/>
              <a:gd name="T47" fmla="*/ 249 h 512"/>
              <a:gd name="T48" fmla="*/ 98 w 512"/>
              <a:gd name="T49" fmla="*/ 256 h 512"/>
              <a:gd name="T50" fmla="*/ 99 w 512"/>
              <a:gd name="T51" fmla="*/ 261 h 512"/>
              <a:gd name="T52" fmla="*/ 257 w 512"/>
              <a:gd name="T53" fmla="*/ 352 h 512"/>
              <a:gd name="T54" fmla="*/ 414 w 512"/>
              <a:gd name="T55" fmla="*/ 262 h 512"/>
              <a:gd name="T56" fmla="*/ 415 w 512"/>
              <a:gd name="T57" fmla="*/ 255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512" h="512">
                <a:moveTo>
                  <a:pt x="288" y="256"/>
                </a:moveTo>
                <a:cubicBezTo>
                  <a:pt x="288" y="273"/>
                  <a:pt x="273" y="288"/>
                  <a:pt x="256" y="288"/>
                </a:cubicBezTo>
                <a:cubicBezTo>
                  <a:pt x="238" y="288"/>
                  <a:pt x="224" y="273"/>
                  <a:pt x="224" y="256"/>
                </a:cubicBezTo>
                <a:cubicBezTo>
                  <a:pt x="224" y="238"/>
                  <a:pt x="238" y="224"/>
                  <a:pt x="256" y="224"/>
                </a:cubicBezTo>
                <a:cubicBezTo>
                  <a:pt x="273" y="224"/>
                  <a:pt x="288" y="238"/>
                  <a:pt x="288" y="256"/>
                </a:cubicBezTo>
                <a:close/>
                <a:moveTo>
                  <a:pt x="392" y="256"/>
                </a:moveTo>
                <a:cubicBezTo>
                  <a:pt x="365" y="293"/>
                  <a:pt x="316" y="330"/>
                  <a:pt x="257" y="330"/>
                </a:cubicBezTo>
                <a:cubicBezTo>
                  <a:pt x="192" y="330"/>
                  <a:pt x="143" y="286"/>
                  <a:pt x="121" y="256"/>
                </a:cubicBezTo>
                <a:cubicBezTo>
                  <a:pt x="148" y="218"/>
                  <a:pt x="197" y="181"/>
                  <a:pt x="257" y="181"/>
                </a:cubicBezTo>
                <a:cubicBezTo>
                  <a:pt x="321" y="181"/>
                  <a:pt x="370" y="226"/>
                  <a:pt x="392" y="256"/>
                </a:cubicBezTo>
                <a:close/>
                <a:moveTo>
                  <a:pt x="309" y="256"/>
                </a:moveTo>
                <a:cubicBezTo>
                  <a:pt x="309" y="226"/>
                  <a:pt x="285" y="202"/>
                  <a:pt x="256" y="202"/>
                </a:cubicBezTo>
                <a:cubicBezTo>
                  <a:pt x="226" y="202"/>
                  <a:pt x="202" y="226"/>
                  <a:pt x="202" y="256"/>
                </a:cubicBezTo>
                <a:cubicBezTo>
                  <a:pt x="202" y="285"/>
                  <a:pt x="226" y="309"/>
                  <a:pt x="256" y="309"/>
                </a:cubicBezTo>
                <a:cubicBezTo>
                  <a:pt x="285" y="309"/>
                  <a:pt x="309" y="285"/>
                  <a:pt x="309" y="256"/>
                </a:cubicBezTo>
                <a:close/>
                <a:moveTo>
                  <a:pt x="512" y="256"/>
                </a:moveTo>
                <a:cubicBezTo>
                  <a:pt x="512" y="397"/>
                  <a:pt x="397" y="512"/>
                  <a:pt x="256" y="512"/>
                </a:cubicBezTo>
                <a:cubicBezTo>
                  <a:pt x="114" y="512"/>
                  <a:pt x="0" y="397"/>
                  <a:pt x="0" y="256"/>
                </a:cubicBezTo>
                <a:cubicBezTo>
                  <a:pt x="0" y="114"/>
                  <a:pt x="114" y="0"/>
                  <a:pt x="256" y="0"/>
                </a:cubicBezTo>
                <a:cubicBezTo>
                  <a:pt x="397" y="0"/>
                  <a:pt x="512" y="114"/>
                  <a:pt x="512" y="256"/>
                </a:cubicBezTo>
                <a:close/>
                <a:moveTo>
                  <a:pt x="415" y="255"/>
                </a:moveTo>
                <a:cubicBezTo>
                  <a:pt x="415" y="254"/>
                  <a:pt x="415" y="252"/>
                  <a:pt x="414" y="250"/>
                </a:cubicBezTo>
                <a:cubicBezTo>
                  <a:pt x="392" y="216"/>
                  <a:pt x="334" y="160"/>
                  <a:pt x="257" y="160"/>
                </a:cubicBezTo>
                <a:cubicBezTo>
                  <a:pt x="186" y="160"/>
                  <a:pt x="129" y="206"/>
                  <a:pt x="99" y="249"/>
                </a:cubicBezTo>
                <a:cubicBezTo>
                  <a:pt x="98" y="251"/>
                  <a:pt x="98" y="254"/>
                  <a:pt x="98" y="256"/>
                </a:cubicBezTo>
                <a:cubicBezTo>
                  <a:pt x="98" y="258"/>
                  <a:pt x="98" y="260"/>
                  <a:pt x="99" y="261"/>
                </a:cubicBezTo>
                <a:cubicBezTo>
                  <a:pt x="121" y="295"/>
                  <a:pt x="179" y="352"/>
                  <a:pt x="257" y="352"/>
                </a:cubicBezTo>
                <a:cubicBezTo>
                  <a:pt x="327" y="352"/>
                  <a:pt x="384" y="305"/>
                  <a:pt x="414" y="262"/>
                </a:cubicBezTo>
                <a:cubicBezTo>
                  <a:pt x="415" y="260"/>
                  <a:pt x="416" y="258"/>
                  <a:pt x="415" y="255"/>
                </a:cubicBezTo>
                <a:close/>
              </a:path>
            </a:pathLst>
          </a:custGeom>
          <a:solidFill>
            <a:srgbClr val="00A3E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200"/>
          </a:p>
        </p:txBody>
      </p:sp>
      <p:sp>
        <p:nvSpPr>
          <p:cNvPr id="116" name="Media_Technology_Fill_116">
            <a:extLst>
              <a:ext uri="{FF2B5EF4-FFF2-40B4-BE49-F238E27FC236}">
                <a16:creationId xmlns:a16="http://schemas.microsoft.com/office/drawing/2014/main" id="{70903AD8-B08F-4B27-A046-FCCC6AF7CF44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279400" y="1329267"/>
            <a:ext cx="635000" cy="635000"/>
          </a:xfrm>
          <a:custGeom>
            <a:avLst/>
            <a:gdLst>
              <a:gd name="T0" fmla="*/ 0 w 512"/>
              <a:gd name="T1" fmla="*/ 256 h 512"/>
              <a:gd name="T2" fmla="*/ 512 w 512"/>
              <a:gd name="T3" fmla="*/ 256 h 512"/>
              <a:gd name="T4" fmla="*/ 352 w 512"/>
              <a:gd name="T5" fmla="*/ 192 h 512"/>
              <a:gd name="T6" fmla="*/ 275 w 512"/>
              <a:gd name="T7" fmla="*/ 251 h 512"/>
              <a:gd name="T8" fmla="*/ 275 w 512"/>
              <a:gd name="T9" fmla="*/ 262 h 512"/>
              <a:gd name="T10" fmla="*/ 352 w 512"/>
              <a:gd name="T11" fmla="*/ 320 h 512"/>
              <a:gd name="T12" fmla="*/ 355 w 512"/>
              <a:gd name="T13" fmla="*/ 296 h 512"/>
              <a:gd name="T14" fmla="*/ 370 w 512"/>
              <a:gd name="T15" fmla="*/ 281 h 512"/>
              <a:gd name="T16" fmla="*/ 415 w 512"/>
              <a:gd name="T17" fmla="*/ 327 h 512"/>
              <a:gd name="T18" fmla="*/ 413 w 512"/>
              <a:gd name="T19" fmla="*/ 339 h 512"/>
              <a:gd name="T20" fmla="*/ 363 w 512"/>
              <a:gd name="T21" fmla="*/ 384 h 512"/>
              <a:gd name="T22" fmla="*/ 355 w 512"/>
              <a:gd name="T23" fmla="*/ 366 h 512"/>
              <a:gd name="T24" fmla="*/ 352 w 512"/>
              <a:gd name="T25" fmla="*/ 342 h 512"/>
              <a:gd name="T26" fmla="*/ 259 w 512"/>
              <a:gd name="T27" fmla="*/ 276 h 512"/>
              <a:gd name="T28" fmla="*/ 253 w 512"/>
              <a:gd name="T29" fmla="*/ 276 h 512"/>
              <a:gd name="T30" fmla="*/ 160 w 512"/>
              <a:gd name="T31" fmla="*/ 342 h 512"/>
              <a:gd name="T32" fmla="*/ 96 w 512"/>
              <a:gd name="T33" fmla="*/ 331 h 512"/>
              <a:gd name="T34" fmla="*/ 160 w 512"/>
              <a:gd name="T35" fmla="*/ 320 h 512"/>
              <a:gd name="T36" fmla="*/ 237 w 512"/>
              <a:gd name="T37" fmla="*/ 261 h 512"/>
              <a:gd name="T38" fmla="*/ 237 w 512"/>
              <a:gd name="T39" fmla="*/ 251 h 512"/>
              <a:gd name="T40" fmla="*/ 160 w 512"/>
              <a:gd name="T41" fmla="*/ 192 h 512"/>
              <a:gd name="T42" fmla="*/ 96 w 512"/>
              <a:gd name="T43" fmla="*/ 182 h 512"/>
              <a:gd name="T44" fmla="*/ 160 w 512"/>
              <a:gd name="T45" fmla="*/ 171 h 512"/>
              <a:gd name="T46" fmla="*/ 253 w 512"/>
              <a:gd name="T47" fmla="*/ 237 h 512"/>
              <a:gd name="T48" fmla="*/ 259 w 512"/>
              <a:gd name="T49" fmla="*/ 237 h 512"/>
              <a:gd name="T50" fmla="*/ 352 w 512"/>
              <a:gd name="T51" fmla="*/ 171 h 512"/>
              <a:gd name="T52" fmla="*/ 355 w 512"/>
              <a:gd name="T53" fmla="*/ 147 h 512"/>
              <a:gd name="T54" fmla="*/ 370 w 512"/>
              <a:gd name="T55" fmla="*/ 131 h 512"/>
              <a:gd name="T56" fmla="*/ 415 w 512"/>
              <a:gd name="T57" fmla="*/ 178 h 512"/>
              <a:gd name="T58" fmla="*/ 413 w 512"/>
              <a:gd name="T59" fmla="*/ 189 h 512"/>
              <a:gd name="T60" fmla="*/ 363 w 512"/>
              <a:gd name="T61" fmla="*/ 235 h 512"/>
              <a:gd name="T62" fmla="*/ 355 w 512"/>
              <a:gd name="T63" fmla="*/ 217 h 512"/>
              <a:gd name="T64" fmla="*/ 352 w 512"/>
              <a:gd name="T65" fmla="*/ 192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512" h="512">
                <a:moveTo>
                  <a:pt x="256" y="0"/>
                </a:moveTo>
                <a:cubicBezTo>
                  <a:pt x="115" y="0"/>
                  <a:pt x="0" y="115"/>
                  <a:pt x="0" y="256"/>
                </a:cubicBezTo>
                <a:cubicBezTo>
                  <a:pt x="0" y="398"/>
                  <a:pt x="115" y="512"/>
                  <a:pt x="256" y="512"/>
                </a:cubicBezTo>
                <a:cubicBezTo>
                  <a:pt x="397" y="512"/>
                  <a:pt x="512" y="398"/>
                  <a:pt x="512" y="256"/>
                </a:cubicBezTo>
                <a:cubicBezTo>
                  <a:pt x="512" y="115"/>
                  <a:pt x="397" y="0"/>
                  <a:pt x="256" y="0"/>
                </a:cubicBezTo>
                <a:close/>
                <a:moveTo>
                  <a:pt x="352" y="192"/>
                </a:moveTo>
                <a:cubicBezTo>
                  <a:pt x="321" y="192"/>
                  <a:pt x="303" y="216"/>
                  <a:pt x="287" y="237"/>
                </a:cubicBezTo>
                <a:cubicBezTo>
                  <a:pt x="282" y="242"/>
                  <a:pt x="278" y="247"/>
                  <a:pt x="275" y="251"/>
                </a:cubicBezTo>
                <a:cubicBezTo>
                  <a:pt x="270" y="256"/>
                  <a:pt x="270" y="256"/>
                  <a:pt x="270" y="256"/>
                </a:cubicBezTo>
                <a:cubicBezTo>
                  <a:pt x="275" y="262"/>
                  <a:pt x="275" y="262"/>
                  <a:pt x="275" y="262"/>
                </a:cubicBezTo>
                <a:cubicBezTo>
                  <a:pt x="278" y="266"/>
                  <a:pt x="282" y="271"/>
                  <a:pt x="287" y="276"/>
                </a:cubicBezTo>
                <a:cubicBezTo>
                  <a:pt x="303" y="297"/>
                  <a:pt x="321" y="320"/>
                  <a:pt x="352" y="320"/>
                </a:cubicBezTo>
                <a:cubicBezTo>
                  <a:pt x="380" y="320"/>
                  <a:pt x="380" y="320"/>
                  <a:pt x="380" y="320"/>
                </a:cubicBezTo>
                <a:cubicBezTo>
                  <a:pt x="355" y="296"/>
                  <a:pt x="355" y="296"/>
                  <a:pt x="355" y="296"/>
                </a:cubicBezTo>
                <a:cubicBezTo>
                  <a:pt x="351" y="292"/>
                  <a:pt x="351" y="285"/>
                  <a:pt x="355" y="281"/>
                </a:cubicBezTo>
                <a:cubicBezTo>
                  <a:pt x="359" y="277"/>
                  <a:pt x="366" y="277"/>
                  <a:pt x="370" y="281"/>
                </a:cubicBezTo>
                <a:cubicBezTo>
                  <a:pt x="413" y="323"/>
                  <a:pt x="413" y="323"/>
                  <a:pt x="413" y="323"/>
                </a:cubicBezTo>
                <a:cubicBezTo>
                  <a:pt x="414" y="324"/>
                  <a:pt x="415" y="326"/>
                  <a:pt x="415" y="327"/>
                </a:cubicBezTo>
                <a:cubicBezTo>
                  <a:pt x="416" y="330"/>
                  <a:pt x="416" y="332"/>
                  <a:pt x="415" y="335"/>
                </a:cubicBezTo>
                <a:cubicBezTo>
                  <a:pt x="415" y="336"/>
                  <a:pt x="414" y="338"/>
                  <a:pt x="413" y="339"/>
                </a:cubicBezTo>
                <a:cubicBezTo>
                  <a:pt x="370" y="381"/>
                  <a:pt x="370" y="381"/>
                  <a:pt x="370" y="381"/>
                </a:cubicBezTo>
                <a:cubicBezTo>
                  <a:pt x="368" y="383"/>
                  <a:pt x="365" y="384"/>
                  <a:pt x="363" y="384"/>
                </a:cubicBezTo>
                <a:cubicBezTo>
                  <a:pt x="360" y="384"/>
                  <a:pt x="357" y="383"/>
                  <a:pt x="355" y="381"/>
                </a:cubicBezTo>
                <a:cubicBezTo>
                  <a:pt x="351" y="377"/>
                  <a:pt x="351" y="370"/>
                  <a:pt x="355" y="366"/>
                </a:cubicBezTo>
                <a:cubicBezTo>
                  <a:pt x="380" y="342"/>
                  <a:pt x="380" y="342"/>
                  <a:pt x="380" y="342"/>
                </a:cubicBezTo>
                <a:cubicBezTo>
                  <a:pt x="352" y="342"/>
                  <a:pt x="352" y="342"/>
                  <a:pt x="352" y="342"/>
                </a:cubicBezTo>
                <a:cubicBezTo>
                  <a:pt x="311" y="342"/>
                  <a:pt x="287" y="311"/>
                  <a:pt x="270" y="289"/>
                </a:cubicBezTo>
                <a:cubicBezTo>
                  <a:pt x="266" y="284"/>
                  <a:pt x="262" y="280"/>
                  <a:pt x="259" y="276"/>
                </a:cubicBezTo>
                <a:cubicBezTo>
                  <a:pt x="256" y="273"/>
                  <a:pt x="256" y="273"/>
                  <a:pt x="256" y="273"/>
                </a:cubicBezTo>
                <a:cubicBezTo>
                  <a:pt x="253" y="276"/>
                  <a:pt x="253" y="276"/>
                  <a:pt x="253" y="276"/>
                </a:cubicBezTo>
                <a:cubicBezTo>
                  <a:pt x="250" y="280"/>
                  <a:pt x="246" y="284"/>
                  <a:pt x="242" y="289"/>
                </a:cubicBezTo>
                <a:cubicBezTo>
                  <a:pt x="225" y="311"/>
                  <a:pt x="201" y="342"/>
                  <a:pt x="160" y="342"/>
                </a:cubicBezTo>
                <a:cubicBezTo>
                  <a:pt x="107" y="342"/>
                  <a:pt x="107" y="342"/>
                  <a:pt x="107" y="342"/>
                </a:cubicBezTo>
                <a:cubicBezTo>
                  <a:pt x="101" y="342"/>
                  <a:pt x="96" y="337"/>
                  <a:pt x="96" y="331"/>
                </a:cubicBezTo>
                <a:cubicBezTo>
                  <a:pt x="96" y="325"/>
                  <a:pt x="101" y="320"/>
                  <a:pt x="107" y="320"/>
                </a:cubicBezTo>
                <a:cubicBezTo>
                  <a:pt x="160" y="320"/>
                  <a:pt x="160" y="320"/>
                  <a:pt x="160" y="320"/>
                </a:cubicBezTo>
                <a:cubicBezTo>
                  <a:pt x="191" y="320"/>
                  <a:pt x="209" y="297"/>
                  <a:pt x="225" y="276"/>
                </a:cubicBezTo>
                <a:cubicBezTo>
                  <a:pt x="230" y="271"/>
                  <a:pt x="234" y="266"/>
                  <a:pt x="237" y="261"/>
                </a:cubicBezTo>
                <a:cubicBezTo>
                  <a:pt x="242" y="256"/>
                  <a:pt x="242" y="256"/>
                  <a:pt x="242" y="256"/>
                </a:cubicBezTo>
                <a:cubicBezTo>
                  <a:pt x="237" y="251"/>
                  <a:pt x="237" y="251"/>
                  <a:pt x="237" y="251"/>
                </a:cubicBezTo>
                <a:cubicBezTo>
                  <a:pt x="234" y="247"/>
                  <a:pt x="230" y="242"/>
                  <a:pt x="225" y="237"/>
                </a:cubicBezTo>
                <a:cubicBezTo>
                  <a:pt x="209" y="216"/>
                  <a:pt x="191" y="192"/>
                  <a:pt x="160" y="192"/>
                </a:cubicBezTo>
                <a:cubicBezTo>
                  <a:pt x="107" y="192"/>
                  <a:pt x="107" y="192"/>
                  <a:pt x="107" y="192"/>
                </a:cubicBezTo>
                <a:cubicBezTo>
                  <a:pt x="101" y="192"/>
                  <a:pt x="96" y="188"/>
                  <a:pt x="96" y="182"/>
                </a:cubicBezTo>
                <a:cubicBezTo>
                  <a:pt x="96" y="176"/>
                  <a:pt x="101" y="171"/>
                  <a:pt x="107" y="171"/>
                </a:cubicBezTo>
                <a:cubicBezTo>
                  <a:pt x="160" y="171"/>
                  <a:pt x="160" y="171"/>
                  <a:pt x="160" y="171"/>
                </a:cubicBezTo>
                <a:cubicBezTo>
                  <a:pt x="201" y="171"/>
                  <a:pt x="225" y="201"/>
                  <a:pt x="242" y="223"/>
                </a:cubicBezTo>
                <a:cubicBezTo>
                  <a:pt x="246" y="228"/>
                  <a:pt x="250" y="233"/>
                  <a:pt x="253" y="237"/>
                </a:cubicBezTo>
                <a:cubicBezTo>
                  <a:pt x="256" y="240"/>
                  <a:pt x="256" y="240"/>
                  <a:pt x="256" y="240"/>
                </a:cubicBezTo>
                <a:cubicBezTo>
                  <a:pt x="259" y="237"/>
                  <a:pt x="259" y="237"/>
                  <a:pt x="259" y="237"/>
                </a:cubicBezTo>
                <a:cubicBezTo>
                  <a:pt x="262" y="233"/>
                  <a:pt x="266" y="228"/>
                  <a:pt x="270" y="223"/>
                </a:cubicBezTo>
                <a:cubicBezTo>
                  <a:pt x="287" y="201"/>
                  <a:pt x="311" y="171"/>
                  <a:pt x="352" y="171"/>
                </a:cubicBezTo>
                <a:cubicBezTo>
                  <a:pt x="380" y="171"/>
                  <a:pt x="380" y="171"/>
                  <a:pt x="380" y="171"/>
                </a:cubicBezTo>
                <a:cubicBezTo>
                  <a:pt x="355" y="147"/>
                  <a:pt x="355" y="147"/>
                  <a:pt x="355" y="147"/>
                </a:cubicBezTo>
                <a:cubicBezTo>
                  <a:pt x="351" y="142"/>
                  <a:pt x="351" y="136"/>
                  <a:pt x="355" y="131"/>
                </a:cubicBezTo>
                <a:cubicBezTo>
                  <a:pt x="359" y="127"/>
                  <a:pt x="366" y="127"/>
                  <a:pt x="370" y="131"/>
                </a:cubicBezTo>
                <a:cubicBezTo>
                  <a:pt x="413" y="174"/>
                  <a:pt x="413" y="174"/>
                  <a:pt x="413" y="174"/>
                </a:cubicBezTo>
                <a:cubicBezTo>
                  <a:pt x="414" y="175"/>
                  <a:pt x="415" y="176"/>
                  <a:pt x="415" y="178"/>
                </a:cubicBezTo>
                <a:cubicBezTo>
                  <a:pt x="416" y="180"/>
                  <a:pt x="416" y="183"/>
                  <a:pt x="415" y="186"/>
                </a:cubicBezTo>
                <a:cubicBezTo>
                  <a:pt x="415" y="187"/>
                  <a:pt x="414" y="188"/>
                  <a:pt x="413" y="189"/>
                </a:cubicBezTo>
                <a:cubicBezTo>
                  <a:pt x="370" y="232"/>
                  <a:pt x="370" y="232"/>
                  <a:pt x="370" y="232"/>
                </a:cubicBezTo>
                <a:cubicBezTo>
                  <a:pt x="368" y="234"/>
                  <a:pt x="365" y="235"/>
                  <a:pt x="363" y="235"/>
                </a:cubicBezTo>
                <a:cubicBezTo>
                  <a:pt x="360" y="235"/>
                  <a:pt x="357" y="234"/>
                  <a:pt x="355" y="232"/>
                </a:cubicBezTo>
                <a:cubicBezTo>
                  <a:pt x="351" y="228"/>
                  <a:pt x="351" y="221"/>
                  <a:pt x="355" y="217"/>
                </a:cubicBezTo>
                <a:cubicBezTo>
                  <a:pt x="380" y="192"/>
                  <a:pt x="380" y="192"/>
                  <a:pt x="380" y="192"/>
                </a:cubicBezTo>
                <a:lnTo>
                  <a:pt x="352" y="192"/>
                </a:lnTo>
                <a:close/>
              </a:path>
            </a:pathLst>
          </a:custGeom>
          <a:solidFill>
            <a:srgbClr val="00A3E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200"/>
          </a:p>
        </p:txBody>
      </p:sp>
      <p:sp>
        <p:nvSpPr>
          <p:cNvPr id="117" name="General_Fill_9">
            <a:extLst>
              <a:ext uri="{FF2B5EF4-FFF2-40B4-BE49-F238E27FC236}">
                <a16:creationId xmlns:a16="http://schemas.microsoft.com/office/drawing/2014/main" id="{EFCEBC2D-7BC6-4738-AF63-96E5E49736A2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4460464" y="1356380"/>
            <a:ext cx="635000" cy="635000"/>
          </a:xfrm>
          <a:custGeom>
            <a:avLst/>
            <a:gdLst>
              <a:gd name="T0" fmla="*/ 256 w 512"/>
              <a:gd name="T1" fmla="*/ 0 h 512"/>
              <a:gd name="T2" fmla="*/ 0 w 512"/>
              <a:gd name="T3" fmla="*/ 256 h 512"/>
              <a:gd name="T4" fmla="*/ 256 w 512"/>
              <a:gd name="T5" fmla="*/ 512 h 512"/>
              <a:gd name="T6" fmla="*/ 512 w 512"/>
              <a:gd name="T7" fmla="*/ 256 h 512"/>
              <a:gd name="T8" fmla="*/ 256 w 512"/>
              <a:gd name="T9" fmla="*/ 0 h 512"/>
              <a:gd name="T10" fmla="*/ 149 w 512"/>
              <a:gd name="T11" fmla="*/ 362 h 512"/>
              <a:gd name="T12" fmla="*/ 128 w 512"/>
              <a:gd name="T13" fmla="*/ 362 h 512"/>
              <a:gd name="T14" fmla="*/ 117 w 512"/>
              <a:gd name="T15" fmla="*/ 352 h 512"/>
              <a:gd name="T16" fmla="*/ 128 w 512"/>
              <a:gd name="T17" fmla="*/ 341 h 512"/>
              <a:gd name="T18" fmla="*/ 149 w 512"/>
              <a:gd name="T19" fmla="*/ 341 h 512"/>
              <a:gd name="T20" fmla="*/ 160 w 512"/>
              <a:gd name="T21" fmla="*/ 352 h 512"/>
              <a:gd name="T22" fmla="*/ 149 w 512"/>
              <a:gd name="T23" fmla="*/ 362 h 512"/>
              <a:gd name="T24" fmla="*/ 149 w 512"/>
              <a:gd name="T25" fmla="*/ 298 h 512"/>
              <a:gd name="T26" fmla="*/ 128 w 512"/>
              <a:gd name="T27" fmla="*/ 298 h 512"/>
              <a:gd name="T28" fmla="*/ 117 w 512"/>
              <a:gd name="T29" fmla="*/ 288 h 512"/>
              <a:gd name="T30" fmla="*/ 128 w 512"/>
              <a:gd name="T31" fmla="*/ 277 h 512"/>
              <a:gd name="T32" fmla="*/ 149 w 512"/>
              <a:gd name="T33" fmla="*/ 277 h 512"/>
              <a:gd name="T34" fmla="*/ 160 w 512"/>
              <a:gd name="T35" fmla="*/ 288 h 512"/>
              <a:gd name="T36" fmla="*/ 149 w 512"/>
              <a:gd name="T37" fmla="*/ 298 h 512"/>
              <a:gd name="T38" fmla="*/ 149 w 512"/>
              <a:gd name="T39" fmla="*/ 234 h 512"/>
              <a:gd name="T40" fmla="*/ 128 w 512"/>
              <a:gd name="T41" fmla="*/ 234 h 512"/>
              <a:gd name="T42" fmla="*/ 117 w 512"/>
              <a:gd name="T43" fmla="*/ 224 h 512"/>
              <a:gd name="T44" fmla="*/ 128 w 512"/>
              <a:gd name="T45" fmla="*/ 213 h 512"/>
              <a:gd name="T46" fmla="*/ 149 w 512"/>
              <a:gd name="T47" fmla="*/ 213 h 512"/>
              <a:gd name="T48" fmla="*/ 160 w 512"/>
              <a:gd name="T49" fmla="*/ 224 h 512"/>
              <a:gd name="T50" fmla="*/ 149 w 512"/>
              <a:gd name="T51" fmla="*/ 234 h 512"/>
              <a:gd name="T52" fmla="*/ 149 w 512"/>
              <a:gd name="T53" fmla="*/ 170 h 512"/>
              <a:gd name="T54" fmla="*/ 128 w 512"/>
              <a:gd name="T55" fmla="*/ 170 h 512"/>
              <a:gd name="T56" fmla="*/ 117 w 512"/>
              <a:gd name="T57" fmla="*/ 160 h 512"/>
              <a:gd name="T58" fmla="*/ 128 w 512"/>
              <a:gd name="T59" fmla="*/ 149 h 512"/>
              <a:gd name="T60" fmla="*/ 149 w 512"/>
              <a:gd name="T61" fmla="*/ 149 h 512"/>
              <a:gd name="T62" fmla="*/ 160 w 512"/>
              <a:gd name="T63" fmla="*/ 160 h 512"/>
              <a:gd name="T64" fmla="*/ 149 w 512"/>
              <a:gd name="T65" fmla="*/ 170 h 512"/>
              <a:gd name="T66" fmla="*/ 384 w 512"/>
              <a:gd name="T67" fmla="*/ 362 h 512"/>
              <a:gd name="T68" fmla="*/ 202 w 512"/>
              <a:gd name="T69" fmla="*/ 362 h 512"/>
              <a:gd name="T70" fmla="*/ 192 w 512"/>
              <a:gd name="T71" fmla="*/ 352 h 512"/>
              <a:gd name="T72" fmla="*/ 202 w 512"/>
              <a:gd name="T73" fmla="*/ 341 h 512"/>
              <a:gd name="T74" fmla="*/ 384 w 512"/>
              <a:gd name="T75" fmla="*/ 341 h 512"/>
              <a:gd name="T76" fmla="*/ 394 w 512"/>
              <a:gd name="T77" fmla="*/ 352 h 512"/>
              <a:gd name="T78" fmla="*/ 384 w 512"/>
              <a:gd name="T79" fmla="*/ 362 h 512"/>
              <a:gd name="T80" fmla="*/ 384 w 512"/>
              <a:gd name="T81" fmla="*/ 298 h 512"/>
              <a:gd name="T82" fmla="*/ 202 w 512"/>
              <a:gd name="T83" fmla="*/ 298 h 512"/>
              <a:gd name="T84" fmla="*/ 192 w 512"/>
              <a:gd name="T85" fmla="*/ 288 h 512"/>
              <a:gd name="T86" fmla="*/ 202 w 512"/>
              <a:gd name="T87" fmla="*/ 277 h 512"/>
              <a:gd name="T88" fmla="*/ 384 w 512"/>
              <a:gd name="T89" fmla="*/ 277 h 512"/>
              <a:gd name="T90" fmla="*/ 394 w 512"/>
              <a:gd name="T91" fmla="*/ 288 h 512"/>
              <a:gd name="T92" fmla="*/ 384 w 512"/>
              <a:gd name="T93" fmla="*/ 298 h 512"/>
              <a:gd name="T94" fmla="*/ 384 w 512"/>
              <a:gd name="T95" fmla="*/ 234 h 512"/>
              <a:gd name="T96" fmla="*/ 202 w 512"/>
              <a:gd name="T97" fmla="*/ 234 h 512"/>
              <a:gd name="T98" fmla="*/ 192 w 512"/>
              <a:gd name="T99" fmla="*/ 224 h 512"/>
              <a:gd name="T100" fmla="*/ 202 w 512"/>
              <a:gd name="T101" fmla="*/ 213 h 512"/>
              <a:gd name="T102" fmla="*/ 384 w 512"/>
              <a:gd name="T103" fmla="*/ 213 h 512"/>
              <a:gd name="T104" fmla="*/ 394 w 512"/>
              <a:gd name="T105" fmla="*/ 224 h 512"/>
              <a:gd name="T106" fmla="*/ 384 w 512"/>
              <a:gd name="T107" fmla="*/ 234 h 512"/>
              <a:gd name="T108" fmla="*/ 384 w 512"/>
              <a:gd name="T109" fmla="*/ 170 h 512"/>
              <a:gd name="T110" fmla="*/ 202 w 512"/>
              <a:gd name="T111" fmla="*/ 170 h 512"/>
              <a:gd name="T112" fmla="*/ 192 w 512"/>
              <a:gd name="T113" fmla="*/ 160 h 512"/>
              <a:gd name="T114" fmla="*/ 202 w 512"/>
              <a:gd name="T115" fmla="*/ 149 h 512"/>
              <a:gd name="T116" fmla="*/ 384 w 512"/>
              <a:gd name="T117" fmla="*/ 149 h 512"/>
              <a:gd name="T118" fmla="*/ 394 w 512"/>
              <a:gd name="T119" fmla="*/ 160 h 512"/>
              <a:gd name="T120" fmla="*/ 384 w 512"/>
              <a:gd name="T121" fmla="*/ 170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512" h="512">
                <a:moveTo>
                  <a:pt x="256" y="0"/>
                </a:moveTo>
                <a:cubicBezTo>
                  <a:pt x="114" y="0"/>
                  <a:pt x="0" y="114"/>
                  <a:pt x="0" y="256"/>
                </a:cubicBezTo>
                <a:cubicBezTo>
                  <a:pt x="0" y="397"/>
                  <a:pt x="114" y="512"/>
                  <a:pt x="256" y="512"/>
                </a:cubicBezTo>
                <a:cubicBezTo>
                  <a:pt x="397" y="512"/>
                  <a:pt x="512" y="397"/>
                  <a:pt x="512" y="256"/>
                </a:cubicBezTo>
                <a:cubicBezTo>
                  <a:pt x="512" y="114"/>
                  <a:pt x="397" y="0"/>
                  <a:pt x="256" y="0"/>
                </a:cubicBezTo>
                <a:close/>
                <a:moveTo>
                  <a:pt x="149" y="362"/>
                </a:moveTo>
                <a:cubicBezTo>
                  <a:pt x="128" y="362"/>
                  <a:pt x="128" y="362"/>
                  <a:pt x="128" y="362"/>
                </a:cubicBezTo>
                <a:cubicBezTo>
                  <a:pt x="122" y="362"/>
                  <a:pt x="117" y="358"/>
                  <a:pt x="117" y="352"/>
                </a:cubicBezTo>
                <a:cubicBezTo>
                  <a:pt x="117" y="346"/>
                  <a:pt x="122" y="341"/>
                  <a:pt x="128" y="341"/>
                </a:cubicBezTo>
                <a:cubicBezTo>
                  <a:pt x="149" y="341"/>
                  <a:pt x="149" y="341"/>
                  <a:pt x="149" y="341"/>
                </a:cubicBezTo>
                <a:cubicBezTo>
                  <a:pt x="155" y="341"/>
                  <a:pt x="160" y="346"/>
                  <a:pt x="160" y="352"/>
                </a:cubicBezTo>
                <a:cubicBezTo>
                  <a:pt x="160" y="358"/>
                  <a:pt x="155" y="362"/>
                  <a:pt x="149" y="362"/>
                </a:cubicBezTo>
                <a:close/>
                <a:moveTo>
                  <a:pt x="149" y="298"/>
                </a:moveTo>
                <a:cubicBezTo>
                  <a:pt x="128" y="298"/>
                  <a:pt x="128" y="298"/>
                  <a:pt x="128" y="298"/>
                </a:cubicBezTo>
                <a:cubicBezTo>
                  <a:pt x="122" y="298"/>
                  <a:pt x="117" y="294"/>
                  <a:pt x="117" y="288"/>
                </a:cubicBezTo>
                <a:cubicBezTo>
                  <a:pt x="117" y="282"/>
                  <a:pt x="122" y="277"/>
                  <a:pt x="128" y="277"/>
                </a:cubicBezTo>
                <a:cubicBezTo>
                  <a:pt x="149" y="277"/>
                  <a:pt x="149" y="277"/>
                  <a:pt x="149" y="277"/>
                </a:cubicBezTo>
                <a:cubicBezTo>
                  <a:pt x="155" y="277"/>
                  <a:pt x="160" y="282"/>
                  <a:pt x="160" y="288"/>
                </a:cubicBezTo>
                <a:cubicBezTo>
                  <a:pt x="160" y="294"/>
                  <a:pt x="155" y="298"/>
                  <a:pt x="149" y="298"/>
                </a:cubicBezTo>
                <a:close/>
                <a:moveTo>
                  <a:pt x="149" y="234"/>
                </a:moveTo>
                <a:cubicBezTo>
                  <a:pt x="128" y="234"/>
                  <a:pt x="128" y="234"/>
                  <a:pt x="128" y="234"/>
                </a:cubicBezTo>
                <a:cubicBezTo>
                  <a:pt x="122" y="234"/>
                  <a:pt x="117" y="230"/>
                  <a:pt x="117" y="224"/>
                </a:cubicBezTo>
                <a:cubicBezTo>
                  <a:pt x="117" y="218"/>
                  <a:pt x="122" y="213"/>
                  <a:pt x="128" y="213"/>
                </a:cubicBezTo>
                <a:cubicBezTo>
                  <a:pt x="149" y="213"/>
                  <a:pt x="149" y="213"/>
                  <a:pt x="149" y="213"/>
                </a:cubicBezTo>
                <a:cubicBezTo>
                  <a:pt x="155" y="213"/>
                  <a:pt x="160" y="218"/>
                  <a:pt x="160" y="224"/>
                </a:cubicBezTo>
                <a:cubicBezTo>
                  <a:pt x="160" y="230"/>
                  <a:pt x="155" y="234"/>
                  <a:pt x="149" y="234"/>
                </a:cubicBezTo>
                <a:close/>
                <a:moveTo>
                  <a:pt x="149" y="170"/>
                </a:moveTo>
                <a:cubicBezTo>
                  <a:pt x="128" y="170"/>
                  <a:pt x="128" y="170"/>
                  <a:pt x="128" y="170"/>
                </a:cubicBezTo>
                <a:cubicBezTo>
                  <a:pt x="122" y="170"/>
                  <a:pt x="117" y="166"/>
                  <a:pt x="117" y="160"/>
                </a:cubicBezTo>
                <a:cubicBezTo>
                  <a:pt x="117" y="154"/>
                  <a:pt x="122" y="149"/>
                  <a:pt x="128" y="149"/>
                </a:cubicBezTo>
                <a:cubicBezTo>
                  <a:pt x="149" y="149"/>
                  <a:pt x="149" y="149"/>
                  <a:pt x="149" y="149"/>
                </a:cubicBezTo>
                <a:cubicBezTo>
                  <a:pt x="155" y="149"/>
                  <a:pt x="160" y="154"/>
                  <a:pt x="160" y="160"/>
                </a:cubicBezTo>
                <a:cubicBezTo>
                  <a:pt x="160" y="166"/>
                  <a:pt x="155" y="170"/>
                  <a:pt x="149" y="170"/>
                </a:cubicBezTo>
                <a:close/>
                <a:moveTo>
                  <a:pt x="384" y="362"/>
                </a:moveTo>
                <a:cubicBezTo>
                  <a:pt x="202" y="362"/>
                  <a:pt x="202" y="362"/>
                  <a:pt x="202" y="362"/>
                </a:cubicBezTo>
                <a:cubicBezTo>
                  <a:pt x="196" y="362"/>
                  <a:pt x="192" y="358"/>
                  <a:pt x="192" y="352"/>
                </a:cubicBezTo>
                <a:cubicBezTo>
                  <a:pt x="192" y="346"/>
                  <a:pt x="196" y="341"/>
                  <a:pt x="202" y="341"/>
                </a:cubicBezTo>
                <a:cubicBezTo>
                  <a:pt x="384" y="341"/>
                  <a:pt x="384" y="341"/>
                  <a:pt x="384" y="341"/>
                </a:cubicBezTo>
                <a:cubicBezTo>
                  <a:pt x="390" y="341"/>
                  <a:pt x="394" y="346"/>
                  <a:pt x="394" y="352"/>
                </a:cubicBezTo>
                <a:cubicBezTo>
                  <a:pt x="394" y="358"/>
                  <a:pt x="390" y="362"/>
                  <a:pt x="384" y="362"/>
                </a:cubicBezTo>
                <a:close/>
                <a:moveTo>
                  <a:pt x="384" y="298"/>
                </a:moveTo>
                <a:cubicBezTo>
                  <a:pt x="202" y="298"/>
                  <a:pt x="202" y="298"/>
                  <a:pt x="202" y="298"/>
                </a:cubicBezTo>
                <a:cubicBezTo>
                  <a:pt x="196" y="298"/>
                  <a:pt x="192" y="294"/>
                  <a:pt x="192" y="288"/>
                </a:cubicBezTo>
                <a:cubicBezTo>
                  <a:pt x="192" y="282"/>
                  <a:pt x="196" y="277"/>
                  <a:pt x="202" y="277"/>
                </a:cubicBezTo>
                <a:cubicBezTo>
                  <a:pt x="384" y="277"/>
                  <a:pt x="384" y="277"/>
                  <a:pt x="384" y="277"/>
                </a:cubicBezTo>
                <a:cubicBezTo>
                  <a:pt x="390" y="277"/>
                  <a:pt x="394" y="282"/>
                  <a:pt x="394" y="288"/>
                </a:cubicBezTo>
                <a:cubicBezTo>
                  <a:pt x="394" y="294"/>
                  <a:pt x="390" y="298"/>
                  <a:pt x="384" y="298"/>
                </a:cubicBezTo>
                <a:close/>
                <a:moveTo>
                  <a:pt x="384" y="234"/>
                </a:moveTo>
                <a:cubicBezTo>
                  <a:pt x="202" y="234"/>
                  <a:pt x="202" y="234"/>
                  <a:pt x="202" y="234"/>
                </a:cubicBezTo>
                <a:cubicBezTo>
                  <a:pt x="196" y="234"/>
                  <a:pt x="192" y="230"/>
                  <a:pt x="192" y="224"/>
                </a:cubicBezTo>
                <a:cubicBezTo>
                  <a:pt x="192" y="218"/>
                  <a:pt x="196" y="213"/>
                  <a:pt x="202" y="213"/>
                </a:cubicBezTo>
                <a:cubicBezTo>
                  <a:pt x="384" y="213"/>
                  <a:pt x="384" y="213"/>
                  <a:pt x="384" y="213"/>
                </a:cubicBezTo>
                <a:cubicBezTo>
                  <a:pt x="390" y="213"/>
                  <a:pt x="394" y="218"/>
                  <a:pt x="394" y="224"/>
                </a:cubicBezTo>
                <a:cubicBezTo>
                  <a:pt x="394" y="230"/>
                  <a:pt x="390" y="234"/>
                  <a:pt x="384" y="234"/>
                </a:cubicBezTo>
                <a:close/>
                <a:moveTo>
                  <a:pt x="384" y="170"/>
                </a:moveTo>
                <a:cubicBezTo>
                  <a:pt x="202" y="170"/>
                  <a:pt x="202" y="170"/>
                  <a:pt x="202" y="170"/>
                </a:cubicBezTo>
                <a:cubicBezTo>
                  <a:pt x="196" y="170"/>
                  <a:pt x="192" y="166"/>
                  <a:pt x="192" y="160"/>
                </a:cubicBezTo>
                <a:cubicBezTo>
                  <a:pt x="192" y="154"/>
                  <a:pt x="196" y="149"/>
                  <a:pt x="202" y="149"/>
                </a:cubicBezTo>
                <a:cubicBezTo>
                  <a:pt x="384" y="149"/>
                  <a:pt x="384" y="149"/>
                  <a:pt x="384" y="149"/>
                </a:cubicBezTo>
                <a:cubicBezTo>
                  <a:pt x="390" y="149"/>
                  <a:pt x="394" y="154"/>
                  <a:pt x="394" y="160"/>
                </a:cubicBezTo>
                <a:cubicBezTo>
                  <a:pt x="394" y="166"/>
                  <a:pt x="390" y="170"/>
                  <a:pt x="384" y="170"/>
                </a:cubicBezTo>
                <a:close/>
              </a:path>
            </a:pathLst>
          </a:custGeom>
          <a:solidFill>
            <a:srgbClr val="00A3E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200"/>
          </a:p>
        </p:txBody>
      </p:sp>
      <p:sp>
        <p:nvSpPr>
          <p:cNvPr id="122" name="Manufacturing_Fill_12">
            <a:extLst>
              <a:ext uri="{FF2B5EF4-FFF2-40B4-BE49-F238E27FC236}">
                <a16:creationId xmlns:a16="http://schemas.microsoft.com/office/drawing/2014/main" id="{354B2B2B-35A0-4B87-B71C-A269E7194429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11132198" y="1398713"/>
            <a:ext cx="635000" cy="635000"/>
          </a:xfrm>
          <a:custGeom>
            <a:avLst/>
            <a:gdLst>
              <a:gd name="T0" fmla="*/ 288 w 512"/>
              <a:gd name="T1" fmla="*/ 266 h 512"/>
              <a:gd name="T2" fmla="*/ 373 w 512"/>
              <a:gd name="T3" fmla="*/ 266 h 512"/>
              <a:gd name="T4" fmla="*/ 373 w 512"/>
              <a:gd name="T5" fmla="*/ 352 h 512"/>
              <a:gd name="T6" fmla="*/ 138 w 512"/>
              <a:gd name="T7" fmla="*/ 352 h 512"/>
              <a:gd name="T8" fmla="*/ 138 w 512"/>
              <a:gd name="T9" fmla="*/ 266 h 512"/>
              <a:gd name="T10" fmla="*/ 224 w 512"/>
              <a:gd name="T11" fmla="*/ 266 h 512"/>
              <a:gd name="T12" fmla="*/ 224 w 512"/>
              <a:gd name="T13" fmla="*/ 277 h 512"/>
              <a:gd name="T14" fmla="*/ 234 w 512"/>
              <a:gd name="T15" fmla="*/ 288 h 512"/>
              <a:gd name="T16" fmla="*/ 277 w 512"/>
              <a:gd name="T17" fmla="*/ 288 h 512"/>
              <a:gd name="T18" fmla="*/ 288 w 512"/>
              <a:gd name="T19" fmla="*/ 277 h 512"/>
              <a:gd name="T20" fmla="*/ 288 w 512"/>
              <a:gd name="T21" fmla="*/ 266 h 512"/>
              <a:gd name="T22" fmla="*/ 245 w 512"/>
              <a:gd name="T23" fmla="*/ 245 h 512"/>
              <a:gd name="T24" fmla="*/ 245 w 512"/>
              <a:gd name="T25" fmla="*/ 266 h 512"/>
              <a:gd name="T26" fmla="*/ 266 w 512"/>
              <a:gd name="T27" fmla="*/ 266 h 512"/>
              <a:gd name="T28" fmla="*/ 266 w 512"/>
              <a:gd name="T29" fmla="*/ 245 h 512"/>
              <a:gd name="T30" fmla="*/ 245 w 512"/>
              <a:gd name="T31" fmla="*/ 245 h 512"/>
              <a:gd name="T32" fmla="*/ 288 w 512"/>
              <a:gd name="T33" fmla="*/ 160 h 512"/>
              <a:gd name="T34" fmla="*/ 224 w 512"/>
              <a:gd name="T35" fmla="*/ 160 h 512"/>
              <a:gd name="T36" fmla="*/ 202 w 512"/>
              <a:gd name="T37" fmla="*/ 181 h 512"/>
              <a:gd name="T38" fmla="*/ 309 w 512"/>
              <a:gd name="T39" fmla="*/ 181 h 512"/>
              <a:gd name="T40" fmla="*/ 288 w 512"/>
              <a:gd name="T41" fmla="*/ 160 h 512"/>
              <a:gd name="T42" fmla="*/ 512 w 512"/>
              <a:gd name="T43" fmla="*/ 256 h 512"/>
              <a:gd name="T44" fmla="*/ 256 w 512"/>
              <a:gd name="T45" fmla="*/ 512 h 512"/>
              <a:gd name="T46" fmla="*/ 0 w 512"/>
              <a:gd name="T47" fmla="*/ 256 h 512"/>
              <a:gd name="T48" fmla="*/ 256 w 512"/>
              <a:gd name="T49" fmla="*/ 0 h 512"/>
              <a:gd name="T50" fmla="*/ 512 w 512"/>
              <a:gd name="T51" fmla="*/ 256 h 512"/>
              <a:gd name="T52" fmla="*/ 416 w 512"/>
              <a:gd name="T53" fmla="*/ 192 h 512"/>
              <a:gd name="T54" fmla="*/ 405 w 512"/>
              <a:gd name="T55" fmla="*/ 181 h 512"/>
              <a:gd name="T56" fmla="*/ 330 w 512"/>
              <a:gd name="T57" fmla="*/ 181 h 512"/>
              <a:gd name="T58" fmla="*/ 288 w 512"/>
              <a:gd name="T59" fmla="*/ 138 h 512"/>
              <a:gd name="T60" fmla="*/ 224 w 512"/>
              <a:gd name="T61" fmla="*/ 138 h 512"/>
              <a:gd name="T62" fmla="*/ 181 w 512"/>
              <a:gd name="T63" fmla="*/ 181 h 512"/>
              <a:gd name="T64" fmla="*/ 106 w 512"/>
              <a:gd name="T65" fmla="*/ 181 h 512"/>
              <a:gd name="T66" fmla="*/ 96 w 512"/>
              <a:gd name="T67" fmla="*/ 192 h 512"/>
              <a:gd name="T68" fmla="*/ 96 w 512"/>
              <a:gd name="T69" fmla="*/ 256 h 512"/>
              <a:gd name="T70" fmla="*/ 106 w 512"/>
              <a:gd name="T71" fmla="*/ 266 h 512"/>
              <a:gd name="T72" fmla="*/ 117 w 512"/>
              <a:gd name="T73" fmla="*/ 266 h 512"/>
              <a:gd name="T74" fmla="*/ 117 w 512"/>
              <a:gd name="T75" fmla="*/ 362 h 512"/>
              <a:gd name="T76" fmla="*/ 128 w 512"/>
              <a:gd name="T77" fmla="*/ 373 h 512"/>
              <a:gd name="T78" fmla="*/ 384 w 512"/>
              <a:gd name="T79" fmla="*/ 373 h 512"/>
              <a:gd name="T80" fmla="*/ 394 w 512"/>
              <a:gd name="T81" fmla="*/ 362 h 512"/>
              <a:gd name="T82" fmla="*/ 394 w 512"/>
              <a:gd name="T83" fmla="*/ 266 h 512"/>
              <a:gd name="T84" fmla="*/ 405 w 512"/>
              <a:gd name="T85" fmla="*/ 266 h 512"/>
              <a:gd name="T86" fmla="*/ 416 w 512"/>
              <a:gd name="T87" fmla="*/ 256 h 512"/>
              <a:gd name="T88" fmla="*/ 416 w 512"/>
              <a:gd name="T89" fmla="*/ 192 h 512"/>
              <a:gd name="T90" fmla="*/ 117 w 512"/>
              <a:gd name="T91" fmla="*/ 245 h 512"/>
              <a:gd name="T92" fmla="*/ 224 w 512"/>
              <a:gd name="T93" fmla="*/ 245 h 512"/>
              <a:gd name="T94" fmla="*/ 224 w 512"/>
              <a:gd name="T95" fmla="*/ 234 h 512"/>
              <a:gd name="T96" fmla="*/ 234 w 512"/>
              <a:gd name="T97" fmla="*/ 224 h 512"/>
              <a:gd name="T98" fmla="*/ 277 w 512"/>
              <a:gd name="T99" fmla="*/ 224 h 512"/>
              <a:gd name="T100" fmla="*/ 288 w 512"/>
              <a:gd name="T101" fmla="*/ 234 h 512"/>
              <a:gd name="T102" fmla="*/ 288 w 512"/>
              <a:gd name="T103" fmla="*/ 245 h 512"/>
              <a:gd name="T104" fmla="*/ 394 w 512"/>
              <a:gd name="T105" fmla="*/ 245 h 512"/>
              <a:gd name="T106" fmla="*/ 394 w 512"/>
              <a:gd name="T107" fmla="*/ 202 h 512"/>
              <a:gd name="T108" fmla="*/ 117 w 512"/>
              <a:gd name="T109" fmla="*/ 202 h 512"/>
              <a:gd name="T110" fmla="*/ 117 w 512"/>
              <a:gd name="T111" fmla="*/ 245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512" h="512">
                <a:moveTo>
                  <a:pt x="288" y="266"/>
                </a:moveTo>
                <a:cubicBezTo>
                  <a:pt x="373" y="266"/>
                  <a:pt x="373" y="266"/>
                  <a:pt x="373" y="266"/>
                </a:cubicBezTo>
                <a:cubicBezTo>
                  <a:pt x="373" y="352"/>
                  <a:pt x="373" y="352"/>
                  <a:pt x="373" y="352"/>
                </a:cubicBezTo>
                <a:cubicBezTo>
                  <a:pt x="138" y="352"/>
                  <a:pt x="138" y="352"/>
                  <a:pt x="138" y="352"/>
                </a:cubicBezTo>
                <a:cubicBezTo>
                  <a:pt x="138" y="266"/>
                  <a:pt x="138" y="266"/>
                  <a:pt x="138" y="266"/>
                </a:cubicBezTo>
                <a:cubicBezTo>
                  <a:pt x="224" y="266"/>
                  <a:pt x="224" y="266"/>
                  <a:pt x="224" y="266"/>
                </a:cubicBezTo>
                <a:cubicBezTo>
                  <a:pt x="224" y="277"/>
                  <a:pt x="224" y="277"/>
                  <a:pt x="224" y="277"/>
                </a:cubicBezTo>
                <a:cubicBezTo>
                  <a:pt x="224" y="283"/>
                  <a:pt x="228" y="288"/>
                  <a:pt x="234" y="288"/>
                </a:cubicBezTo>
                <a:cubicBezTo>
                  <a:pt x="277" y="288"/>
                  <a:pt x="277" y="288"/>
                  <a:pt x="277" y="288"/>
                </a:cubicBezTo>
                <a:cubicBezTo>
                  <a:pt x="283" y="288"/>
                  <a:pt x="288" y="283"/>
                  <a:pt x="288" y="277"/>
                </a:cubicBezTo>
                <a:lnTo>
                  <a:pt x="288" y="266"/>
                </a:lnTo>
                <a:close/>
                <a:moveTo>
                  <a:pt x="245" y="245"/>
                </a:moveTo>
                <a:cubicBezTo>
                  <a:pt x="245" y="266"/>
                  <a:pt x="245" y="266"/>
                  <a:pt x="245" y="266"/>
                </a:cubicBezTo>
                <a:cubicBezTo>
                  <a:pt x="266" y="266"/>
                  <a:pt x="266" y="266"/>
                  <a:pt x="266" y="266"/>
                </a:cubicBezTo>
                <a:cubicBezTo>
                  <a:pt x="266" y="245"/>
                  <a:pt x="266" y="245"/>
                  <a:pt x="266" y="245"/>
                </a:cubicBezTo>
                <a:lnTo>
                  <a:pt x="245" y="245"/>
                </a:lnTo>
                <a:close/>
                <a:moveTo>
                  <a:pt x="288" y="160"/>
                </a:moveTo>
                <a:cubicBezTo>
                  <a:pt x="224" y="160"/>
                  <a:pt x="224" y="160"/>
                  <a:pt x="224" y="160"/>
                </a:cubicBezTo>
                <a:cubicBezTo>
                  <a:pt x="212" y="160"/>
                  <a:pt x="202" y="169"/>
                  <a:pt x="202" y="181"/>
                </a:cubicBezTo>
                <a:cubicBezTo>
                  <a:pt x="309" y="181"/>
                  <a:pt x="309" y="181"/>
                  <a:pt x="309" y="181"/>
                </a:cubicBezTo>
                <a:cubicBezTo>
                  <a:pt x="309" y="169"/>
                  <a:pt x="299" y="160"/>
                  <a:pt x="288" y="160"/>
                </a:cubicBezTo>
                <a:close/>
                <a:moveTo>
                  <a:pt x="512" y="256"/>
                </a:moveTo>
                <a:cubicBezTo>
                  <a:pt x="512" y="397"/>
                  <a:pt x="397" y="512"/>
                  <a:pt x="256" y="512"/>
                </a:cubicBezTo>
                <a:cubicBezTo>
                  <a:pt x="114" y="512"/>
                  <a:pt x="0" y="397"/>
                  <a:pt x="0" y="256"/>
                </a:cubicBezTo>
                <a:cubicBezTo>
                  <a:pt x="0" y="114"/>
                  <a:pt x="114" y="0"/>
                  <a:pt x="256" y="0"/>
                </a:cubicBezTo>
                <a:cubicBezTo>
                  <a:pt x="397" y="0"/>
                  <a:pt x="512" y="114"/>
                  <a:pt x="512" y="256"/>
                </a:cubicBezTo>
                <a:close/>
                <a:moveTo>
                  <a:pt x="416" y="192"/>
                </a:moveTo>
                <a:cubicBezTo>
                  <a:pt x="416" y="186"/>
                  <a:pt x="411" y="181"/>
                  <a:pt x="405" y="181"/>
                </a:cubicBezTo>
                <a:cubicBezTo>
                  <a:pt x="330" y="181"/>
                  <a:pt x="330" y="181"/>
                  <a:pt x="330" y="181"/>
                </a:cubicBezTo>
                <a:cubicBezTo>
                  <a:pt x="330" y="157"/>
                  <a:pt x="311" y="138"/>
                  <a:pt x="288" y="138"/>
                </a:cubicBezTo>
                <a:cubicBezTo>
                  <a:pt x="224" y="138"/>
                  <a:pt x="224" y="138"/>
                  <a:pt x="224" y="138"/>
                </a:cubicBezTo>
                <a:cubicBezTo>
                  <a:pt x="200" y="138"/>
                  <a:pt x="181" y="157"/>
                  <a:pt x="181" y="181"/>
                </a:cubicBezTo>
                <a:cubicBezTo>
                  <a:pt x="106" y="181"/>
                  <a:pt x="106" y="181"/>
                  <a:pt x="106" y="181"/>
                </a:cubicBezTo>
                <a:cubicBezTo>
                  <a:pt x="100" y="181"/>
                  <a:pt x="96" y="186"/>
                  <a:pt x="96" y="192"/>
                </a:cubicBezTo>
                <a:cubicBezTo>
                  <a:pt x="96" y="256"/>
                  <a:pt x="96" y="256"/>
                  <a:pt x="96" y="256"/>
                </a:cubicBezTo>
                <a:cubicBezTo>
                  <a:pt x="96" y="262"/>
                  <a:pt x="100" y="266"/>
                  <a:pt x="106" y="266"/>
                </a:cubicBezTo>
                <a:cubicBezTo>
                  <a:pt x="117" y="266"/>
                  <a:pt x="117" y="266"/>
                  <a:pt x="117" y="266"/>
                </a:cubicBezTo>
                <a:cubicBezTo>
                  <a:pt x="117" y="362"/>
                  <a:pt x="117" y="362"/>
                  <a:pt x="117" y="362"/>
                </a:cubicBezTo>
                <a:cubicBezTo>
                  <a:pt x="117" y="368"/>
                  <a:pt x="122" y="373"/>
                  <a:pt x="128" y="373"/>
                </a:cubicBezTo>
                <a:cubicBezTo>
                  <a:pt x="384" y="373"/>
                  <a:pt x="384" y="373"/>
                  <a:pt x="384" y="373"/>
                </a:cubicBezTo>
                <a:cubicBezTo>
                  <a:pt x="390" y="373"/>
                  <a:pt x="394" y="368"/>
                  <a:pt x="394" y="362"/>
                </a:cubicBezTo>
                <a:cubicBezTo>
                  <a:pt x="394" y="266"/>
                  <a:pt x="394" y="266"/>
                  <a:pt x="394" y="266"/>
                </a:cubicBezTo>
                <a:cubicBezTo>
                  <a:pt x="405" y="266"/>
                  <a:pt x="405" y="266"/>
                  <a:pt x="405" y="266"/>
                </a:cubicBezTo>
                <a:cubicBezTo>
                  <a:pt x="411" y="266"/>
                  <a:pt x="416" y="262"/>
                  <a:pt x="416" y="256"/>
                </a:cubicBezTo>
                <a:lnTo>
                  <a:pt x="416" y="192"/>
                </a:lnTo>
                <a:close/>
                <a:moveTo>
                  <a:pt x="117" y="245"/>
                </a:moveTo>
                <a:cubicBezTo>
                  <a:pt x="224" y="245"/>
                  <a:pt x="224" y="245"/>
                  <a:pt x="224" y="245"/>
                </a:cubicBezTo>
                <a:cubicBezTo>
                  <a:pt x="224" y="234"/>
                  <a:pt x="224" y="234"/>
                  <a:pt x="224" y="234"/>
                </a:cubicBezTo>
                <a:cubicBezTo>
                  <a:pt x="224" y="228"/>
                  <a:pt x="228" y="224"/>
                  <a:pt x="234" y="224"/>
                </a:cubicBezTo>
                <a:cubicBezTo>
                  <a:pt x="277" y="224"/>
                  <a:pt x="277" y="224"/>
                  <a:pt x="277" y="224"/>
                </a:cubicBezTo>
                <a:cubicBezTo>
                  <a:pt x="283" y="224"/>
                  <a:pt x="288" y="228"/>
                  <a:pt x="288" y="234"/>
                </a:cubicBezTo>
                <a:cubicBezTo>
                  <a:pt x="288" y="245"/>
                  <a:pt x="288" y="245"/>
                  <a:pt x="288" y="245"/>
                </a:cubicBezTo>
                <a:cubicBezTo>
                  <a:pt x="394" y="245"/>
                  <a:pt x="394" y="245"/>
                  <a:pt x="394" y="245"/>
                </a:cubicBezTo>
                <a:cubicBezTo>
                  <a:pt x="394" y="202"/>
                  <a:pt x="394" y="202"/>
                  <a:pt x="394" y="202"/>
                </a:cubicBezTo>
                <a:cubicBezTo>
                  <a:pt x="117" y="202"/>
                  <a:pt x="117" y="202"/>
                  <a:pt x="117" y="202"/>
                </a:cubicBezTo>
                <a:lnTo>
                  <a:pt x="117" y="245"/>
                </a:lnTo>
                <a:close/>
              </a:path>
            </a:pathLst>
          </a:custGeom>
          <a:solidFill>
            <a:srgbClr val="43B02A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1265867692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50552E9-F2F0-4944-9EDE-45F57AC7300D}"/>
              </a:ext>
            </a:extLst>
          </p:cNvPr>
          <p:cNvSpPr txBox="1"/>
          <p:nvPr/>
        </p:nvSpPr>
        <p:spPr bwMode="gray">
          <a:xfrm>
            <a:off x="0" y="0"/>
            <a:ext cx="1219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28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Explore </a:t>
            </a:r>
            <a:r>
              <a:rPr lang="en-US" sz="2800" b="1" kern="120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the SAP Build Process Automation Product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8429F9-21CB-4150-B166-DD678050EE26}"/>
              </a:ext>
            </a:extLst>
          </p:cNvPr>
          <p:cNvSpPr txBox="1"/>
          <p:nvPr/>
        </p:nvSpPr>
        <p:spPr bwMode="gray">
          <a:xfrm>
            <a:off x="203812" y="814924"/>
            <a:ext cx="117843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Build portfolio consists of 4 main components.</a:t>
            </a:r>
          </a:p>
        </p:txBody>
      </p:sp>
      <p:graphicFrame>
        <p:nvGraphicFramePr>
          <p:cNvPr id="22" name="Content Placeholder 6">
            <a:extLst>
              <a:ext uri="{FF2B5EF4-FFF2-40B4-BE49-F238E27FC236}">
                <a16:creationId xmlns:a16="http://schemas.microsoft.com/office/drawing/2014/main" id="{6D2245EF-72B9-8EBA-A686-BC3767EF985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14288516"/>
              </p:ext>
            </p:extLst>
          </p:nvPr>
        </p:nvGraphicFramePr>
        <p:xfrm>
          <a:off x="270298" y="1276106"/>
          <a:ext cx="2612998" cy="53229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29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32299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86BC25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Calibri Light" panose="020F0302020204030204" pitchFamily="34" charset="0"/>
                        </a:rPr>
                        <a:t>LOBBY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alibri Light" panose="020F0302020204030204" pitchFamily="34" charset="0"/>
                        </a:rPr>
                        <a:t>Create, Manage  and deploy business processes and action projects.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alibri Light" panose="020F0302020204030204" pitchFamily="34" charset="0"/>
                        </a:rPr>
                        <a:t>Below are the types of project creation possible in Lobby section.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alibri Light" panose="020F0302020204030204" pitchFamily="34" charset="0"/>
                        </a:rPr>
                        <a:t>Process Automation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alibri Light" panose="020F0302020204030204" pitchFamily="34" charset="0"/>
                        </a:rPr>
                        <a:t>Business Application Studio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alibri Light" panose="020F0302020204030204" pitchFamily="34" charset="0"/>
                        </a:rPr>
                        <a:t>Live Process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alibri Light" panose="020F0302020204030204" pitchFamily="34" charset="0"/>
                        </a:rPr>
                        <a:t>Actions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alibri Light" panose="020F0302020204030204" pitchFamily="34" charset="0"/>
                        </a:rPr>
                        <a:t>Build Apps - Web &amp; Mobile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alibri Light" panose="020F0302020204030204" pitchFamily="34" charset="0"/>
                        </a:rPr>
                        <a:t>Build Apps - Backend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Pct val="100000"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endParaRPr kumimoji="0" lang="en-US" sz="13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Calibri Light" panose="020F030202020403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Pct val="100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sz="13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Calibri Light" panose="020F030202020403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sz="13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Calibri Light" panose="020F0302020204030204" pitchFamily="34" charset="0"/>
                      </a:endParaRPr>
                    </a:p>
                  </a:txBody>
                  <a:tcPr marL="91510" marR="91510" marT="137160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3" name="Content Placeholder 6">
            <a:extLst>
              <a:ext uri="{FF2B5EF4-FFF2-40B4-BE49-F238E27FC236}">
                <a16:creationId xmlns:a16="http://schemas.microsoft.com/office/drawing/2014/main" id="{6A1D3E61-D234-7C39-EF98-79B3A4F3673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23891387"/>
              </p:ext>
            </p:extLst>
          </p:nvPr>
        </p:nvGraphicFramePr>
        <p:xfrm>
          <a:off x="3303776" y="1276107"/>
          <a:ext cx="2574273" cy="67447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42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731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86BC25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Calibri Light" panose="020F0302020204030204" pitchFamily="34" charset="0"/>
                        </a:rPr>
                        <a:t>STORE</a:t>
                      </a:r>
                      <a:endParaRPr kumimoji="0" lang="en-US" sz="16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86BC25"/>
                        </a:solidFill>
                        <a:effectLst/>
                        <a:uLnTx/>
                        <a:uFillTx/>
                        <a:latin typeface="+mj-lt"/>
                        <a:ea typeface="+mn-ea"/>
                        <a:cs typeface="Calibri Light" panose="020F0302020204030204" pitchFamily="34" charset="0"/>
                      </a:endParaRPr>
                    </a:p>
                    <a:p>
                      <a:pPr marL="0" marR="0" lvl="2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GB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alibri Light"/>
                        </a:rPr>
                        <a:t>Consists of 480+ prebuilt content.</a:t>
                      </a:r>
                    </a:p>
                    <a:p>
                      <a:pPr marL="0" marR="0" lvl="2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GB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alibri Light" panose="020F0302020204030204" pitchFamily="34" charset="0"/>
                        </a:rPr>
                        <a:t>SAP has provided 3 types of Projects (Process, Automation and Action) for which prebuilt content is available.</a:t>
                      </a:r>
                    </a:p>
                    <a:p>
                      <a:pPr marL="0" marR="0" lvl="2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GB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alibri Light" panose="020F0302020204030204" pitchFamily="34" charset="0"/>
                        </a:rPr>
                        <a:t>Project setup guide and documentations are available which can also be leverages for customization.</a:t>
                      </a:r>
                    </a:p>
                    <a:p>
                      <a:pPr marL="0" marR="0" lvl="2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GB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alibri Light" panose="020F0302020204030204" pitchFamily="34" charset="0"/>
                        </a:rPr>
                        <a:t>Filter criteria available in the terms of</a:t>
                      </a:r>
                    </a:p>
                    <a:p>
                      <a:pPr marL="285750" marR="0" lvl="2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GB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alibri Light" panose="020F0302020204030204" pitchFamily="34" charset="0"/>
                        </a:rPr>
                        <a:t>Project and format Type</a:t>
                      </a:r>
                    </a:p>
                    <a:p>
                      <a:pPr marL="285750" marR="0" lvl="2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GB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alibri Light" panose="020F0302020204030204" pitchFamily="34" charset="0"/>
                        </a:rPr>
                        <a:t>Content Type(Free/Paid)</a:t>
                      </a:r>
                    </a:p>
                    <a:p>
                      <a:pPr marL="285750" marR="0" lvl="2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GB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alibri Light" panose="020F0302020204030204" pitchFamily="34" charset="0"/>
                        </a:rPr>
                        <a:t>Catalog &amp; Product</a:t>
                      </a:r>
                    </a:p>
                    <a:p>
                      <a:pPr marL="285750" marR="0" lvl="2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GB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alibri Light" panose="020F0302020204030204" pitchFamily="34" charset="0"/>
                        </a:rPr>
                        <a:t>Publisher</a:t>
                      </a:r>
                    </a:p>
                    <a:p>
                      <a:pPr marL="285750" marR="0" lvl="2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GB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alibri Light" panose="020F0302020204030204" pitchFamily="34" charset="0"/>
                        </a:rPr>
                        <a:t>Industry &amp; Line of business</a:t>
                      </a:r>
                    </a:p>
                  </a:txBody>
                  <a:tcPr marL="91510" marR="91510" marT="137160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10764">
                <a:tc>
                  <a:txBody>
                    <a:bodyPr/>
                    <a:lstStyle/>
                    <a:p>
                      <a:pPr marL="0" marR="0" lvl="2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Calibri Light" panose="020F0302020204030204" pitchFamily="34" charset="0"/>
                      </a:endParaRPr>
                    </a:p>
                  </a:txBody>
                  <a:tcPr marL="91510" marR="91510" marT="137160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6113377"/>
                  </a:ext>
                </a:extLst>
              </a:tr>
            </a:tbl>
          </a:graphicData>
        </a:graphic>
      </p:graphicFrame>
      <p:graphicFrame>
        <p:nvGraphicFramePr>
          <p:cNvPr id="24" name="Content Placeholder 6">
            <a:extLst>
              <a:ext uri="{FF2B5EF4-FFF2-40B4-BE49-F238E27FC236}">
                <a16:creationId xmlns:a16="http://schemas.microsoft.com/office/drawing/2014/main" id="{E814BE69-1BAA-454A-1CE3-AD8BC988355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59775425"/>
              </p:ext>
            </p:extLst>
          </p:nvPr>
        </p:nvGraphicFramePr>
        <p:xfrm>
          <a:off x="6301645" y="1266942"/>
          <a:ext cx="2809303" cy="106722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93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32299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1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86BC25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Calibri Light" panose="020F0302020204030204" pitchFamily="34" charset="0"/>
                        </a:rPr>
                        <a:t>MONITOR</a:t>
                      </a:r>
                    </a:p>
                    <a:p>
                      <a:pPr marL="0" marR="0" lvl="2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alibri Light" panose="020F0302020204030204" pitchFamily="34" charset="0"/>
                        </a:rPr>
                        <a:t>Central Job Monitoring solution for all SAP products to complement local job scheduling.</a:t>
                      </a:r>
                    </a:p>
                    <a:p>
                      <a:pPr marL="0" marR="0" lvl="2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alibri Light" panose="020F0302020204030204" pitchFamily="34" charset="0"/>
                        </a:rPr>
                        <a:t>Creation of Triggers and managing the process visibility scenarios.</a:t>
                      </a:r>
                    </a:p>
                    <a:p>
                      <a:pPr marL="0" marR="0" lvl="2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alibri Light" panose="020F0302020204030204" pitchFamily="34" charset="0"/>
                        </a:rPr>
                        <a:t>Apps for monitoring are giving the details about</a:t>
                      </a:r>
                    </a:p>
                    <a:p>
                      <a:pPr marL="285750" marR="0" lvl="2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alibri Light" panose="020F0302020204030204" pitchFamily="34" charset="0"/>
                        </a:rPr>
                        <a:t>Job status for processes and automations Connected agent’s information</a:t>
                      </a:r>
                    </a:p>
                    <a:p>
                      <a:pPr marL="285750" marR="0" lvl="2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alibri Light" panose="020F0302020204030204" pitchFamily="34" charset="0"/>
                        </a:rPr>
                        <a:t>Event Acquisition application, you can view the events that have been acquired by process visibility capability</a:t>
                      </a:r>
                    </a:p>
                    <a:p>
                      <a:pPr marL="285750" marR="0" lvl="2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alibri Light" panose="020F0302020204030204" pitchFamily="34" charset="0"/>
                        </a:rPr>
                        <a:t>Contains job history and highly executed job information quota consumption</a:t>
                      </a:r>
                    </a:p>
                  </a:txBody>
                  <a:tcPr marL="91510" marR="91510" marT="137160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22996">
                <a:tc>
                  <a:txBody>
                    <a:bodyPr/>
                    <a:lstStyle/>
                    <a:p>
                      <a:pPr marL="0" marR="0" lvl="2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sz="13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Calibri Light" panose="020F0302020204030204" pitchFamily="34" charset="0"/>
                      </a:endParaRPr>
                    </a:p>
                  </a:txBody>
                  <a:tcPr marL="91510" marR="91510" marT="137160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9343675"/>
                  </a:ext>
                </a:extLst>
              </a:tr>
            </a:tbl>
          </a:graphicData>
        </a:graphic>
      </p:graphicFrame>
      <p:graphicFrame>
        <p:nvGraphicFramePr>
          <p:cNvPr id="28" name="Content Placeholder 6">
            <a:extLst>
              <a:ext uri="{FF2B5EF4-FFF2-40B4-BE49-F238E27FC236}">
                <a16:creationId xmlns:a16="http://schemas.microsoft.com/office/drawing/2014/main" id="{80B00330-D0B2-6B1D-34DA-19772B8CC9E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00063962"/>
              </p:ext>
            </p:extLst>
          </p:nvPr>
        </p:nvGraphicFramePr>
        <p:xfrm>
          <a:off x="9296398" y="1266942"/>
          <a:ext cx="2625304" cy="533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53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3321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86BC25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Calibri Light" panose="020F0302020204030204" pitchFamily="34" charset="0"/>
                        </a:rPr>
                        <a:t>SETTINGS</a:t>
                      </a:r>
                    </a:p>
                    <a:p>
                      <a:pPr marL="0" marR="0" lvl="2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GB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alibri Light" panose="020F0302020204030204" pitchFamily="34" charset="0"/>
                        </a:rPr>
                        <a:t>This is the collection of Tenant, agent and alert configuration, mail, Cloud ALM and API connectivity setup, security credentials store.</a:t>
                      </a:r>
                    </a:p>
                    <a:p>
                      <a:pPr marL="0" marR="0" lvl="2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GB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alibri Light" panose="020F0302020204030204" pitchFamily="34" charset="0"/>
                        </a:rPr>
                        <a:t>Agent setup is the prerequisite for Build automation setup.</a:t>
                      </a:r>
                    </a:p>
                    <a:p>
                      <a:pPr marL="0" marR="0" lvl="2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alibri Light" panose="020F0302020204030204" pitchFamily="34" charset="0"/>
                        </a:rPr>
                        <a:t>The mass agent registration feature in settings allows to register a great number of agents on a specific agent group.</a:t>
                      </a:r>
                    </a:p>
                    <a:p>
                      <a:pPr marL="0" marR="0" lvl="2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alibri Light" panose="020F0302020204030204" pitchFamily="34" charset="0"/>
                        </a:rPr>
                        <a:t>External system’s IP whitelisting and authentication setup feature is also available here.</a:t>
                      </a:r>
                    </a:p>
                    <a:p>
                      <a:pPr marL="0" marR="0" lvl="2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sz="13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Calibri Light" panose="020F0302020204030204" pitchFamily="34" charset="0"/>
                      </a:endParaRPr>
                    </a:p>
                    <a:p>
                      <a:pPr marL="0" marR="0" lvl="2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sz="13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Calibri Light" panose="020F0302020204030204" pitchFamily="34" charset="0"/>
                      </a:endParaRPr>
                    </a:p>
                  </a:txBody>
                  <a:tcPr marL="91510" marR="91510" marT="137160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BEA64A6-DEF9-0E87-136E-213909BBBD35}"/>
              </a:ext>
            </a:extLst>
          </p:cNvPr>
          <p:cNvCxnSpPr>
            <a:cxnSpLocks/>
          </p:cNvCxnSpPr>
          <p:nvPr/>
        </p:nvCxnSpPr>
        <p:spPr>
          <a:xfrm>
            <a:off x="270298" y="1663548"/>
            <a:ext cx="2612998" cy="0"/>
          </a:xfrm>
          <a:prstGeom prst="line">
            <a:avLst/>
          </a:prstGeom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22CEBFA-3EDE-802B-9A08-8D0FA9BBD5FA}"/>
              </a:ext>
            </a:extLst>
          </p:cNvPr>
          <p:cNvCxnSpPr>
            <a:cxnSpLocks/>
          </p:cNvCxnSpPr>
          <p:nvPr/>
        </p:nvCxnSpPr>
        <p:spPr>
          <a:xfrm>
            <a:off x="3303776" y="1663548"/>
            <a:ext cx="2627139" cy="0"/>
          </a:xfrm>
          <a:prstGeom prst="line">
            <a:avLst/>
          </a:prstGeom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B7348694-2B88-C2C3-5319-4F8AC0E2BB51}"/>
              </a:ext>
            </a:extLst>
          </p:cNvPr>
          <p:cNvCxnSpPr>
            <a:cxnSpLocks/>
          </p:cNvCxnSpPr>
          <p:nvPr/>
        </p:nvCxnSpPr>
        <p:spPr>
          <a:xfrm>
            <a:off x="6301646" y="1663548"/>
            <a:ext cx="2627139" cy="0"/>
          </a:xfrm>
          <a:prstGeom prst="line">
            <a:avLst/>
          </a:prstGeom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6DBF21AD-5228-C132-7BA3-F18CEA246578}"/>
              </a:ext>
            </a:extLst>
          </p:cNvPr>
          <p:cNvCxnSpPr>
            <a:cxnSpLocks/>
          </p:cNvCxnSpPr>
          <p:nvPr/>
        </p:nvCxnSpPr>
        <p:spPr>
          <a:xfrm>
            <a:off x="9296398" y="1663548"/>
            <a:ext cx="2627139" cy="0"/>
          </a:xfrm>
          <a:prstGeom prst="line">
            <a:avLst/>
          </a:prstGeom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5066601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50552E9-F2F0-4944-9EDE-45F57AC7300D}"/>
              </a:ext>
            </a:extLst>
          </p:cNvPr>
          <p:cNvSpPr txBox="1"/>
          <p:nvPr/>
        </p:nvSpPr>
        <p:spPr bwMode="gray">
          <a:xfrm>
            <a:off x="0" y="-11017"/>
            <a:ext cx="1219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28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Explore </a:t>
            </a:r>
            <a:r>
              <a:rPr lang="en-US" sz="2800" b="1" kern="120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the SAP Build Process Automation Product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8429F9-21CB-4150-B166-DD678050EE26}"/>
              </a:ext>
            </a:extLst>
          </p:cNvPr>
          <p:cNvSpPr txBox="1"/>
          <p:nvPr/>
        </p:nvSpPr>
        <p:spPr bwMode="gray">
          <a:xfrm>
            <a:off x="407624" y="862553"/>
            <a:ext cx="117843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Lobby</a:t>
            </a:r>
            <a:r>
              <a:rPr lang="en-US" sz="1800" b="0" i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: Create, Manage</a:t>
            </a:r>
            <a:r>
              <a:rPr lang="en-US" sz="18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b="0" i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and deploy business processes and action projects. </a:t>
            </a:r>
            <a:endParaRPr lang="en-US" sz="180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65CCFBE-9EB1-0EB7-D672-EBDF1E9501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985" y="1533953"/>
            <a:ext cx="11260103" cy="4414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1930400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50552E9-F2F0-4944-9EDE-45F57AC7300D}"/>
              </a:ext>
            </a:extLst>
          </p:cNvPr>
          <p:cNvSpPr txBox="1"/>
          <p:nvPr/>
        </p:nvSpPr>
        <p:spPr bwMode="gray">
          <a:xfrm>
            <a:off x="0" y="0"/>
            <a:ext cx="1219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28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Explore </a:t>
            </a:r>
            <a:r>
              <a:rPr lang="en-US" sz="2800" b="1" kern="120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the SAP Build Process Automation Product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8429F9-21CB-4150-B166-DD678050EE26}"/>
              </a:ext>
            </a:extLst>
          </p:cNvPr>
          <p:cNvSpPr txBox="1"/>
          <p:nvPr/>
        </p:nvSpPr>
        <p:spPr bwMode="gray">
          <a:xfrm>
            <a:off x="418517" y="928829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Store</a:t>
            </a:r>
            <a:r>
              <a:rPr lang="en-US" sz="18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: Live Projects, Templates from SAP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92C8A7D-ABC7-04D4-F3CA-ED4CA649B8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761" y="1538716"/>
            <a:ext cx="11289051" cy="431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973708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50552E9-F2F0-4944-9EDE-45F57AC7300D}"/>
              </a:ext>
            </a:extLst>
          </p:cNvPr>
          <p:cNvSpPr txBox="1"/>
          <p:nvPr/>
        </p:nvSpPr>
        <p:spPr bwMode="gray">
          <a:xfrm>
            <a:off x="0" y="0"/>
            <a:ext cx="1219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28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Explore </a:t>
            </a:r>
            <a:r>
              <a:rPr lang="en-US" sz="2800" b="1" kern="120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the SAP Build Process Automation Product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8429F9-21CB-4150-B166-DD678050EE26}"/>
              </a:ext>
            </a:extLst>
          </p:cNvPr>
          <p:cNvSpPr txBox="1"/>
          <p:nvPr/>
        </p:nvSpPr>
        <p:spPr bwMode="gray">
          <a:xfrm>
            <a:off x="353159" y="862724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Monitor</a:t>
            </a:r>
            <a:r>
              <a:rPr lang="en-US" sz="18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: Monitor and Evaluate Business Process Automations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3DBEB60-85DB-04C8-C326-CDE8F1216D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711" y="1445766"/>
            <a:ext cx="11390295" cy="417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0690815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50552E9-F2F0-4944-9EDE-45F57AC7300D}"/>
              </a:ext>
            </a:extLst>
          </p:cNvPr>
          <p:cNvSpPr txBox="1"/>
          <p:nvPr/>
        </p:nvSpPr>
        <p:spPr bwMode="gray">
          <a:xfrm>
            <a:off x="0" y="0"/>
            <a:ext cx="1219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28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Explore </a:t>
            </a:r>
            <a:r>
              <a:rPr lang="en-US" sz="2800" b="1" kern="120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the SAP Build Process Automation Product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8429F9-21CB-4150-B166-DD678050EE26}"/>
              </a:ext>
            </a:extLst>
          </p:cNvPr>
          <p:cNvSpPr txBox="1"/>
          <p:nvPr/>
        </p:nvSpPr>
        <p:spPr bwMode="gray">
          <a:xfrm>
            <a:off x="322335" y="729160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Control Tower</a:t>
            </a:r>
            <a:r>
              <a:rPr lang="en-US" sz="18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: Setup an agent, variables and connections.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7C59E1-EFD5-CA33-F9AF-F6B793ACCF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418" y="1231667"/>
            <a:ext cx="11260476" cy="4867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6089365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50552E9-F2F0-4944-9EDE-45F57AC7300D}"/>
              </a:ext>
            </a:extLst>
          </p:cNvPr>
          <p:cNvSpPr txBox="1"/>
          <p:nvPr/>
        </p:nvSpPr>
        <p:spPr bwMode="gray">
          <a:xfrm>
            <a:off x="0" y="0"/>
            <a:ext cx="1219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2800" b="1" kern="120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Build </a:t>
            </a:r>
            <a:r>
              <a:rPr lang="en-US" sz="28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lang="en-US" sz="2800" b="1" kern="120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rocess Automation Creation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8429F9-21CB-4150-B166-DD678050EE26}"/>
              </a:ext>
            </a:extLst>
          </p:cNvPr>
          <p:cNvSpPr txBox="1"/>
          <p:nvPr/>
        </p:nvSpPr>
        <p:spPr bwMode="gray">
          <a:xfrm>
            <a:off x="414803" y="862724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From Lobby, different options available to create below types of artifacts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D86AEB-627E-2D64-C01F-132F613AC7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376" y="1437150"/>
            <a:ext cx="10829925" cy="4867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8629224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50552E9-F2F0-4944-9EDE-45F57AC7300D}"/>
              </a:ext>
            </a:extLst>
          </p:cNvPr>
          <p:cNvSpPr txBox="1"/>
          <p:nvPr/>
        </p:nvSpPr>
        <p:spPr bwMode="gray">
          <a:xfrm>
            <a:off x="0" y="0"/>
            <a:ext cx="1219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2800" b="1" kern="120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Build Process Automation </a:t>
            </a:r>
            <a:r>
              <a:rPr lang="en-US" sz="28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Creation</a:t>
            </a:r>
            <a:endParaRPr lang="en-US" sz="2800" b="1" kern="1200">
              <a:solidFill>
                <a:schemeClr val="bg1"/>
              </a:solidFill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8429F9-21CB-4150-B166-DD678050EE26}"/>
              </a:ext>
            </a:extLst>
          </p:cNvPr>
          <p:cNvSpPr txBox="1"/>
          <p:nvPr/>
        </p:nvSpPr>
        <p:spPr bwMode="gray">
          <a:xfrm>
            <a:off x="445626" y="770257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Below types of process automation available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4C5C2C-CFF5-D72B-A471-5893B3A81E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149" y="1477017"/>
            <a:ext cx="10868025" cy="4705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497185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50552E9-F2F0-4944-9EDE-45F57AC7300D}"/>
              </a:ext>
            </a:extLst>
          </p:cNvPr>
          <p:cNvSpPr txBox="1"/>
          <p:nvPr/>
        </p:nvSpPr>
        <p:spPr bwMode="gray">
          <a:xfrm>
            <a:off x="0" y="0"/>
            <a:ext cx="1219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2800" b="1" kern="120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Build Process Automation </a:t>
            </a:r>
            <a:r>
              <a:rPr lang="en-US" sz="28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Creation</a:t>
            </a:r>
            <a:endParaRPr lang="en-US" sz="2800" b="1" kern="1200">
              <a:solidFill>
                <a:schemeClr val="bg1"/>
              </a:solidFill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8429F9-21CB-4150-B166-DD678050EE26}"/>
              </a:ext>
            </a:extLst>
          </p:cNvPr>
          <p:cNvSpPr txBox="1"/>
          <p:nvPr/>
        </p:nvSpPr>
        <p:spPr bwMode="gray">
          <a:xfrm>
            <a:off x="209320" y="646967"/>
            <a:ext cx="1219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SAP Build Process Automation combines workflow management, RPA functionality, decision management, process visibility, and embedded AI capabilities into one intuitive low-code experience.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2AFBA8-A30C-D29B-3984-C112182EB5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722" y="1686299"/>
            <a:ext cx="11269091" cy="441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2019601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50552E9-F2F0-4944-9EDE-45F57AC7300D}"/>
              </a:ext>
            </a:extLst>
          </p:cNvPr>
          <p:cNvSpPr txBox="1"/>
          <p:nvPr/>
        </p:nvSpPr>
        <p:spPr bwMode="gray">
          <a:xfrm>
            <a:off x="0" y="0"/>
            <a:ext cx="12192000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R="0" lvl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sz="2800" b="1" kern="120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8429F9-21CB-4150-B166-DD678050EE26}"/>
              </a:ext>
            </a:extLst>
          </p:cNvPr>
          <p:cNvSpPr txBox="1"/>
          <p:nvPr/>
        </p:nvSpPr>
        <p:spPr bwMode="gray">
          <a:xfrm>
            <a:off x="2146070" y="2964717"/>
            <a:ext cx="7895167" cy="5847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3200" b="1">
                <a:solidFill>
                  <a:schemeClr val="bg1"/>
                </a:solidFill>
                <a:latin typeface="Calibri Light"/>
                <a:cs typeface="Calibri"/>
              </a:rPr>
              <a:t>SAP Workflow Evolution </a:t>
            </a:r>
            <a:endParaRPr lang="en-US" sz="3200" b="1">
              <a:solidFill>
                <a:schemeClr val="bg1"/>
              </a:solidFill>
              <a:latin typeface="Calibri Light"/>
              <a:ea typeface="Verdana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3832999543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50552E9-F2F0-4944-9EDE-45F57AC7300D}"/>
              </a:ext>
            </a:extLst>
          </p:cNvPr>
          <p:cNvSpPr txBox="1"/>
          <p:nvPr/>
        </p:nvSpPr>
        <p:spPr bwMode="gray">
          <a:xfrm>
            <a:off x="10273" y="184665"/>
            <a:ext cx="581517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SAP ECC Workflow/Flexible Workflow</a:t>
            </a:r>
            <a:endParaRPr lang="en-US" b="1" kern="1200">
              <a:solidFill>
                <a:schemeClr val="bg1"/>
              </a:solidFill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8BB507-61AA-EBDD-D09A-6034F679E9DB}"/>
              </a:ext>
            </a:extLst>
          </p:cNvPr>
          <p:cNvSpPr txBox="1"/>
          <p:nvPr/>
        </p:nvSpPr>
        <p:spPr bwMode="gray">
          <a:xfrm>
            <a:off x="6376829" y="0"/>
            <a:ext cx="581517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BTP Cloud Workflow(Workflow Management Service/BPA) </a:t>
            </a:r>
            <a:endParaRPr lang="en-US" b="1" kern="1200">
              <a:solidFill>
                <a:schemeClr val="bg1"/>
              </a:solidFill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5" name="Content Placeholder 6">
            <a:extLst>
              <a:ext uri="{FF2B5EF4-FFF2-40B4-BE49-F238E27FC236}">
                <a16:creationId xmlns:a16="http://schemas.microsoft.com/office/drawing/2014/main" id="{E9E9B672-4D16-7D2E-A965-0D64D2E5C6B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26673800"/>
              </p:ext>
            </p:extLst>
          </p:nvPr>
        </p:nvGraphicFramePr>
        <p:xfrm>
          <a:off x="270298" y="767501"/>
          <a:ext cx="5544875" cy="53229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4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322997"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alibri Light" panose="020F0302020204030204" pitchFamily="34" charset="0"/>
                        </a:rPr>
                        <a:t>Used to develop on Premise Solution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alibri Light" panose="020F0302020204030204" pitchFamily="34" charset="0"/>
                        </a:rPr>
                        <a:t>Complex context format since it is in container format.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alibri Light" panose="020F0302020204030204" pitchFamily="34" charset="0"/>
                        </a:rPr>
                        <a:t>Standard My Inbox Fiori App with fixed Layout.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alibri Light" panose="020F0302020204030204" pitchFamily="34" charset="0"/>
                        </a:rPr>
                        <a:t>Complex Framework to develop workflow.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alibri Light" panose="020F0302020204030204" pitchFamily="34" charset="0"/>
                        </a:rPr>
                        <a:t>Additional configuration required for Emails, notifications.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alibri Light" panose="020F0302020204030204" pitchFamily="34" charset="0"/>
                        </a:rPr>
                        <a:t>No inbuilt framework available to generate run time report for workflows.</a:t>
                      </a:r>
                      <a:endParaRPr kumimoji="0" lang="en-US" sz="2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Calibri Light" panose="020F030202020403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Pct val="100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sz="13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Calibri Light" panose="020F030202020403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sz="13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Calibri Light" panose="020F0302020204030204" pitchFamily="34" charset="0"/>
                      </a:endParaRPr>
                    </a:p>
                  </a:txBody>
                  <a:tcPr marL="91510" marR="91510" marT="137160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Content Placeholder 6">
            <a:extLst>
              <a:ext uri="{FF2B5EF4-FFF2-40B4-BE49-F238E27FC236}">
                <a16:creationId xmlns:a16="http://schemas.microsoft.com/office/drawing/2014/main" id="{3F6B8D18-E057-7C82-6E6C-78BCD51A29D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91647749"/>
              </p:ext>
            </p:extLst>
          </p:nvPr>
        </p:nvGraphicFramePr>
        <p:xfrm>
          <a:off x="6511977" y="767501"/>
          <a:ext cx="5544875" cy="5471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4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322997"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alibri Light"/>
                        </a:rPr>
                        <a:t>Used to develop global Cloud Solution.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alibri Light"/>
                        </a:rPr>
                        <a:t>Simple context format since it is in </a:t>
                      </a:r>
                      <a:r>
                        <a:rPr lang="en-US" sz="2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alibri Light"/>
                        </a:rPr>
                        <a:t>JSON</a:t>
                      </a:r>
                      <a:r>
                        <a:rPr kumimoji="0" lang="en-US" sz="2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alibri Light"/>
                        </a:rPr>
                        <a:t> format.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alibri Light"/>
                        </a:rPr>
                        <a:t>One can design Custom UI for My Inbox.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alibri Light"/>
                        </a:rPr>
                        <a:t>Easy drag and drop framework.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alibri Light"/>
                        </a:rPr>
                        <a:t>Very easy to integrate and achieve Email functionality.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alibri Light"/>
                        </a:rPr>
                        <a:t>Process Visibility Feature for deriving real time analytical report for workflows.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sz="13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Calibri Light" panose="020F0302020204030204" pitchFamily="34" charset="0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Pct val="100000"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endParaRPr kumimoji="0" lang="en-US" sz="13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Calibri Light" panose="020F030202020403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Pct val="100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sz="13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Calibri Light" panose="020F030202020403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sz="13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Calibri Light" panose="020F0302020204030204" pitchFamily="34" charset="0"/>
                      </a:endParaRPr>
                    </a:p>
                  </a:txBody>
                  <a:tcPr marL="91510" marR="91510" marT="137160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4167159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50552E9-F2F0-4944-9EDE-45F57AC7300D}"/>
              </a:ext>
            </a:extLst>
          </p:cNvPr>
          <p:cNvSpPr txBox="1"/>
          <p:nvPr/>
        </p:nvSpPr>
        <p:spPr bwMode="gray">
          <a:xfrm>
            <a:off x="-143220" y="2905780"/>
            <a:ext cx="1219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2800" b="1" kern="120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Thank You!!</a:t>
            </a:r>
          </a:p>
        </p:txBody>
      </p:sp>
    </p:spTree>
    <p:extLst>
      <p:ext uri="{BB962C8B-B14F-4D97-AF65-F5344CB8AC3E}">
        <p14:creationId xmlns:p14="http://schemas.microsoft.com/office/powerpoint/2010/main" val="1528416779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Deloitte_US_Onscreen">
  <a:themeElements>
    <a:clrScheme name="Deloitte colors">
      <a:dk1>
        <a:sysClr val="windowText" lastClr="000000"/>
      </a:dk1>
      <a:lt1>
        <a:sysClr val="window" lastClr="FFFFFF"/>
      </a:lt1>
      <a:dk2>
        <a:srgbClr val="53565A"/>
      </a:dk2>
      <a:lt2>
        <a:srgbClr val="D0D0CE"/>
      </a:lt2>
      <a:accent1>
        <a:srgbClr val="86BC25"/>
      </a:accent1>
      <a:accent2>
        <a:srgbClr val="046A38"/>
      </a:accent2>
      <a:accent3>
        <a:srgbClr val="62B5E5"/>
      </a:accent3>
      <a:accent4>
        <a:srgbClr val="012169"/>
      </a:accent4>
      <a:accent5>
        <a:srgbClr val="0097A9"/>
      </a:accent5>
      <a:accent6>
        <a:srgbClr val="75787B"/>
      </a:accent6>
      <a:hlink>
        <a:srgbClr val="00A3E0"/>
      </a:hlink>
      <a:folHlink>
        <a:srgbClr val="53565A"/>
      </a:folHlink>
    </a:clrScheme>
    <a:fontScheme name="Deloitte Powerpoint font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chemeClr val="accent3"/>
        </a:solidFill>
        <a:ln w="19050" algn="ctr">
          <a:noFill/>
          <a:miter lim="800000"/>
          <a:headEnd/>
          <a:tailEnd/>
        </a:ln>
      </a:spPr>
      <a:bodyPr wrap="square" lIns="88900" tIns="88900" rIns="88900" bIns="88900" rtlCol="0" anchor="ctr"/>
      <a:lstStyle>
        <a:defPPr>
          <a:lnSpc>
            <a:spcPct val="106000"/>
          </a:lnSpc>
          <a:buFont typeface="Wingdings 2" pitchFamily="18" charset="2"/>
          <a:buNone/>
          <a:defRPr sz="1600" b="1" dirty="0" smtClean="0">
            <a:solidFill>
              <a:schemeClr val="bg1"/>
            </a:solidFill>
          </a:defRPr>
        </a:defPPr>
      </a:lstStyle>
    </a:spDef>
    <a:lnDef>
      <a:spPr>
        <a:ln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/>
      <a:bodyPr lIns="0" rIns="0" anchor="b" anchorCtr="0">
        <a:normAutofit fontScale="92500"/>
      </a:bodyPr>
      <a:lstStyle>
        <a:defPPr>
          <a:lnSpc>
            <a:spcPts val="900"/>
          </a:lnSpc>
          <a:defRPr sz="1300" b="1" dirty="0">
            <a:solidFill>
              <a:schemeClr val="tx1"/>
            </a:solidFill>
          </a:defRPr>
        </a:defPPr>
      </a:lstStyle>
    </a:txDef>
  </a:objectDefaults>
  <a:extraClrSchemeLst/>
  <a:custClrLst>
    <a:custClr name="Green 7">
      <a:srgbClr val="2C5234"/>
    </a:custClr>
    <a:custClr name="Green 6">
      <a:srgbClr val="046A38"/>
    </a:custClr>
    <a:custClr name="Green 5">
      <a:srgbClr val="009A44"/>
    </a:custClr>
    <a:custClr name="Green 4">
      <a:srgbClr val="43B02A"/>
    </a:custClr>
    <a:custClr name="Deloitte Green">
      <a:srgbClr val="86BC25"/>
    </a:custClr>
    <a:custClr name="Green 2">
      <a:srgbClr val="C4D600"/>
    </a:custClr>
    <a:custClr name="Green 1">
      <a:srgbClr val="E3E48D"/>
    </a:custClr>
    <a:custClr name="Teal 7">
      <a:srgbClr val="004F59"/>
    </a:custClr>
    <a:custClr name="Teal 6">
      <a:srgbClr val="007680"/>
    </a:custClr>
    <a:custClr name="Teal 5">
      <a:srgbClr val="0097A9"/>
    </a:custClr>
    <a:custClr name="Teal 4">
      <a:srgbClr val="00ABAB"/>
    </a:custClr>
    <a:custClr name="Teal 3">
      <a:srgbClr val="6FC2B4"/>
    </a:custClr>
    <a:custClr name="Teal 2">
      <a:srgbClr val="9DD4CF"/>
    </a:custClr>
    <a:custClr name="Teal 1">
      <a:srgbClr val="DDEFE8"/>
    </a:custClr>
    <a:custClr name="Blue 7">
      <a:srgbClr val="041E42"/>
    </a:custClr>
    <a:custClr name="Blue 6">
      <a:srgbClr val="012169"/>
    </a:custClr>
    <a:custClr name="Blue 5">
      <a:srgbClr val="005587"/>
    </a:custClr>
    <a:custClr name="Blue 4">
      <a:srgbClr val="0076A8"/>
    </a:custClr>
    <a:custClr name="Blue 3">
      <a:srgbClr val="00A3E0"/>
    </a:custClr>
    <a:custClr name="Blue 2">
      <a:srgbClr val="62B5E5"/>
    </a:custClr>
    <a:custClr name="Blue 1">
      <a:srgbClr val="A0DCFF"/>
    </a:custClr>
    <a:custClr name="Cool Gray 11">
      <a:srgbClr val="53565A"/>
    </a:custClr>
    <a:custClr name="Cool Gray 10">
      <a:srgbClr val="63666A"/>
    </a:custClr>
    <a:custClr name="Cool Gray 9">
      <a:srgbClr val="75787B"/>
    </a:custClr>
    <a:custClr name="Cool Gray 7">
      <a:srgbClr val="97999B"/>
    </a:custClr>
    <a:custClr name="Cool Gray 6">
      <a:srgbClr val="A7A8AA"/>
    </a:custClr>
    <a:custClr name="Cool Gray 4">
      <a:srgbClr val="BBBCBC"/>
    </a:custClr>
    <a:custClr name="Cool Gray 2">
      <a:srgbClr val="D0D0CE"/>
    </a:custClr>
    <a:custClr name="White">
      <a:srgbClr val="FFFFFF"/>
    </a:custClr>
    <a:custClr name="Black">
      <a:srgbClr val="000000"/>
    </a:custClr>
    <a:custClr name="Red">
      <a:srgbClr val="DA291C"/>
    </a:custClr>
    <a:custClr name="Orange">
      <a:srgbClr val="ED8B00"/>
    </a:custClr>
    <a:custClr name="Yellow">
      <a:srgbClr val="FFCD00"/>
    </a:custClr>
  </a:custClrLst>
  <a:extLst>
    <a:ext uri="{05A4C25C-085E-4340-85A3-A5531E510DB2}">
      <thm15:themeFamily xmlns:thm15="http://schemas.microsoft.com/office/thememl/2012/main" name="Presentation1" id="{B250B804-2FDB-4928-98F0-F76F4A35E307}" vid="{34B986A3-8F99-4F88-AF27-8B60A5DA0FD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BD685BAC3E09C4AA021D8E42E0DC2FC" ma:contentTypeVersion="14" ma:contentTypeDescription="Create a new document." ma:contentTypeScope="" ma:versionID="b9b83c56ce1ae3eaf881c9d673fc721e">
  <xsd:schema xmlns:xsd="http://www.w3.org/2001/XMLSchema" xmlns:xs="http://www.w3.org/2001/XMLSchema" xmlns:p="http://schemas.microsoft.com/office/2006/metadata/properties" xmlns:ns2="ed1847f7-4432-48e0-964f-25724acf5ead" xmlns:ns3="f384d200-71ad-4bc9-9d00-4e792d9d34a8" targetNamespace="http://schemas.microsoft.com/office/2006/metadata/properties" ma:root="true" ma:fieldsID="ab4e358f85e29d65b0c06168b676b381" ns2:_="" ns3:_="">
    <xsd:import namespace="ed1847f7-4432-48e0-964f-25724acf5ead"/>
    <xsd:import namespace="f384d200-71ad-4bc9-9d00-4e792d9d34a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1847f7-4432-48e0-964f-25724acf5ea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384d200-71ad-4bc9-9d00-4e792d9d34a8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f384d200-71ad-4bc9-9d00-4e792d9d34a8">
      <UserInfo>
        <DisplayName>Pandey, Divya</DisplayName>
        <AccountId>73</AccountId>
        <AccountType/>
      </UserInfo>
      <UserInfo>
        <DisplayName>Verma, Sandeep</DisplayName>
        <AccountId>74</AccountId>
        <AccountType/>
      </UserInfo>
      <UserInfo>
        <DisplayName>Parade, Pankaj Suresh</DisplayName>
        <AccountId>2547</AccountId>
        <AccountType/>
      </UserInfo>
      <UserInfo>
        <DisplayName>Sri Kavya, Palla</DisplayName>
        <AccountId>193</AccountId>
        <AccountType/>
      </UserInfo>
      <UserInfo>
        <DisplayName>Surwade, Gaurav</DisplayName>
        <AccountId>968</AccountId>
        <AccountType/>
      </UserInfo>
      <UserInfo>
        <DisplayName>Dubey, Abhineet</DisplayName>
        <AccountId>1188</AccountId>
        <AccountType/>
      </UserInfo>
      <UserInfo>
        <DisplayName>Sharma, Ayushi</DisplayName>
        <AccountId>2552</AccountId>
        <AccountType/>
      </UserInfo>
    </SharedWithUsers>
    <MediaLengthInSeconds xmlns="ed1847f7-4432-48e0-964f-25724acf5ead" xsi:nil="true"/>
  </documentManagement>
</p:properties>
</file>

<file path=customXml/itemProps1.xml><?xml version="1.0" encoding="utf-8"?>
<ds:datastoreItem xmlns:ds="http://schemas.openxmlformats.org/officeDocument/2006/customXml" ds:itemID="{9EE16009-4C9A-4D77-8D1E-1AFCC642A19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F547470-CF1D-4F9B-BD8F-FA8CD01E0FF6}">
  <ds:schemaRefs>
    <ds:schemaRef ds:uri="ed1847f7-4432-48e0-964f-25724acf5ead"/>
    <ds:schemaRef ds:uri="f384d200-71ad-4bc9-9d00-4e792d9d34a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1870824B-0447-4F67-A3CE-65C88E7C5133}">
  <ds:schemaRefs>
    <ds:schemaRef ds:uri="http://schemas.microsoft.com/office/2006/documentManagement/types"/>
    <ds:schemaRef ds:uri="http://www.w3.org/XML/1998/namespace"/>
    <ds:schemaRef ds:uri="http://purl.org/dc/dcmitype/"/>
    <ds:schemaRef ds:uri="http://schemas.microsoft.com/office/infopath/2007/PartnerControls"/>
    <ds:schemaRef ds:uri="http://purl.org/dc/terms/"/>
    <ds:schemaRef ds:uri="http://schemas.microsoft.com/office/2006/metadata/properties"/>
    <ds:schemaRef ds:uri="http://purl.org/dc/elements/1.1/"/>
    <ds:schemaRef ds:uri="f384d200-71ad-4bc9-9d00-4e792d9d34a8"/>
    <ds:schemaRef ds:uri="http://schemas.openxmlformats.org/package/2006/metadata/core-properties"/>
    <ds:schemaRef ds:uri="ed1847f7-4432-48e0-964f-25724acf5ea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Deloitte_16_9_Onscreen_US</Template>
  <TotalTime>0</TotalTime>
  <Words>831</Words>
  <Application>Microsoft Office PowerPoint</Application>
  <PresentationFormat>Widescreen</PresentationFormat>
  <Paragraphs>132</Paragraphs>
  <Slides>15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Arial</vt:lpstr>
      <vt:lpstr>Calibri</vt:lpstr>
      <vt:lpstr>Calibri Light</vt:lpstr>
      <vt:lpstr>Open Sans</vt:lpstr>
      <vt:lpstr>Verdana</vt:lpstr>
      <vt:lpstr>Wingdings</vt:lpstr>
      <vt:lpstr>Wingdings 2</vt:lpstr>
      <vt:lpstr>Deloitte_US_Onscreen</vt:lpstr>
      <vt:lpstr>think-cell Slide</vt:lpstr>
      <vt:lpstr>PowerPoint Presentation</vt:lpstr>
      <vt:lpstr>PowerPoint Presentation</vt:lpstr>
      <vt:lpstr>SAP Build Process Automation: Introduction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Deloitte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M, Aravind Kumar</cp:lastModifiedBy>
  <cp:revision>5</cp:revision>
  <cp:lastPrinted>2014-06-25T02:16:22Z</cp:lastPrinted>
  <dcterms:created xsi:type="dcterms:W3CDTF">2019-03-27T08:41:54Z</dcterms:created>
  <dcterms:modified xsi:type="dcterms:W3CDTF">2024-07-16T18:33:19Z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0x010100DBD685BAC3E09C4AA021D8E42E0DC2FC</vt:lpwstr>
  </property>
  <property fmtid="{D5CDD505-2E9C-101B-9397-08002B2CF9AE}" pid="3" name="MSIP_Label_ea60d57e-af5b-4752-ac57-3e4f28ca11dc_Enabled">
    <vt:lpwstr>true</vt:lpwstr>
  </property>
  <property fmtid="{D5CDD505-2E9C-101B-9397-08002B2CF9AE}" pid="4" name="MSIP_Label_ea60d57e-af5b-4752-ac57-3e4f28ca11dc_SetDate">
    <vt:lpwstr>2021-07-05T05:59:52Z</vt:lpwstr>
  </property>
  <property fmtid="{D5CDD505-2E9C-101B-9397-08002B2CF9AE}" pid="5" name="MSIP_Label_ea60d57e-af5b-4752-ac57-3e4f28ca11dc_Method">
    <vt:lpwstr>Standard</vt:lpwstr>
  </property>
  <property fmtid="{D5CDD505-2E9C-101B-9397-08002B2CF9AE}" pid="6" name="MSIP_Label_ea60d57e-af5b-4752-ac57-3e4f28ca11dc_Name">
    <vt:lpwstr>ea60d57e-af5b-4752-ac57-3e4f28ca11dc</vt:lpwstr>
  </property>
  <property fmtid="{D5CDD505-2E9C-101B-9397-08002B2CF9AE}" pid="7" name="MSIP_Label_ea60d57e-af5b-4752-ac57-3e4f28ca11dc_SiteId">
    <vt:lpwstr>36da45f1-dd2c-4d1f-af13-5abe46b99921</vt:lpwstr>
  </property>
  <property fmtid="{D5CDD505-2E9C-101B-9397-08002B2CF9AE}" pid="8" name="MSIP_Label_ea60d57e-af5b-4752-ac57-3e4f28ca11dc_ActionId">
    <vt:lpwstr>5de571cc-0432-4621-9a3b-99e902956dfa</vt:lpwstr>
  </property>
  <property fmtid="{D5CDD505-2E9C-101B-9397-08002B2CF9AE}" pid="9" name="MSIP_Label_ea60d57e-af5b-4752-ac57-3e4f28ca11dc_ContentBits">
    <vt:lpwstr>0</vt:lpwstr>
  </property>
  <property fmtid="{D5CDD505-2E9C-101B-9397-08002B2CF9AE}" pid="10" name="Order">
    <vt:r8>22200</vt:r8>
  </property>
  <property fmtid="{D5CDD505-2E9C-101B-9397-08002B2CF9AE}" pid="11" name="xd_Signature">
    <vt:bool>false</vt:bool>
  </property>
  <property fmtid="{D5CDD505-2E9C-101B-9397-08002B2CF9AE}" pid="12" name="xd_ProgID">
    <vt:lpwstr/>
  </property>
  <property fmtid="{D5CDD505-2E9C-101B-9397-08002B2CF9AE}" pid="13" name="ComplianceAssetId">
    <vt:lpwstr/>
  </property>
  <property fmtid="{D5CDD505-2E9C-101B-9397-08002B2CF9AE}" pid="14" name="TemplateUrl">
    <vt:lpwstr/>
  </property>
  <property fmtid="{D5CDD505-2E9C-101B-9397-08002B2CF9AE}" pid="15" name="_ExtendedDescription">
    <vt:lpwstr/>
  </property>
  <property fmtid="{D5CDD505-2E9C-101B-9397-08002B2CF9AE}" pid="16" name="TriggerFlowInfo">
    <vt:lpwstr/>
  </property>
</Properties>
</file>