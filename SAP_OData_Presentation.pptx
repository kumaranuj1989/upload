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4" r:id="rId2"/>
  </p:sldMasterIdLst>
  <p:notesMasterIdLst>
    <p:notesMasterId r:id="rId31"/>
  </p:notesMasterIdLst>
  <p:handoutMasterIdLst>
    <p:handoutMasterId r:id="rId32"/>
  </p:handoutMasterIdLst>
  <p:sldIdLst>
    <p:sldId id="359" r:id="rId3"/>
    <p:sldId id="259" r:id="rId4"/>
    <p:sldId id="260" r:id="rId5"/>
    <p:sldId id="264" r:id="rId6"/>
    <p:sldId id="361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360" r:id="rId3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20000"/>
      </a:spcBef>
      <a:spcAft>
        <a:spcPct val="0"/>
      </a:spcAft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20000"/>
      </a:spcBef>
      <a:spcAft>
        <a:spcPct val="0"/>
      </a:spcAft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20000"/>
      </a:spcBef>
      <a:spcAft>
        <a:spcPct val="0"/>
      </a:spcAft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20000"/>
      </a:spcBef>
      <a:spcAft>
        <a:spcPct val="0"/>
      </a:spcAft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1100"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99" autoAdjust="0"/>
  </p:normalViewPr>
  <p:slideViewPr>
    <p:cSldViewPr>
      <p:cViewPr varScale="1">
        <p:scale>
          <a:sx n="68" d="100"/>
          <a:sy n="68" d="100"/>
        </p:scale>
        <p:origin x="18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81D194-3E1A-492A-BF56-E22B5FA521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3FDAA-D162-9959-0203-9D5EE5FB49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6F58-BD45-4A7D-B9BD-CC3ADD93076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8FE3-8F5C-A21D-EE49-4EAE9E4A57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ODATA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5110-BDA2-F79C-237F-ECF06B9D2B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FC8B6-6BE0-430E-A39F-9937C1AB2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6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6B45A-B275-4C9D-8C1E-850EAC680B97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ODATA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45855-5E6F-4032-A22A-76FB5F1450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9828" y="4561227"/>
            <a:ext cx="5855547" cy="1692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47500" lnSpcReduction="20000"/>
          </a:bodyPr>
          <a:lstStyle/>
          <a:p>
            <a:pPr eaLnBrk="1" hangingPunct="1"/>
            <a:endParaRPr lang="en-US" dirty="0"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15F80-3722-40A8-A13B-913CAEEA0A98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020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9975" y="685800"/>
            <a:ext cx="4759325" cy="3568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A974C8-DDE0-48BC-8CED-2C5A9C3D8F06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5031AC3-C82C-4926-B951-858A73FE5354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Unisoft Global Services</a:t>
            </a:r>
          </a:p>
        </p:txBody>
      </p:sp>
    </p:spTree>
    <p:extLst>
      <p:ext uri="{BB962C8B-B14F-4D97-AF65-F5344CB8AC3E}">
        <p14:creationId xmlns:p14="http://schemas.microsoft.com/office/powerpoint/2010/main" val="1448136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9975" y="685800"/>
            <a:ext cx="4759325" cy="3568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A974C8-DDE0-48BC-8CED-2C5A9C3D8F06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5031AC3-C82C-4926-B951-858A73FE5354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Unisoft Global Services</a:t>
            </a:r>
          </a:p>
        </p:txBody>
      </p:sp>
    </p:spTree>
    <p:extLst>
      <p:ext uri="{BB962C8B-B14F-4D97-AF65-F5344CB8AC3E}">
        <p14:creationId xmlns:p14="http://schemas.microsoft.com/office/powerpoint/2010/main" val="144813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9975" y="685800"/>
            <a:ext cx="4759325" cy="3568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A974C8-DDE0-48BC-8CED-2C5A9C3D8F06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5031AC3-C82C-4926-B951-858A73FE5354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Unisoft Global Services</a:t>
            </a:r>
          </a:p>
        </p:txBody>
      </p:sp>
    </p:spTree>
    <p:extLst>
      <p:ext uri="{BB962C8B-B14F-4D97-AF65-F5344CB8AC3E}">
        <p14:creationId xmlns:p14="http://schemas.microsoft.com/office/powerpoint/2010/main" val="1448136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9975" y="685800"/>
            <a:ext cx="4759325" cy="3568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A974C8-DDE0-48BC-8CED-2C5A9C3D8F06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5031AC3-C82C-4926-B951-858A73FE5354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Unisoft Global Services</a:t>
            </a:r>
          </a:p>
        </p:txBody>
      </p:sp>
    </p:spTree>
    <p:extLst>
      <p:ext uri="{BB962C8B-B14F-4D97-AF65-F5344CB8AC3E}">
        <p14:creationId xmlns:p14="http://schemas.microsoft.com/office/powerpoint/2010/main" val="345611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 : Go to T-Code – “SEGW” &amp; Click on Create Button</a:t>
            </a:r>
            <a:r>
              <a:rPr lang="en-US" sz="1200" baseline="0" dirty="0"/>
              <a:t> an give the Project name with ‘Z’ or ‘Y’ and save it in Local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Step2 :</a:t>
            </a:r>
            <a:r>
              <a:rPr lang="en-US" sz="1200" baseline="0" dirty="0"/>
              <a:t> After Saving under Local Object, by Default Data Model, Service Implementation, Run time Artifacts, Service Maintenance will generate.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Step3 : Just Expand the Data Model, U Will find the</a:t>
            </a:r>
            <a:r>
              <a:rPr lang="en-US" sz="1200" baseline="0" dirty="0"/>
              <a:t> Entity Types, Associations, </a:t>
            </a:r>
            <a:r>
              <a:rPr lang="en-US" sz="1200" baseline="0" dirty="0" err="1"/>
              <a:t>Entitysets</a:t>
            </a:r>
            <a:r>
              <a:rPr lang="en-US" sz="1200" baseline="0" dirty="0"/>
              <a:t>.</a:t>
            </a:r>
            <a:br>
              <a:rPr lang="en-US" sz="1200" baseline="0" dirty="0"/>
            </a:br>
            <a:r>
              <a:rPr lang="en-US" sz="1200" baseline="0" dirty="0"/>
              <a:t>Entity Types : It is like the Structure what fields we have to store for that entity type.</a:t>
            </a:r>
          </a:p>
          <a:p>
            <a:r>
              <a:rPr lang="en-US" sz="1200" baseline="0" dirty="0"/>
              <a:t>Associations : if u want to Give link between 2 </a:t>
            </a:r>
            <a:r>
              <a:rPr lang="en-US" sz="1200" baseline="0" dirty="0" err="1"/>
              <a:t>Entitysets</a:t>
            </a:r>
            <a:r>
              <a:rPr lang="en-US" sz="1200" baseline="0" dirty="0"/>
              <a:t> .</a:t>
            </a:r>
          </a:p>
          <a:p>
            <a:r>
              <a:rPr lang="en-US" sz="1200" baseline="0" dirty="0"/>
              <a:t>Entity Sets   : It is like the Internal Tables by Default based on entity types it will generate that many entity sets it will be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Step4 :</a:t>
            </a:r>
            <a:r>
              <a:rPr lang="en-US" sz="1200" baseline="0" dirty="0"/>
              <a:t> Right Click on the Data Model and select Import as DDIC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Step5</a:t>
            </a:r>
            <a:r>
              <a:rPr lang="en-US" sz="1200" baseline="0" dirty="0"/>
              <a:t> </a:t>
            </a:r>
            <a:r>
              <a:rPr lang="en-US" sz="1200" dirty="0"/>
              <a:t>:</a:t>
            </a:r>
            <a:r>
              <a:rPr lang="en-US" sz="1200" baseline="0" dirty="0"/>
              <a:t> </a:t>
            </a:r>
            <a:br>
              <a:rPr lang="en-US" sz="1200" baseline="0" dirty="0"/>
            </a:br>
            <a:r>
              <a:rPr lang="en-US" sz="1200" baseline="0" dirty="0"/>
              <a:t>1.Need to give the Entity Name with “Z” or “Y” .</a:t>
            </a:r>
            <a:br>
              <a:rPr lang="en-US" sz="1200" baseline="0" dirty="0"/>
            </a:br>
            <a:r>
              <a:rPr lang="en-US" sz="1200" baseline="0" dirty="0"/>
              <a:t>2. Need to give the structure Name which u Created.</a:t>
            </a:r>
          </a:p>
          <a:p>
            <a:r>
              <a:rPr lang="en-US" sz="1200" baseline="0" dirty="0"/>
              <a:t>3. Check box should be Enable.</a:t>
            </a:r>
            <a:br>
              <a:rPr lang="en-US" sz="1200" baseline="0" dirty="0"/>
            </a:br>
            <a:r>
              <a:rPr lang="en-US" sz="1200" baseline="0" dirty="0"/>
              <a:t>4. After that click on Next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Step6</a:t>
            </a:r>
            <a:r>
              <a:rPr lang="en-US" sz="1200" baseline="0" dirty="0"/>
              <a:t> </a:t>
            </a:r>
            <a:r>
              <a:rPr lang="en-US" sz="1200" dirty="0"/>
              <a:t>:</a:t>
            </a:r>
            <a:r>
              <a:rPr lang="en-US" sz="1200" baseline="0" dirty="0"/>
              <a:t>  After that we can select which ever the Fields, we want that we can select using check box &amp; click Next .</a:t>
            </a:r>
            <a:br>
              <a:rPr lang="en-US" sz="1200" baseline="0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Step7</a:t>
            </a:r>
            <a:r>
              <a:rPr lang="en-US" sz="1200" baseline="0" dirty="0"/>
              <a:t> </a:t>
            </a:r>
            <a:r>
              <a:rPr lang="en-US" sz="1200" dirty="0"/>
              <a:t>: After that Kindly</a:t>
            </a:r>
            <a:r>
              <a:rPr lang="en-US" sz="1200" baseline="0" dirty="0"/>
              <a:t> Click on the primary key Fields which u Want that u can Select Over Here click on the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Step8</a:t>
            </a:r>
            <a:r>
              <a:rPr lang="en-US" sz="1200" baseline="0" dirty="0"/>
              <a:t> </a:t>
            </a:r>
            <a:r>
              <a:rPr lang="en-US" sz="1200" dirty="0"/>
              <a:t>: After that Click on the Generate</a:t>
            </a:r>
            <a:r>
              <a:rPr lang="en-US" sz="1200" baseline="0" dirty="0"/>
              <a:t> Button, By Default Data Provider Class, Model Provider Class and Service Name will Generate and click on the local object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</a:t>
            </a:r>
            <a:r>
              <a:rPr lang="en-US" sz="1200" baseline="0" dirty="0"/>
              <a:t>9</a:t>
            </a:r>
            <a:r>
              <a:rPr lang="en-US" sz="1200" dirty="0"/>
              <a:t>: After that It will Activate, and it</a:t>
            </a:r>
            <a:r>
              <a:rPr lang="en-US" sz="1200" baseline="0" dirty="0"/>
              <a:t> will Show in the Green Color. If any error Comes it will show in Red Color, that need to rectify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Step10</a:t>
            </a:r>
            <a:r>
              <a:rPr lang="en-US" sz="1200" baseline="0" dirty="0"/>
              <a:t> </a:t>
            </a:r>
            <a:r>
              <a:rPr lang="en-US" sz="1200" dirty="0"/>
              <a:t>: After that Expand</a:t>
            </a:r>
            <a:r>
              <a:rPr lang="en-US" sz="1200" baseline="0" dirty="0"/>
              <a:t> Runtime Artifacts and Select Data Provider Class Extension.</a:t>
            </a:r>
            <a:br>
              <a:rPr lang="en-US" sz="1200" baseline="0" dirty="0"/>
            </a:br>
            <a:r>
              <a:rPr lang="en-US" sz="1200" baseline="0" dirty="0"/>
              <a:t>Data Provider Class : If u Want to write any Code, then this Class is  Required.</a:t>
            </a:r>
          </a:p>
          <a:p>
            <a:r>
              <a:rPr lang="en-US" sz="1200" baseline="0" dirty="0"/>
              <a:t>Model Provider Class : By Default, which ever the Structures, Internal Tables U have Created in the Data Provider Class that will appear  here.</a:t>
            </a:r>
          </a:p>
          <a:p>
            <a:r>
              <a:rPr lang="en-US" sz="1200" baseline="0" dirty="0"/>
              <a:t>Service Name : OData Service Name we must register in the Front-end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Step11</a:t>
            </a:r>
            <a:r>
              <a:rPr lang="en-US" sz="1200" baseline="0" dirty="0"/>
              <a:t> </a:t>
            </a:r>
            <a:r>
              <a:rPr lang="en-US" sz="1200" dirty="0"/>
              <a:t>: for Writing the Code need to double click on the Data Provider Class Extension it will take to u to the respective standard classes and methods.</a:t>
            </a:r>
            <a:br>
              <a:rPr lang="en-US" sz="1200" dirty="0"/>
            </a:br>
            <a:r>
              <a:rPr lang="en-US" sz="1200" dirty="0"/>
              <a:t>There we must redefine methods</a:t>
            </a:r>
            <a:r>
              <a:rPr lang="en-US" sz="1200" baseline="0" dirty="0"/>
              <a:t> which we want to use and there we need to write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Step12</a:t>
            </a:r>
            <a:r>
              <a:rPr lang="en-US" sz="1200" baseline="0" dirty="0"/>
              <a:t> </a:t>
            </a:r>
            <a:r>
              <a:rPr lang="en-US" sz="1200" dirty="0"/>
              <a:t>:</a:t>
            </a:r>
            <a:r>
              <a:rPr lang="en-US" sz="1200" baseline="0" dirty="0"/>
              <a:t> After that now as per the Requirement, I am fetching the data so enable the Method </a:t>
            </a:r>
            <a:r>
              <a:rPr lang="en-US" sz="1200" baseline="0" dirty="0" err="1"/>
              <a:t>Get_entityset</a:t>
            </a:r>
            <a:r>
              <a:rPr lang="en-US" sz="1200" baseline="0" dirty="0"/>
              <a:t>.</a:t>
            </a:r>
          </a:p>
          <a:p>
            <a:r>
              <a:rPr lang="en-US" sz="1200" baseline="0" dirty="0"/>
              <a:t>For Enabling the Method just Click on the Edit button and select the method which u want to use then place cursor and click on redefine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Step13</a:t>
            </a:r>
            <a:r>
              <a:rPr lang="en-US" sz="1200" baseline="0" dirty="0"/>
              <a:t> </a:t>
            </a:r>
            <a:r>
              <a:rPr lang="en-US" sz="1200" dirty="0"/>
              <a:t>: In</a:t>
            </a:r>
            <a:r>
              <a:rPr lang="en-US" sz="1200" baseline="0" dirty="0"/>
              <a:t> the Marked Screen Shot we can use it as Importing and Exporting Parameter.</a:t>
            </a:r>
            <a:br>
              <a:rPr lang="en-US" sz="1200" baseline="0" dirty="0"/>
            </a:br>
            <a:r>
              <a:rPr lang="en-US" sz="1200" baseline="0" dirty="0"/>
              <a:t>Importing : this Parameters we can use like Inputs.</a:t>
            </a:r>
            <a:br>
              <a:rPr lang="en-US" sz="1200" baseline="0" dirty="0"/>
            </a:br>
            <a:r>
              <a:rPr lang="en-US" sz="1200" baseline="0" dirty="0"/>
              <a:t>Exporting : this Parameters we can use like Display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Step14</a:t>
            </a:r>
            <a:r>
              <a:rPr lang="en-US" sz="1200" baseline="0" dirty="0"/>
              <a:t> </a:t>
            </a:r>
            <a:r>
              <a:rPr lang="en-US" sz="1200" dirty="0"/>
              <a:t>:</a:t>
            </a:r>
            <a:br>
              <a:rPr lang="en-US" sz="1200" dirty="0"/>
            </a:br>
            <a:r>
              <a:rPr lang="en-US" sz="1200" dirty="0"/>
              <a:t>Here as I mentioned in the above slide, there will be importing and exporting parameters so now as per the requirement</a:t>
            </a:r>
            <a:r>
              <a:rPr lang="en-US" sz="1200" baseline="0" dirty="0"/>
              <a:t> I need to display the bulk of records so whole values need to store in the respective </a:t>
            </a:r>
            <a:r>
              <a:rPr lang="en-US" sz="1200" baseline="0" dirty="0" err="1"/>
              <a:t>Entityset</a:t>
            </a:r>
            <a:r>
              <a:rPr lang="en-US" sz="1200" baseline="0" dirty="0"/>
              <a:t> ET_ENTITYSET. It is like the final structure.</a:t>
            </a:r>
            <a:br>
              <a:rPr lang="en-US" sz="1200" baseline="0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Step15</a:t>
            </a:r>
            <a:r>
              <a:rPr lang="en-US" sz="1200" baseline="0" dirty="0"/>
              <a:t> </a:t>
            </a:r>
            <a:r>
              <a:rPr lang="en-US" sz="1200" dirty="0"/>
              <a:t>: Code</a:t>
            </a:r>
            <a:r>
              <a:rPr lang="en-US" sz="1200" baseline="0" dirty="0"/>
              <a:t> which u need to write that u can write in between method and end method.</a:t>
            </a:r>
            <a:br>
              <a:rPr lang="en-US" sz="1200" baseline="0" dirty="0"/>
            </a:br>
            <a:r>
              <a:rPr lang="en-US" sz="1200" baseline="0" dirty="0"/>
              <a:t>If u want to debug the program, we have to Put external break-point because from one system we are writing and running in the other system so session breakpoint will not work.</a:t>
            </a:r>
            <a:br>
              <a:rPr lang="en-US" sz="1200" baseline="0" dirty="0"/>
            </a:br>
            <a:br>
              <a:rPr lang="en-US" sz="1200" baseline="0" dirty="0"/>
            </a:br>
            <a:r>
              <a:rPr lang="en-US" sz="1200" baseline="0" dirty="0"/>
              <a:t>Note: Only 30 session break-points we can use.</a:t>
            </a:r>
            <a:br>
              <a:rPr lang="en-US" sz="1200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Step16:</a:t>
            </a:r>
          </a:p>
          <a:p>
            <a:r>
              <a:rPr lang="en-US" sz="1200" dirty="0"/>
              <a:t>After</a:t>
            </a:r>
            <a:r>
              <a:rPr lang="en-US" sz="1200" baseline="0" dirty="0"/>
              <a:t> that we have to go to Front end System to  register service.</a:t>
            </a:r>
            <a:br>
              <a:rPr lang="en-US" sz="1200" baseline="0" dirty="0"/>
            </a:br>
            <a:r>
              <a:rPr lang="en-US" sz="1200" baseline="0" dirty="0"/>
              <a:t>For registering &amp;  Activating the service, Go to T-Code “/N/IWFND/MAINT_SERVICE”.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Step17:</a:t>
            </a:r>
          </a:p>
          <a:p>
            <a:r>
              <a:rPr lang="en-US" dirty="0"/>
              <a:t>First</a:t>
            </a:r>
            <a:r>
              <a:rPr lang="en-US" baseline="0" dirty="0"/>
              <a:t> need to add the Service, for that we have to click on Add 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Step18: Need to register the Service.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Step19:  After that If</a:t>
            </a:r>
            <a:r>
              <a:rPr lang="en-US" sz="1200" baseline="0" dirty="0"/>
              <a:t> u click on add service, then we must save under local Object.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Step20:</a:t>
            </a:r>
            <a:r>
              <a:rPr lang="en-US" sz="1200" baseline="0" dirty="0"/>
              <a:t> After that need to save under local object  and click on enter.</a:t>
            </a:r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Step21:</a:t>
            </a:r>
            <a:r>
              <a:rPr lang="en-US" sz="1200" baseline="0" dirty="0"/>
              <a:t> After that To find the service , go to t-code :  “/n/</a:t>
            </a:r>
            <a:r>
              <a:rPr lang="en-US" sz="1200" baseline="0" dirty="0" err="1"/>
              <a:t>iwfnd</a:t>
            </a:r>
            <a:r>
              <a:rPr lang="en-US" sz="1200" baseline="0" dirty="0"/>
              <a:t>/</a:t>
            </a:r>
            <a:r>
              <a:rPr lang="en-US" sz="1200" baseline="0" dirty="0" err="1"/>
              <a:t>maint_service</a:t>
            </a:r>
            <a:r>
              <a:rPr lang="en-US" sz="1200" baseline="0" dirty="0"/>
              <a:t> “</a:t>
            </a:r>
          </a:p>
          <a:p>
            <a:r>
              <a:rPr lang="en-US" sz="1200" baseline="0" dirty="0"/>
              <a:t>By using the find symbol u can check the service and activate the ICF Node .</a:t>
            </a:r>
          </a:p>
          <a:p>
            <a:r>
              <a:rPr lang="en-US" sz="1200" baseline="0" dirty="0"/>
              <a:t>Before adding the service kindly check the system alias they have assigned or not.</a:t>
            </a:r>
            <a:br>
              <a:rPr lang="en-US" sz="1200" baseline="0" dirty="0"/>
            </a:br>
            <a:r>
              <a:rPr lang="en-US" sz="1200" baseline="0" dirty="0"/>
              <a:t>After that need to select the service and click on sap gateway client.</a:t>
            </a:r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Step22: </a:t>
            </a:r>
            <a:br>
              <a:rPr lang="en-US" sz="1200" dirty="0"/>
            </a:br>
            <a:r>
              <a:rPr lang="en-US" sz="1200" dirty="0"/>
              <a:t>Syntax : /sap/</a:t>
            </a:r>
            <a:r>
              <a:rPr lang="en-US" sz="1200" dirty="0" err="1"/>
              <a:t>opu</a:t>
            </a:r>
            <a:r>
              <a:rPr lang="en-US" sz="1200" dirty="0"/>
              <a:t>/</a:t>
            </a:r>
            <a:r>
              <a:rPr lang="en-US" sz="1200" dirty="0" err="1"/>
              <a:t>odata</a:t>
            </a:r>
            <a:r>
              <a:rPr lang="en-US" sz="1200" dirty="0"/>
              <a:t>/sap/ZSPIC_PLAYER_SRV/</a:t>
            </a:r>
            <a:r>
              <a:rPr lang="en-US" sz="1200" dirty="0" err="1"/>
              <a:t>ZSPIC_PLAYERSet</a:t>
            </a:r>
            <a:r>
              <a:rPr lang="en-US" sz="1200" dirty="0"/>
              <a:t>?$format=xml</a:t>
            </a:r>
            <a:br>
              <a:rPr lang="en-US" sz="1200" dirty="0"/>
            </a:br>
            <a:r>
              <a:rPr lang="en-US" sz="1200" dirty="0"/>
              <a:t>in the above Syntax </a:t>
            </a:r>
            <a:br>
              <a:rPr lang="en-US" sz="1200" dirty="0"/>
            </a:br>
            <a:r>
              <a:rPr lang="en-US" sz="1200" dirty="0"/>
              <a:t>ZSPIC_PLAYER_SRV is your Service</a:t>
            </a:r>
            <a:r>
              <a:rPr lang="en-US" sz="1200" baseline="0" dirty="0"/>
              <a:t> Name</a:t>
            </a:r>
            <a:br>
              <a:rPr lang="en-US" sz="1200" baseline="0" dirty="0"/>
            </a:br>
            <a:r>
              <a:rPr lang="en-US" sz="1200" baseline="0" dirty="0" err="1"/>
              <a:t>ZSPIC_PLAYERSet</a:t>
            </a:r>
            <a:r>
              <a:rPr lang="en-US" sz="1200" baseline="0" dirty="0"/>
              <a:t> is your Entity Set </a:t>
            </a:r>
            <a:br>
              <a:rPr lang="en-US" sz="1200" baseline="0" dirty="0"/>
            </a:br>
            <a:r>
              <a:rPr lang="en-US" sz="1200" baseline="0" dirty="0"/>
              <a:t>Note  it should be case sensitive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45855-5E6F-4032-A22A-76FB5F1450F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2694" y="9166720"/>
            <a:ext cx="185948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l" defTabSz="664909">
              <a:spcBef>
                <a:spcPct val="0"/>
              </a:spcBef>
            </a:pPr>
            <a:fld id="{C48ED56A-DF9C-45A7-8469-0591366F9524}" type="slidenum">
              <a:rPr lang="en-GB" sz="1300" b="0"/>
              <a:pPr algn="l" defTabSz="664909">
                <a:spcBef>
                  <a:spcPct val="0"/>
                </a:spcBef>
              </a:pPr>
              <a:t>28</a:t>
            </a:fld>
            <a:endParaRPr lang="en-GB" sz="1300" b="0" dirty="0"/>
          </a:p>
        </p:txBody>
      </p:sp>
      <p:sp>
        <p:nvSpPr>
          <p:cNvPr id="66565" name="Rectangle 5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6" name="Rectangle 6"/>
          <p:cNvSpPr>
            <a:spLocks noGrp="1"/>
          </p:cNvSpPr>
          <p:nvPr>
            <p:ph type="body" idx="1"/>
          </p:nvPr>
        </p:nvSpPr>
        <p:spPr>
          <a:xfrm>
            <a:off x="729828" y="4561227"/>
            <a:ext cx="5855547" cy="169277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15F80-3722-40A8-A13B-913CAEEA0A98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273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Title Placeholder 1"/>
          <p:cNvSpPr>
            <a:spLocks noGrp="1"/>
          </p:cNvSpPr>
          <p:nvPr>
            <p:ph type="ctrTitle"/>
          </p:nvPr>
        </p:nvSpPr>
        <p:spPr bwMode="gray">
          <a:xfrm>
            <a:off x="1143000" y="2641627"/>
            <a:ext cx="4113213" cy="74379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5000"/>
              </a:lnSpc>
              <a:defRPr sz="2800" b="0" smtClean="0"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 bwMode="gray">
          <a:xfrm>
            <a:off x="1143000" y="3689350"/>
            <a:ext cx="4113213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 sz="1800" b="1" smtClean="0">
                <a:latin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20844" name="Picture 12" descr="DEL_DCS_PRI_RG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404813" y="303213"/>
            <a:ext cx="1636712" cy="307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533205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Title Placeholder 1"/>
          <p:cNvSpPr>
            <a:spLocks noGrp="1"/>
          </p:cNvSpPr>
          <p:nvPr>
            <p:ph type="ctrTitle"/>
          </p:nvPr>
        </p:nvSpPr>
        <p:spPr bwMode="gray">
          <a:xfrm>
            <a:off x="411480" y="2773363"/>
            <a:ext cx="4325112" cy="73152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85000"/>
              </a:lnSpc>
              <a:defRPr sz="2800" b="1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 bwMode="gray">
          <a:xfrm>
            <a:off x="411480" y="3694176"/>
            <a:ext cx="4325112" cy="307777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 sz="2000" b="0" smtClean="0">
                <a:latin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07455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Title Placeholder 1"/>
          <p:cNvSpPr>
            <a:spLocks noGrp="1"/>
          </p:cNvSpPr>
          <p:nvPr>
            <p:ph type="ctrTitle"/>
          </p:nvPr>
        </p:nvSpPr>
        <p:spPr bwMode="auto">
          <a:xfrm>
            <a:off x="411480" y="2824696"/>
            <a:ext cx="8149908" cy="680186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5000"/>
              </a:lnSpc>
              <a:defRPr sz="5200" b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 bwMode="auto">
          <a:xfrm>
            <a:off x="411480" y="3694176"/>
            <a:ext cx="4325112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 sz="1800" b="1" smtClean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029641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sz="quarter" idx="11"/>
          </p:nvPr>
        </p:nvSpPr>
        <p:spPr bwMode="gray">
          <a:xfrm>
            <a:off x="411479" y="1399029"/>
            <a:ext cx="3999155" cy="4887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>
                <a:tab pos="3889375" algn="r"/>
              </a:tabLst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>
                <a:tab pos="3889375" algn="r"/>
              </a:tabLst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>
                <a:tab pos="3883025" algn="r"/>
              </a:tabLst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>
                <a:tab pos="3889375" algn="r"/>
              </a:tabLst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>
                <a:tab pos="3889375" algn="r"/>
              </a:tabLst>
              <a:defRPr kumimoji="0" lang="en-US" sz="16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>
              <a:tabLst>
                <a:tab pos="3889375" algn="r"/>
              </a:tabLst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627" y="6461794"/>
            <a:ext cx="1787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US" sz="1800" dirty="0" err="1"/>
          </a:p>
        </p:txBody>
      </p:sp>
    </p:spTree>
    <p:extLst>
      <p:ext uri="{BB962C8B-B14F-4D97-AF65-F5344CB8AC3E}">
        <p14:creationId xmlns:p14="http://schemas.microsoft.com/office/powerpoint/2010/main" val="257666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0"/>
          <p:cNvSpPr>
            <a:spLocks noGrp="1"/>
          </p:cNvSpPr>
          <p:nvPr>
            <p:ph sz="quarter" idx="12"/>
          </p:nvPr>
        </p:nvSpPr>
        <p:spPr bwMode="gray">
          <a:xfrm>
            <a:off x="411479" y="1399032"/>
            <a:ext cx="8330184" cy="4887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22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L="174625" marR="0" indent="-173038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 bwMode="gray">
          <a:xfrm>
            <a:off x="414338" y="779463"/>
            <a:ext cx="833018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0627" y="6461794"/>
            <a:ext cx="1787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US" sz="1800" dirty="0" err="1"/>
          </a:p>
        </p:txBody>
      </p:sp>
    </p:spTree>
    <p:extLst>
      <p:ext uri="{BB962C8B-B14F-4D97-AF65-F5344CB8AC3E}">
        <p14:creationId xmlns:p14="http://schemas.microsoft.com/office/powerpoint/2010/main" val="421478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sz="quarter" idx="11"/>
          </p:nvPr>
        </p:nvSpPr>
        <p:spPr bwMode="gray">
          <a:xfrm>
            <a:off x="411479" y="1399029"/>
            <a:ext cx="3999155" cy="4887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>
              <a:tabLst>
                <a:tab pos="3889375" algn="r"/>
              </a:tabLst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8"/>
          <p:cNvSpPr>
            <a:spLocks noGrp="1"/>
          </p:cNvSpPr>
          <p:nvPr>
            <p:ph type="body" sz="quarter" idx="13"/>
          </p:nvPr>
        </p:nvSpPr>
        <p:spPr bwMode="gray">
          <a:xfrm>
            <a:off x="414338" y="779463"/>
            <a:ext cx="833018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0"/>
          <p:cNvSpPr>
            <a:spLocks noGrp="1"/>
          </p:cNvSpPr>
          <p:nvPr>
            <p:ph sz="quarter" idx="14"/>
          </p:nvPr>
        </p:nvSpPr>
        <p:spPr bwMode="gray">
          <a:xfrm>
            <a:off x="4724400" y="1399029"/>
            <a:ext cx="3999155" cy="4887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>
              <a:tabLst>
                <a:tab pos="3889375" algn="r"/>
              </a:tabLst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3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8"/>
          <p:cNvSpPr>
            <a:spLocks noGrp="1"/>
          </p:cNvSpPr>
          <p:nvPr>
            <p:ph type="body" sz="quarter" idx="13"/>
          </p:nvPr>
        </p:nvSpPr>
        <p:spPr bwMode="gray">
          <a:xfrm>
            <a:off x="414338" y="779463"/>
            <a:ext cx="833018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>
                <a:latin typeface="+mj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0"/>
          <p:cNvSpPr>
            <a:spLocks noGrp="1"/>
          </p:cNvSpPr>
          <p:nvPr>
            <p:ph sz="quarter" idx="11"/>
          </p:nvPr>
        </p:nvSpPr>
        <p:spPr bwMode="gray">
          <a:xfrm>
            <a:off x="411480" y="1399029"/>
            <a:ext cx="2651760" cy="4887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>
              <a:tabLst>
                <a:tab pos="3889375" algn="r"/>
              </a:tabLst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0"/>
          <p:cNvSpPr>
            <a:spLocks noGrp="1"/>
          </p:cNvSpPr>
          <p:nvPr>
            <p:ph sz="quarter" idx="14"/>
          </p:nvPr>
        </p:nvSpPr>
        <p:spPr bwMode="gray">
          <a:xfrm>
            <a:off x="3245624" y="1399029"/>
            <a:ext cx="2651760" cy="4887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>
              <a:tabLst>
                <a:tab pos="3889375" algn="r"/>
              </a:tabLst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0"/>
          <p:cNvSpPr>
            <a:spLocks noGrp="1"/>
          </p:cNvSpPr>
          <p:nvPr>
            <p:ph sz="quarter" idx="15"/>
          </p:nvPr>
        </p:nvSpPr>
        <p:spPr bwMode="gray">
          <a:xfrm>
            <a:off x="6069209" y="1399029"/>
            <a:ext cx="2651760" cy="4887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1pPr>
            <a:lvl2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8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2pPr>
            <a:lvl3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3pPr>
            <a:lvl4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4pPr>
            <a:lvl5pPr marR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Font typeface="Arial" pitchFamily="34" charset="0"/>
              <a:tabLst/>
              <a:defRPr kumimoji="0" lang="en-US" sz="16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Arial" pitchFamily="34" charset="0"/>
              </a:defRPr>
            </a:lvl5pPr>
            <a:lvl6pPr>
              <a:tabLst>
                <a:tab pos="3889375" algn="r"/>
              </a:tabLst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13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0"/>
          <p:cNvSpPr>
            <a:spLocks noGrp="1"/>
          </p:cNvSpPr>
          <p:nvPr>
            <p:ph sz="quarter" idx="11"/>
          </p:nvPr>
        </p:nvSpPr>
        <p:spPr bwMode="gray">
          <a:xfrm>
            <a:off x="411478" y="1873249"/>
            <a:ext cx="8330184" cy="428080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 bwMode="gray">
          <a:xfrm>
            <a:off x="414338" y="1397000"/>
            <a:ext cx="8330184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5"/>
          </p:nvPr>
        </p:nvSpPr>
        <p:spPr bwMode="gray">
          <a:xfrm>
            <a:off x="411479" y="6153912"/>
            <a:ext cx="3995928" cy="12801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lang="en-US" sz="8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16"/>
          </p:nvPr>
        </p:nvSpPr>
        <p:spPr bwMode="gray">
          <a:xfrm>
            <a:off x="414338" y="779463"/>
            <a:ext cx="833018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8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>
                <a:latin typeface="+mj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1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0"/>
          <p:cNvSpPr>
            <a:spLocks noGrp="1"/>
          </p:cNvSpPr>
          <p:nvPr>
            <p:ph sz="quarter" idx="11"/>
          </p:nvPr>
        </p:nvSpPr>
        <p:spPr bwMode="gray">
          <a:xfrm>
            <a:off x="411479" y="1873248"/>
            <a:ext cx="3999155" cy="428080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 bwMode="gray">
          <a:xfrm>
            <a:off x="414338" y="1397000"/>
            <a:ext cx="3995928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 bwMode="gray">
          <a:xfrm>
            <a:off x="411479" y="6153912"/>
            <a:ext cx="3995928" cy="12801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rgbClr val="002776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lang="en-US" sz="8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/>
          </p:nvPr>
        </p:nvSpPr>
        <p:spPr bwMode="gray">
          <a:xfrm>
            <a:off x="4737846" y="6153912"/>
            <a:ext cx="3995928" cy="12801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rgbClr val="002776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lang="en-US" sz="8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lang="en-US" sz="8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17"/>
          </p:nvPr>
        </p:nvSpPr>
        <p:spPr bwMode="gray">
          <a:xfrm>
            <a:off x="414338" y="779463"/>
            <a:ext cx="833018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>
                <a:latin typeface="+mj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0"/>
          <p:cNvSpPr>
            <a:spLocks noGrp="1"/>
          </p:cNvSpPr>
          <p:nvPr>
            <p:ph sz="quarter" idx="18"/>
          </p:nvPr>
        </p:nvSpPr>
        <p:spPr bwMode="gray">
          <a:xfrm>
            <a:off x="4724400" y="1873248"/>
            <a:ext cx="3999155" cy="428080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4727259" y="1397000"/>
            <a:ext cx="3995928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178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51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9" descr="DEL_PRI_RGB"/>
          <p:cNvPicPr>
            <a:picLocks noChangeAspect="1" noChangeArrowheads="1"/>
          </p:cNvPicPr>
          <p:nvPr/>
        </p:nvPicPr>
        <p:blipFill>
          <a:blip r:embed="rId2" cstate="print"/>
          <a:srcRect l="11237" t="27428" r="9845" b="25551"/>
          <a:stretch>
            <a:fillRect/>
          </a:stretch>
        </p:blipFill>
        <p:spPr bwMode="gray">
          <a:xfrm>
            <a:off x="2844800" y="3032125"/>
            <a:ext cx="34512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5"/>
          <p:cNvSpPr>
            <a:spLocks noGrp="1"/>
          </p:cNvSpPr>
          <p:nvPr>
            <p:ph type="body" sz="quarter" idx="10"/>
          </p:nvPr>
        </p:nvSpPr>
        <p:spPr bwMode="gray">
          <a:xfrm>
            <a:off x="402336" y="5458968"/>
            <a:ext cx="4937760" cy="1152144"/>
          </a:xfrm>
        </p:spPr>
        <p:txBody>
          <a:bodyPr anchor="b" anchorCtr="0">
            <a:noAutofit/>
          </a:bodyPr>
          <a:lstStyle>
            <a:lvl1pPr>
              <a:lnSpc>
                <a:spcPts val="800"/>
              </a:lnSpc>
              <a:spcBef>
                <a:spcPts val="400"/>
              </a:spcBef>
              <a:spcAft>
                <a:spcPts val="400"/>
              </a:spcAft>
              <a:defRPr sz="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851155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084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567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invGray">
          <a:xfrm>
            <a:off x="585788" y="776288"/>
            <a:ext cx="7972425" cy="4795837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marL="119063" indent="-119063" algn="l" eaLnBrk="0" hangingPunct="0">
              <a:spcBef>
                <a:spcPct val="50000"/>
              </a:spcBef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5" name="Picture 93" descr="LLP logo with big space copy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3" t="1840" b="59741"/>
          <a:stretch>
            <a:fillRect/>
          </a:stretch>
        </p:blipFill>
        <p:spPr bwMode="gray">
          <a:xfrm>
            <a:off x="895350" y="6026150"/>
            <a:ext cx="145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00739" name="MSTSHP_03"/>
          <p:cNvSpPr>
            <a:spLocks noGrp="1" noChangeArrowheads="1"/>
          </p:cNvSpPr>
          <p:nvPr>
            <p:ph type="ctrTitle" sz="quarter"/>
          </p:nvPr>
        </p:nvSpPr>
        <p:spPr>
          <a:xfrm>
            <a:off x="892175" y="2695575"/>
            <a:ext cx="6581775" cy="549275"/>
          </a:xfrm>
          <a:ln algn="ctr"/>
        </p:spPr>
        <p:txBody>
          <a:bodyPr/>
          <a:lstStyle>
            <a:lvl1pPr>
              <a:lnSpc>
                <a:spcPts val="4000"/>
              </a:lnSpc>
              <a:spcBef>
                <a:spcPct val="100000"/>
              </a:spcBef>
              <a:buClr>
                <a:schemeClr val="tx2"/>
              </a:buClr>
              <a:buSzPct val="85000"/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00740" name="MSTSHP_0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92175" y="3516313"/>
            <a:ext cx="6583363" cy="439737"/>
          </a:xfrm>
          <a:ln/>
        </p:spPr>
        <p:txBody>
          <a:bodyPr/>
          <a:lstStyle>
            <a:lvl1pPr>
              <a:lnSpc>
                <a:spcPts val="2800"/>
              </a:lnSpc>
              <a:spcBef>
                <a:spcPct val="15000"/>
              </a:spcBef>
              <a:buClrTx/>
              <a:buNone/>
              <a:defRPr sz="1800" b="1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23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7"/>
          <p:cNvSpPr>
            <a:spLocks noChangeShapeType="1"/>
          </p:cNvSpPr>
          <p:nvPr/>
        </p:nvSpPr>
        <p:spPr bwMode="invGray">
          <a:xfrm>
            <a:off x="401638" y="803275"/>
            <a:ext cx="833596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6000"/>
              </a:lnSpc>
              <a:spcBef>
                <a:spcPct val="0"/>
              </a:spcBef>
              <a:buFont typeface="Wingdings 2" pitchFamily="18" charset="2"/>
              <a:buNone/>
              <a:defRPr/>
            </a:pPr>
            <a:endParaRPr lang="en-US" sz="2400" b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0050" y="1155700"/>
            <a:ext cx="8337550" cy="51371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9774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rt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1143000" y="2551176"/>
            <a:ext cx="6858000" cy="1344168"/>
          </a:xfrm>
          <a:ln w="28575">
            <a:solidFill>
              <a:srgbClr val="003399"/>
            </a:solidFill>
          </a:ln>
        </p:spPr>
        <p:txBody>
          <a:bodyPr lIns="228600" rIns="228600" anchor="ctr" anchorCtr="1"/>
          <a:lstStyle>
            <a:lvl1pPr algn="ctr">
              <a:spcBef>
                <a:spcPts val="0"/>
              </a:spcBef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0105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43000" y="2551176"/>
            <a:ext cx="6858000" cy="1344168"/>
          </a:xfrm>
        </p:spPr>
        <p:txBody>
          <a:bodyPr anchor="ctr"/>
          <a:lstStyle>
            <a:lvl1pPr>
              <a:spcBef>
                <a:spcPts val="200"/>
              </a:spcBef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64812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06400" y="1155700"/>
            <a:ext cx="8339328" cy="5138928"/>
          </a:xfrm>
        </p:spPr>
        <p:txBody>
          <a:bodyPr/>
          <a:lstStyle>
            <a:lvl1pPr>
              <a:buNone/>
              <a:defRPr/>
            </a:lvl1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643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text slide (full page w/2 col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152144"/>
            <a:ext cx="8339328" cy="51389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2185416"/>
            <a:ext cx="4005072" cy="4105656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5513" y="2187194"/>
            <a:ext cx="4005072" cy="4105656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18432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ext slide (full page w/2 col. hd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152144"/>
            <a:ext cx="8339328" cy="51389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2715768"/>
            <a:ext cx="4005072" cy="3584448"/>
          </a:xfrm>
        </p:spPr>
        <p:txBody>
          <a:bodyPr/>
          <a:lstStyle>
            <a:lvl1pPr marL="0" indent="0"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2706624"/>
            <a:ext cx="4005072" cy="3584448"/>
          </a:xfrm>
        </p:spPr>
        <p:txBody>
          <a:bodyPr/>
          <a:lstStyle>
            <a:lvl1pPr marL="0" indent="0"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41365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ex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1152144"/>
            <a:ext cx="4005072" cy="5138928"/>
          </a:xfrm>
        </p:spPr>
        <p:txBody>
          <a:bodyPr/>
          <a:lstStyle>
            <a:lvl1pPr marL="0" indent="0"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1152144"/>
            <a:ext cx="4005072" cy="5138928"/>
          </a:xfrm>
        </p:spPr>
        <p:txBody>
          <a:bodyPr/>
          <a:lstStyle>
            <a:lvl1pPr marL="0" indent="0"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42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chelangelo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1152144"/>
            <a:ext cx="4005072" cy="5138928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6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698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ext slide (2 col w/hdrs)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1682496"/>
            <a:ext cx="4005072" cy="20482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1682496"/>
            <a:ext cx="4005072" cy="20482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02336" y="4251960"/>
            <a:ext cx="4005072" cy="20482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736592" y="4251960"/>
            <a:ext cx="4005072" cy="20482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296336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text slide (2 col w/hdrs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1682496"/>
            <a:ext cx="4005072" cy="4610354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1682496"/>
            <a:ext cx="4005072" cy="4610354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385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152144"/>
            <a:ext cx="8339328" cy="8686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402336" y="2176272"/>
            <a:ext cx="8339328" cy="4050792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82565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vro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402336" y="1747838"/>
            <a:ext cx="8339328" cy="4545012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2860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2660904" y="1155700"/>
            <a:ext cx="6080760" cy="13624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2656840" y="2898648"/>
            <a:ext cx="6080760" cy="13624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2656840" y="4645152"/>
            <a:ext cx="6080760" cy="13624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499060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jor Points w/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152144"/>
            <a:ext cx="8339328" cy="51389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2656840" y="2185416"/>
            <a:ext cx="6080760" cy="13624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2660904" y="3931920"/>
            <a:ext cx="6080760" cy="13624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596783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30936" y="1536192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30936" y="2779776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8"/>
          </p:nvPr>
        </p:nvSpPr>
        <p:spPr>
          <a:xfrm>
            <a:off x="630936" y="4023360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30936" y="5266944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965192" y="2779776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4965192" y="5266944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4965192" y="4023360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25"/>
          </p:nvPr>
        </p:nvSpPr>
        <p:spPr>
          <a:xfrm>
            <a:off x="4965192" y="1536192"/>
            <a:ext cx="3776472" cy="85953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buNone/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775728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 w/ 2 Chevr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152144"/>
            <a:ext cx="8339328" cy="51389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93192" y="2852928"/>
            <a:ext cx="4169664" cy="1892808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62856" y="2852928"/>
            <a:ext cx="4169664" cy="1892808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02227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chelangelo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3200400"/>
            <a:ext cx="4169664" cy="3090672"/>
          </a:xfrm>
        </p:spPr>
        <p:txBody>
          <a:bodyPr/>
          <a:lstStyle>
            <a:lvl1pPr marL="0" indent="0"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3200400"/>
            <a:ext cx="4005072" cy="3090672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6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348718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93192" y="1821434"/>
            <a:ext cx="4169664" cy="1892808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62856" y="1828800"/>
            <a:ext cx="4169664" cy="1892808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02336" y="4251960"/>
            <a:ext cx="8339328" cy="20482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05702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93192" y="1828800"/>
            <a:ext cx="2084832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478024" y="1828800"/>
            <a:ext cx="2084832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562856" y="1828800"/>
            <a:ext cx="2084832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8"/>
          </p:nvPr>
        </p:nvSpPr>
        <p:spPr>
          <a:xfrm>
            <a:off x="6647688" y="1828800"/>
            <a:ext cx="2084832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02336" y="4251960"/>
            <a:ext cx="8339328" cy="2048256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502703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93192" y="1828800"/>
            <a:ext cx="2779776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172968" y="1828800"/>
            <a:ext cx="2779776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5961888" y="1828800"/>
            <a:ext cx="2779776" cy="1892808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8"/>
          </p:nvPr>
        </p:nvSpPr>
        <p:spPr>
          <a:xfrm>
            <a:off x="402336" y="4242816"/>
            <a:ext cx="4005072" cy="2048256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727448" y="4242816"/>
            <a:ext cx="4005072" cy="2048256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623727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9651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1682496"/>
            <a:ext cx="4005072" cy="4608576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5"/>
          </p:nvPr>
        </p:nvSpPr>
        <p:spPr>
          <a:xfrm>
            <a:off x="393192" y="1728216"/>
            <a:ext cx="3968496" cy="3986784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85836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00050" y="5056632"/>
            <a:ext cx="8341614" cy="1243584"/>
          </a:xfrm>
        </p:spPr>
        <p:txBody>
          <a:bodyPr/>
          <a:lstStyle>
            <a:lvl1pPr marL="0" indent="0">
              <a:buNone/>
              <a:defRPr sz="18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6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5"/>
          </p:nvPr>
        </p:nvSpPr>
        <p:spPr>
          <a:xfrm>
            <a:off x="438912" y="1197864"/>
            <a:ext cx="8275320" cy="338328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69670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0050" y="1155700"/>
            <a:ext cx="8337550" cy="513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32864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u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2336" y="3044952"/>
            <a:ext cx="4005072" cy="3246120"/>
          </a:xfrm>
        </p:spPr>
        <p:txBody>
          <a:bodyPr/>
          <a:lstStyle>
            <a:lvl1pPr marL="0" indent="0"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411480"/>
            <a:ext cx="8339328" cy="36576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736592" y="3044952"/>
            <a:ext cx="4005072" cy="3246120"/>
          </a:xfrm>
        </p:spPr>
        <p:txBody>
          <a:bodyPr/>
          <a:lstStyle>
            <a:lvl1pPr marL="0" indent="0">
              <a:defRPr sz="2000">
                <a:latin typeface="Arial" pitchFamily="34" charset="0"/>
                <a:cs typeface="Arial" pitchFamily="34" charset="0"/>
              </a:defRPr>
            </a:lvl1pPr>
            <a:lvl2pPr>
              <a:defRPr sz="18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019406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372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407988"/>
            <a:ext cx="8337550" cy="36512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0050" y="1154113"/>
            <a:ext cx="8337550" cy="5135562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25670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P_223"/>
          <p:cNvSpPr txBox="1">
            <a:spLocks/>
          </p:cNvSpPr>
          <p:nvPr/>
        </p:nvSpPr>
        <p:spPr bwMode="auto">
          <a:xfrm>
            <a:off x="3330575" y="1019175"/>
            <a:ext cx="4005263" cy="1193800"/>
          </a:xfrm>
          <a:prstGeom prst="rect">
            <a:avLst/>
          </a:prstGeom>
        </p:spPr>
        <p:txBody>
          <a:bodyPr/>
          <a:lstStyle/>
          <a:p>
            <a:pPr marL="227013" lvl="1" indent="-225425" algn="l">
              <a:lnSpc>
                <a:spcPct val="106000"/>
              </a:lnSpc>
              <a:spcBef>
                <a:spcPct val="40000"/>
              </a:spcBef>
              <a:buClr>
                <a:srgbClr val="000000"/>
              </a:buClr>
              <a:buFont typeface="Wingdings 2" pitchFamily="18" charset="2"/>
              <a:buChar char="¡"/>
              <a:defRPr/>
            </a:pPr>
            <a:r>
              <a:rPr lang="en-US" sz="1800" b="0" dirty="0">
                <a:solidFill>
                  <a:srgbClr val="000000"/>
                </a:solidFill>
                <a:latin typeface="Arial" charset="0"/>
                <a:cs typeface="Arial" charset="0"/>
              </a:rPr>
              <a:t>Bullet</a:t>
            </a:r>
          </a:p>
          <a:p>
            <a:pPr marL="342900" indent="-342900" algn="l">
              <a:lnSpc>
                <a:spcPct val="106000"/>
              </a:lnSpc>
              <a:spcBef>
                <a:spcPct val="40000"/>
              </a:spcBef>
              <a:buClr>
                <a:srgbClr val="000000"/>
              </a:buClr>
              <a:buSzPct val="80000"/>
              <a:buFont typeface="Wingdings" pitchFamily="2" charset="2"/>
              <a:buNone/>
              <a:defRPr/>
            </a:pPr>
            <a:endParaRPr lang="en-US" sz="1800" b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2370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407988"/>
            <a:ext cx="8337550" cy="365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154113"/>
            <a:ext cx="8337550" cy="5135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143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image" Target="../media/image4.jpeg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>
            <a:spLocks noChangeArrowheads="1"/>
          </p:cNvSpPr>
          <p:nvPr/>
        </p:nvSpPr>
        <p:spPr bwMode="gray">
          <a:xfrm>
            <a:off x="5965825" y="6656388"/>
            <a:ext cx="2774950" cy="10772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700" b="0" dirty="0">
                <a:solidFill>
                  <a:schemeClr val="tx2"/>
                </a:solidFill>
              </a:rPr>
              <a:t>Copyright © 2012 Deloitte Development LLC. All rights reserved.</a:t>
            </a:r>
          </a:p>
        </p:txBody>
      </p:sp>
      <p:sp>
        <p:nvSpPr>
          <p:cNvPr id="19" name="Slide Number Placeholder 9"/>
          <p:cNvSpPr>
            <a:spLocks/>
          </p:cNvSpPr>
          <p:nvPr/>
        </p:nvSpPr>
        <p:spPr bwMode="gray">
          <a:xfrm>
            <a:off x="414338" y="6640513"/>
            <a:ext cx="26828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l">
              <a:spcBef>
                <a:spcPct val="0"/>
              </a:spcBef>
            </a:pPr>
            <a:fld id="{86C77FDF-45C5-4665-AAEE-45520AE6BEA9}" type="slidenum">
              <a:rPr lang="en-US" sz="900">
                <a:solidFill>
                  <a:schemeClr val="tx2"/>
                </a:solidFill>
              </a:rPr>
              <a:pPr algn="l">
                <a:spcBef>
                  <a:spcPct val="0"/>
                </a:spcBef>
              </a:pPr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0" name="Footer Placeholder 10"/>
          <p:cNvSpPr>
            <a:spLocks/>
          </p:cNvSpPr>
          <p:nvPr/>
        </p:nvSpPr>
        <p:spPr bwMode="gray">
          <a:xfrm>
            <a:off x="803275" y="6640513"/>
            <a:ext cx="431800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900" b="0" dirty="0">
                <a:solidFill>
                  <a:schemeClr val="tx2"/>
                </a:solidFill>
              </a:rPr>
              <a:t>Process Integration (PI) overview</a:t>
            </a:r>
          </a:p>
        </p:txBody>
      </p:sp>
      <p:sp>
        <p:nvSpPr>
          <p:cNvPr id="11" name="Title Placeholder 10"/>
          <p:cNvSpPr>
            <a:spLocks noGrp="1"/>
          </p:cNvSpPr>
          <p:nvPr>
            <p:ph type="title"/>
          </p:nvPr>
        </p:nvSpPr>
        <p:spPr bwMode="gray">
          <a:xfrm>
            <a:off x="414338" y="450279"/>
            <a:ext cx="8330184" cy="32918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 bwMode="gray">
          <a:xfrm>
            <a:off x="411480" y="1400175"/>
            <a:ext cx="8330184" cy="149784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53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hf sldNum="0" hdr="0" dt="0"/>
  <p:txStyles>
    <p:titleStyle>
      <a:lvl1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kumimoji="0" lang="en-US" sz="2400" b="1" i="0" u="none" strike="noStrike" kern="1200" cap="none" spc="0" normalizeH="0" baseline="0" noProof="0" dirty="0" smtClean="0">
          <a:ln>
            <a:noFill/>
          </a:ln>
          <a:solidFill>
            <a:schemeClr val="tx2"/>
          </a:solidFill>
          <a:effectLst/>
          <a:uLnTx/>
          <a:uFillTx/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</a:defRPr>
      </a:lvl9pPr>
    </p:titleStyle>
    <p:bodyStyle>
      <a:lvl1pPr marR="0" indent="0" algn="l" defTabSz="914400" rtl="0" eaLnBrk="1" fontAlgn="base" latinLnBrk="0" hangingPunct="1">
        <a:lnSpc>
          <a:spcPct val="100000"/>
        </a:lnSpc>
        <a:spcBef>
          <a:spcPts val="2200"/>
        </a:spcBef>
        <a:spcAft>
          <a:spcPct val="0"/>
        </a:spcAft>
        <a:buFont typeface="Arial" pitchFamily="34" charset="0"/>
        <a:tabLst/>
        <a:defRPr kumimoji="0" lang="en-US" sz="1800" b="0" i="0" u="none" strike="noStrike" kern="1200" cap="none" normalizeH="0" baseline="0" dirty="0" smtClean="0">
          <a:ln>
            <a:noFill/>
          </a:ln>
          <a:solidFill>
            <a:schemeClr val="tx2"/>
          </a:solidFill>
          <a:effectLst/>
          <a:latin typeface="+mn-lt"/>
          <a:ea typeface="+mn-ea"/>
          <a:cs typeface="Arial" pitchFamily="34" charset="0"/>
        </a:defRPr>
      </a:lvl1pPr>
      <a:lvl2pPr marL="174625" marR="0" indent="-174625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Font typeface="Arial" pitchFamily="34" charset="0"/>
        <a:buChar char="•"/>
        <a:tabLst/>
        <a:defRPr kumimoji="0" lang="en-US" sz="1800" b="0" i="0" u="none" strike="noStrike" kern="1200" cap="none" normalizeH="0" baseline="0" dirty="0" smtClean="0">
          <a:ln>
            <a:noFill/>
          </a:ln>
          <a:solidFill>
            <a:schemeClr val="tx2"/>
          </a:solidFill>
          <a:effectLst/>
          <a:latin typeface="+mn-lt"/>
          <a:ea typeface="+mn-ea"/>
          <a:cs typeface="Arial" pitchFamily="34" charset="0"/>
        </a:defRPr>
      </a:lvl2pPr>
      <a:lvl3pPr marL="341313" indent="-171450" algn="l" rtl="0" eaLnBrk="1" fontAlgn="base" hangingPunct="1">
        <a:lnSpc>
          <a:spcPct val="100000"/>
        </a:lnSpc>
        <a:spcBef>
          <a:spcPts val="400"/>
        </a:spcBef>
        <a:spcAft>
          <a:spcPct val="0"/>
        </a:spcAft>
        <a:buFont typeface="Arial" pitchFamily="34" charset="0"/>
        <a:buChar char="–"/>
        <a:defRPr lang="en-US" sz="1600" kern="1200" dirty="0" smtClean="0">
          <a:solidFill>
            <a:schemeClr val="tx2"/>
          </a:solidFill>
          <a:latin typeface="+mn-lt"/>
          <a:ea typeface="+mn-ea"/>
          <a:cs typeface="+mn-cs"/>
        </a:defRPr>
      </a:lvl3pPr>
      <a:lvl4pPr marL="515938" marR="0" indent="-174625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Font typeface="Arial" pitchFamily="34" charset="0"/>
        <a:buChar char="•"/>
        <a:tabLst/>
        <a:defRPr kumimoji="0" lang="en-US" sz="1600" b="0" i="0" u="none" strike="noStrike" kern="1200" cap="none" normalizeH="0" baseline="0" dirty="0" smtClean="0">
          <a:ln>
            <a:noFill/>
          </a:ln>
          <a:solidFill>
            <a:schemeClr val="tx2"/>
          </a:solidFill>
          <a:effectLst/>
          <a:latin typeface="Arial" pitchFamily="34" charset="0"/>
          <a:ea typeface="+mn-ea"/>
          <a:cs typeface="Arial" pitchFamily="34" charset="0"/>
        </a:defRPr>
      </a:lvl4pPr>
      <a:lvl5pPr marL="688975" marR="0" indent="-173038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Font typeface="Arial" pitchFamily="34" charset="0"/>
        <a:buChar char="–"/>
        <a:tabLst/>
        <a:defRPr kumimoji="0" lang="en-US" sz="1600" b="0" i="0" u="none" strike="noStrike" kern="1200" cap="none" normalizeH="0" baseline="0" dirty="0" smtClean="0">
          <a:ln>
            <a:noFill/>
          </a:ln>
          <a:solidFill>
            <a:schemeClr val="tx2"/>
          </a:solidFill>
          <a:effectLst/>
          <a:latin typeface="Arial" pitchFamily="34" charset="0"/>
          <a:ea typeface="+mn-ea"/>
          <a:cs typeface="Arial" pitchFamily="34" charset="0"/>
        </a:defRPr>
      </a:lvl5pPr>
      <a:lvl6pPr marL="666750" marR="0" indent="-166688" algn="l" defTabSz="914400" rtl="0" eaLnBrk="1" fontAlgn="base" latinLnBrk="0" hangingPunct="1">
        <a:lnSpc>
          <a:spcPct val="100000"/>
        </a:lnSpc>
        <a:spcBef>
          <a:spcPts val="400"/>
        </a:spcBef>
        <a:spcAft>
          <a:spcPct val="0"/>
        </a:spcAft>
        <a:buFont typeface="Arial" pitchFamily="34" charset="0"/>
        <a:buChar char="–"/>
        <a:tabLst/>
        <a:defRPr kumimoji="0" lang="en-US" sz="1000" b="0" i="0" u="none" strike="noStrike" kern="1200" cap="none" normalizeH="0" baseline="0" dirty="0" smtClean="0">
          <a:ln>
            <a:noFill/>
          </a:ln>
          <a:solidFill>
            <a:schemeClr val="tx2"/>
          </a:solidFill>
          <a:effectLst/>
          <a:latin typeface="Arial" pitchFamily="34" charset="0"/>
          <a:ea typeface="+mn-ea"/>
          <a:cs typeface="Arial" pitchFamily="34" charset="0"/>
        </a:defRPr>
      </a:lvl6pPr>
      <a:lvl7pPr marL="1079500" indent="-18415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Char char="‒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252538" indent="-173038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435100" indent="-182563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Char char="‒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MSTSHP_01"/>
          <p:cNvSpPr>
            <a:spLocks noGrp="1" noChangeArrowheads="1"/>
          </p:cNvSpPr>
          <p:nvPr>
            <p:ph type="title"/>
          </p:nvPr>
        </p:nvSpPr>
        <p:spPr bwMode="invGray">
          <a:xfrm>
            <a:off x="400050" y="407988"/>
            <a:ext cx="8337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483" name="MSTSHP_02"/>
          <p:cNvSpPr>
            <a:spLocks noGrp="1" noChangeArrowheads="1"/>
          </p:cNvSpPr>
          <p:nvPr>
            <p:ph type="body" idx="1"/>
          </p:nvPr>
        </p:nvSpPr>
        <p:spPr bwMode="invGray">
          <a:xfrm>
            <a:off x="400050" y="1154113"/>
            <a:ext cx="8337550" cy="5135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99717" name="Text Box 5"/>
          <p:cNvSpPr txBox="1">
            <a:spLocks noChangeArrowheads="1"/>
          </p:cNvSpPr>
          <p:nvPr/>
        </p:nvSpPr>
        <p:spPr bwMode="invGray">
          <a:xfrm>
            <a:off x="4386263" y="6619875"/>
            <a:ext cx="373062" cy="193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eaLnBrk="0" hangingPunct="0">
              <a:lnSpc>
                <a:spcPct val="106000"/>
              </a:lnSpc>
              <a:spcBef>
                <a:spcPct val="0"/>
              </a:spcBef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1200" b="0" dirty="0">
                <a:solidFill>
                  <a:srgbClr val="000000"/>
                </a:solidFill>
                <a:latin typeface="Arial" charset="0"/>
                <a:cs typeface="Arial" charset="0"/>
              </a:rPr>
              <a:t>- </a:t>
            </a:r>
            <a:fld id="{3B9E3D2F-1C7C-4718-A262-617263824A3D}" type="slidenum">
              <a:rPr lang="en-US" sz="1200" b="0">
                <a:solidFill>
                  <a:srgbClr val="000000"/>
                </a:solidFill>
                <a:latin typeface="Arial" charset="0"/>
                <a:cs typeface="Arial" charset="0"/>
              </a:rPr>
              <a:pPr eaLnBrk="0" hangingPunct="0">
                <a:lnSpc>
                  <a:spcPct val="106000"/>
                </a:lnSpc>
                <a:spcBef>
                  <a:spcPct val="0"/>
                </a:spcBef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1200" b="0" dirty="0">
                <a:solidFill>
                  <a:srgbClr val="000000"/>
                </a:solidFill>
                <a:latin typeface="Arial" charset="0"/>
                <a:cs typeface="Arial" charset="0"/>
              </a:rPr>
              <a:t> -</a:t>
            </a:r>
          </a:p>
        </p:txBody>
      </p:sp>
      <p:sp>
        <p:nvSpPr>
          <p:cNvPr id="3699759" name="Line 47"/>
          <p:cNvSpPr>
            <a:spLocks noChangeShapeType="1"/>
          </p:cNvSpPr>
          <p:nvPr/>
        </p:nvSpPr>
        <p:spPr bwMode="invGray">
          <a:xfrm>
            <a:off x="401638" y="803275"/>
            <a:ext cx="833596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6000"/>
              </a:lnSpc>
              <a:spcBef>
                <a:spcPct val="0"/>
              </a:spcBef>
              <a:buFont typeface="Wingdings 2" pitchFamily="18" charset="2"/>
              <a:buNone/>
              <a:defRPr/>
            </a:pPr>
            <a:endParaRPr lang="en-US" sz="2400" b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20488" name="Picture 50" descr="DEL_COL"/>
          <p:cNvPicPr>
            <a:picLocks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gray">
          <a:xfrm>
            <a:off x="395288" y="6616700"/>
            <a:ext cx="868362" cy="16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SAP CoE.jpg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8187070" y="5901070"/>
            <a:ext cx="946297" cy="94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2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  <p:sldLayoutId id="2147483763" r:id="rId29"/>
    <p:sldLayoutId id="2147483764" r:id="rId30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106000"/>
        </a:lnSpc>
        <a:spcBef>
          <a:spcPct val="4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5425" algn="l" rtl="0" eaLnBrk="1" fontAlgn="base" hangingPunct="1">
        <a:lnSpc>
          <a:spcPct val="106000"/>
        </a:lnSpc>
        <a:spcBef>
          <a:spcPct val="40000"/>
        </a:spcBef>
        <a:spcAft>
          <a:spcPct val="0"/>
        </a:spcAft>
        <a:buClr>
          <a:schemeClr val="tx1"/>
        </a:buClr>
        <a:buFont typeface="Wingdings 2" pitchFamily="18" charset="2"/>
        <a:buChar char="¡"/>
        <a:defRPr>
          <a:solidFill>
            <a:schemeClr val="tx1"/>
          </a:solidFill>
          <a:latin typeface="+mn-lt"/>
        </a:defRPr>
      </a:lvl2pPr>
      <a:lvl3pPr marL="457200" indent="-228600" algn="l" rtl="0" eaLnBrk="1" fontAlgn="base" hangingPunct="1">
        <a:lnSpc>
          <a:spcPct val="106000"/>
        </a:lnSpc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3pPr>
      <a:lvl4pPr marL="681038" indent="-222250" algn="l" rtl="0" eaLnBrk="1" fontAlgn="base" hangingPunct="1">
        <a:lnSpc>
          <a:spcPct val="106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4pPr>
      <a:lvl5pPr marL="1722438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5pPr>
      <a:lvl6pPr marL="2179638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6pPr>
      <a:lvl7pPr marL="2636838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7pPr>
      <a:lvl8pPr marL="3094038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8pPr>
      <a:lvl9pPr marL="3551238" indent="-2365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loitte.com/abou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www.deloitte.com/us/abou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0574" y="1126437"/>
            <a:ext cx="8229600" cy="537799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sz="1800" b="0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730463" y="2518536"/>
            <a:ext cx="7610162" cy="36625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SAP Open Data(ODATA)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486" y="3815864"/>
            <a:ext cx="3112673" cy="338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marR="0" lvl="0" indent="-231775" algn="l" defTabSz="914400" eaLnBrk="1" fontAlgn="auto" latinLnBrk="0" hangingPunct="1">
              <a:lnSpc>
                <a:spcPct val="108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600" b="0" dirty="0" err="1">
                <a:solidFill>
                  <a:schemeClr val="tx1">
                    <a:lumMod val="50000"/>
                  </a:schemeClr>
                </a:solidFill>
                <a:ea typeface="+mj-ea"/>
              </a:rPr>
              <a:t>Maheswar</a:t>
            </a:r>
            <a:r>
              <a:rPr lang="en-US" sz="1600" b="0" dirty="0">
                <a:solidFill>
                  <a:schemeClr val="tx1">
                    <a:lumMod val="50000"/>
                  </a:schemeClr>
                </a:solidFill>
                <a:ea typeface="+mj-ea"/>
              </a:rPr>
              <a:t> Bonthu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9319" y="5532193"/>
            <a:ext cx="3112673" cy="629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marR="0" lvl="0" indent="-231775" algn="l" defTabSz="914400" eaLnBrk="1" fontAlgn="auto" latinLnBrk="0" hangingPunct="1">
              <a:lnSpc>
                <a:spcPct val="108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600" b="0" dirty="0">
                <a:solidFill>
                  <a:schemeClr val="tx1">
                    <a:lumMod val="50000"/>
                  </a:schemeClr>
                </a:solidFill>
                <a:ea typeface="+mj-ea"/>
              </a:rPr>
              <a:t>Deloitte Consulting LLP</a:t>
            </a:r>
          </a:p>
          <a:p>
            <a:pPr marL="231775" marR="0" lvl="0" indent="-231775" algn="l" defTabSz="914400" eaLnBrk="1" fontAlgn="auto" latinLnBrk="0" hangingPunct="1">
              <a:lnSpc>
                <a:spcPct val="108000"/>
              </a:lnSpc>
              <a:spcBef>
                <a:spcPct val="1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600" b="0" dirty="0">
                <a:solidFill>
                  <a:schemeClr val="tx1">
                    <a:lumMod val="50000"/>
                  </a:schemeClr>
                </a:solidFill>
                <a:ea typeface="+mj-ea"/>
              </a:rPr>
              <a:t>October 2023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Introduction of Open Data (ODATA)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381" y="1899138"/>
            <a:ext cx="7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7398727" cy="325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dirty="0">
              <a:latin typeface="+mn-lt"/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 algn="l"/>
            <a:r>
              <a:rPr lang="en-US" sz="2000" u="sng" dirty="0"/>
              <a:t>Key Features:</a:t>
            </a:r>
          </a:p>
          <a:p>
            <a:pPr algn="l"/>
            <a:endParaRPr lang="en-US" sz="2000" u="sng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Data Modeling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Service Definition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CRUD Operations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Security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Batch Operation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416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SAP ODATA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381" y="1899138"/>
            <a:ext cx="7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70439" y="1740877"/>
            <a:ext cx="739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1026" name="Picture 2" descr="SAP OData Explained - ITPFED">
            <a:extLst>
              <a:ext uri="{FF2B5EF4-FFF2-40B4-BE49-F238E27FC236}">
                <a16:creationId xmlns:a16="http://schemas.microsoft.com/office/drawing/2014/main" id="{126BFB54-2617-8E18-425D-044A65245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7" y="1371600"/>
            <a:ext cx="7854168" cy="357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16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338" y="838200"/>
            <a:ext cx="8330184" cy="329184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Some of the T-Codes used for the Creation &amp; Maintenance of OData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338" y="1295400"/>
            <a:ext cx="7398727" cy="309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000" b="0" dirty="0">
                <a:latin typeface="+mj-lt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SEGW - SAP Gateway Service Builder</a:t>
            </a:r>
          </a:p>
          <a:p>
            <a:pPr algn="l">
              <a:buFont typeface="Arial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/IWFND/MAINT_SERVICE - Service Maintenance in SAP Gateway: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/IWFND/GW_CLIENT - SAP Gateway Client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/IWFND/ERROR_LOG - Error Log in SAP Gateway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/IWFND/CACHE_CLEANUP - Cache Cleanup in SAP </a:t>
            </a:r>
            <a:r>
              <a:rPr lang="en-US" sz="2000" b="0" dirty="0">
                <a:latin typeface="+mj-lt"/>
              </a:rPr>
              <a:t>Gateway</a:t>
            </a:r>
          </a:p>
        </p:txBody>
      </p:sp>
    </p:spTree>
    <p:extLst>
      <p:ext uri="{BB962C8B-B14F-4D97-AF65-F5344CB8AC3E}">
        <p14:creationId xmlns:p14="http://schemas.microsoft.com/office/powerpoint/2010/main" val="260416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SAP ODATA Flow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381" y="1899138"/>
            <a:ext cx="731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70439" y="1740877"/>
            <a:ext cx="739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E5EAD2-E4A1-FDCA-917A-B6DBEC72A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14" y="914400"/>
            <a:ext cx="833377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1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0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2401" y="1371599"/>
            <a:ext cx="8839200" cy="5036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143000"/>
            <a:ext cx="7315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1524000"/>
            <a:ext cx="846081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1400175"/>
            <a:ext cx="8330183" cy="5007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33400" y="1400174"/>
            <a:ext cx="8330184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04539" y="838200"/>
            <a:ext cx="8134921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9738" y="838200"/>
            <a:ext cx="810577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1400174"/>
            <a:ext cx="8330183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638" y="1289621"/>
            <a:ext cx="8330184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39738" y="792163"/>
            <a:ext cx="8330184" cy="549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908" y="813816"/>
            <a:ext cx="8330184" cy="329184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Ex1: Steps to Create OData for fetching the data from Custom table </a:t>
            </a:r>
            <a:r>
              <a:rPr lang="en-US" sz="3600"/>
              <a:t>– CRUD </a:t>
            </a:r>
            <a:r>
              <a:rPr lang="en-US" sz="3600" dirty="0"/>
              <a:t>operations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89624" y="1143000"/>
            <a:ext cx="8164752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914399"/>
            <a:ext cx="8339746" cy="549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609600" y="1295400"/>
            <a:ext cx="8134922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1143000"/>
            <a:ext cx="8330184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1400174"/>
            <a:ext cx="8375996" cy="500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338" y="450278"/>
            <a:ext cx="8330184" cy="92132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Ex1: Steps to Create OData for fetching the data from Custom table </a:t>
            </a:r>
            <a:br>
              <a:rPr lang="en-US" sz="3600" dirty="0"/>
            </a:br>
            <a:r>
              <a:rPr lang="en-US" sz="3600" dirty="0"/>
              <a:t>“</a:t>
            </a:r>
            <a:r>
              <a:rPr lang="en-US" sz="3600" baseline="0" dirty="0"/>
              <a:t>/n/</a:t>
            </a:r>
            <a:r>
              <a:rPr lang="en-US" sz="3600" baseline="0" dirty="0" err="1"/>
              <a:t>iwfnd</a:t>
            </a:r>
            <a:r>
              <a:rPr lang="en-US" sz="3600" baseline="0" dirty="0"/>
              <a:t>/</a:t>
            </a:r>
            <a:r>
              <a:rPr lang="en-US" sz="3600" baseline="0" dirty="0" err="1"/>
              <a:t>maint_service</a:t>
            </a:r>
            <a:r>
              <a:rPr lang="en-US" sz="3600" dirty="0"/>
              <a:t>”</a:t>
            </a:r>
            <a:br>
              <a:rPr lang="en-US" sz="3600" baseline="0" dirty="0"/>
            </a:br>
            <a:endParaRPr lang="en-US" sz="3600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39739" y="1066800"/>
            <a:ext cx="8330183" cy="559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219200"/>
            <a:ext cx="8153399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28600" y="2286000"/>
            <a:ext cx="8229600" cy="291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914400"/>
            <a:ext cx="68580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914400"/>
            <a:ext cx="833437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990600"/>
            <a:ext cx="8001000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Ex1: Steps to Create </a:t>
            </a:r>
            <a:r>
              <a:rPr lang="en-US" sz="3600" dirty="0" err="1"/>
              <a:t>OData</a:t>
            </a:r>
            <a:r>
              <a:rPr lang="en-US" sz="3600" dirty="0"/>
              <a:t> for fetching the data from Custom table</a:t>
            </a:r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14338" y="997521"/>
            <a:ext cx="812251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402335" y="5458968"/>
            <a:ext cx="5175505" cy="1152144"/>
          </a:xfrm>
        </p:spPr>
        <p:txBody>
          <a:bodyPr/>
          <a:lstStyle/>
          <a:p>
            <a:pPr lvl="0">
              <a:lnSpc>
                <a:spcPts val="900"/>
              </a:lnSpc>
            </a:pPr>
            <a:r>
              <a:rPr lang="en-US" b="1" dirty="0"/>
              <a:t>About Deloitte</a:t>
            </a:r>
            <a:br>
              <a:rPr lang="en-US" dirty="0"/>
            </a:br>
            <a:r>
              <a:rPr lang="en-US" dirty="0"/>
              <a:t>Deloitte refers to one or more of Deloitte Touche Tohmatsu Limited, a UK private company limited by guarantee, and its network of member firms, each of which is a legally separate and independent entity. Please see </a:t>
            </a:r>
            <a:r>
              <a:rPr lang="en-US" dirty="0">
                <a:hlinkClick r:id="rId3"/>
              </a:rPr>
              <a:t>www.deloitte.com/about</a:t>
            </a:r>
            <a:r>
              <a:rPr lang="en-US" dirty="0"/>
              <a:t> for a detailed description of the legal structure of Deloitte Touche Tohmatsu Limited and its member firms. Please see </a:t>
            </a:r>
            <a:r>
              <a:rPr lang="en-US" dirty="0">
                <a:hlinkClick r:id="rId4"/>
              </a:rPr>
              <a:t>www.deloitte.com/us/about</a:t>
            </a:r>
            <a:r>
              <a:rPr lang="en-US" dirty="0"/>
              <a:t> for a detailed description of the legal structure of Deloitte LLP and its subsidiaries. Certain services may not be available to attest clients under the rules and regulations of public accounting.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Copyright © 2020 Deloitte Development LLC. All rights reserved.</a:t>
            </a:r>
            <a:br>
              <a:rPr lang="en-US" dirty="0"/>
            </a:br>
            <a:r>
              <a:rPr lang="en-US" dirty="0"/>
              <a:t>Member of Deloitte Touche Tohmatsu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02776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_Main Master - Deloitte Report (print) US03 Feb0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45720" tIns="45720" rIns="45720" rtlCol="0" anchor="ctr"/>
      <a:lstStyle>
        <a:defPPr algn="ctr">
          <a:defRPr sz="1800" b="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spcBef>
            <a:spcPts val="600"/>
          </a:spcBef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9C37BC68-D69B-46D7-A064-3EF8589D8009}" vid="{C8953D80-5D5A-40EF-9A98-9C67D1B8F5FB}"/>
    </a:ext>
  </a:extLst>
</a:theme>
</file>

<file path=ppt/theme/theme2.xml><?xml version="1.0" encoding="utf-8"?>
<a:theme xmlns:a="http://schemas.openxmlformats.org/drawingml/2006/main" name="US Consulting On-screen S WHT_R1.5V_0109">
  <a:themeElements>
    <a:clrScheme name="US Consulting On-screen S WHT_R1.5_032508 16">
      <a:dk1>
        <a:srgbClr val="000000"/>
      </a:dk1>
      <a:lt1>
        <a:srgbClr val="FFFFFF"/>
      </a:lt1>
      <a:dk2>
        <a:srgbClr val="4066B2"/>
      </a:dk2>
      <a:lt2>
        <a:srgbClr val="000066"/>
      </a:lt2>
      <a:accent1>
        <a:srgbClr val="003399"/>
      </a:accent1>
      <a:accent2>
        <a:srgbClr val="8099CC"/>
      </a:accent2>
      <a:accent3>
        <a:srgbClr val="FFFFFF"/>
      </a:accent3>
      <a:accent4>
        <a:srgbClr val="000000"/>
      </a:accent4>
      <a:accent5>
        <a:srgbClr val="AAADCA"/>
      </a:accent5>
      <a:accent6>
        <a:srgbClr val="738AB9"/>
      </a:accent6>
      <a:hlink>
        <a:srgbClr val="80CCCC"/>
      </a:hlink>
      <a:folHlink>
        <a:srgbClr val="4066B2"/>
      </a:folHlink>
    </a:clrScheme>
    <a:fontScheme name="US Consulting On-screen S WHT_R1.5_0325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4066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231775" marR="0" indent="-231775" algn="l" defTabSz="914400" rtl="0" eaLnBrk="1" fontAlgn="base" latinLnBrk="0" hangingPunct="1">
          <a:lnSpc>
            <a:spcPct val="106000"/>
          </a:lnSpc>
          <a:spcBef>
            <a:spcPct val="0"/>
          </a:spcBef>
          <a:spcAft>
            <a:spcPct val="0"/>
          </a:spcAft>
          <a:buClrTx/>
          <a:buSzTx/>
          <a:buFont typeface="Wingdings 2" pitchFamily="18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4066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231775" marR="0" indent="-231775" algn="l" defTabSz="914400" rtl="0" eaLnBrk="1" fontAlgn="base" latinLnBrk="0" hangingPunct="1">
          <a:lnSpc>
            <a:spcPct val="106000"/>
          </a:lnSpc>
          <a:spcBef>
            <a:spcPct val="0"/>
          </a:spcBef>
          <a:spcAft>
            <a:spcPct val="0"/>
          </a:spcAft>
          <a:buClrTx/>
          <a:buSzTx/>
          <a:buFont typeface="Wingdings 2" pitchFamily="18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/>
      <a:bodyPr/>
      <a:lstStyle>
        <a:defPPr marL="227013" indent="-225425" algn="l" rtl="0" fontAlgn="base">
          <a:lnSpc>
            <a:spcPct val="106000"/>
          </a:lnSpc>
          <a:spcBef>
            <a:spcPct val="40000"/>
          </a:spcBef>
          <a:spcAft>
            <a:spcPct val="0"/>
          </a:spcAft>
          <a:buClr>
            <a:srgbClr val="000000"/>
          </a:buClr>
          <a:buFont typeface="Wingdings 2" pitchFamily="18" charset="2"/>
          <a:buChar char="¡"/>
          <a:defRPr sz="1800" dirty="0">
            <a:solidFill>
              <a:srgbClr val="000000"/>
            </a:solidFill>
            <a:latin typeface="Arial" charset="0"/>
            <a:ea typeface="+mn-ea"/>
            <a:cs typeface="Arial" charset="0"/>
          </a:defRPr>
        </a:defPPr>
      </a:lstStyle>
    </a:txDef>
  </a:objectDefaults>
  <a:extraClrSchemeLst>
    <a:extraClrScheme>
      <a:clrScheme name="US Consulting On-screen S WHT_R1.5_03250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 Consulting On-screen S WHT_R1.5_03250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8">
        <a:dk1>
          <a:srgbClr val="000000"/>
        </a:dk1>
        <a:lt1>
          <a:srgbClr val="FFFFFF"/>
        </a:lt1>
        <a:dk2>
          <a:srgbClr val="B2CADB"/>
        </a:dk2>
        <a:lt2>
          <a:srgbClr val="1D3A6A"/>
        </a:lt2>
        <a:accent1>
          <a:srgbClr val="DED3B6"/>
        </a:accent1>
        <a:accent2>
          <a:srgbClr val="EAB58E"/>
        </a:accent2>
        <a:accent3>
          <a:srgbClr val="FFFFFF"/>
        </a:accent3>
        <a:accent4>
          <a:srgbClr val="000000"/>
        </a:accent4>
        <a:accent5>
          <a:srgbClr val="ECE6D7"/>
        </a:accent5>
        <a:accent6>
          <a:srgbClr val="D4A480"/>
        </a:accent6>
        <a:hlink>
          <a:srgbClr val="F5DDCB"/>
        </a:hlink>
        <a:folHlink>
          <a:srgbClr val="FEF2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9">
        <a:dk1>
          <a:srgbClr val="000000"/>
        </a:dk1>
        <a:lt1>
          <a:srgbClr val="FFFFFF"/>
        </a:lt1>
        <a:dk2>
          <a:srgbClr val="FEF2D2"/>
        </a:dk2>
        <a:lt2>
          <a:srgbClr val="1D3A6A"/>
        </a:lt2>
        <a:accent1>
          <a:srgbClr val="B2CADB"/>
        </a:accent1>
        <a:accent2>
          <a:srgbClr val="DED3B6"/>
        </a:accent2>
        <a:accent3>
          <a:srgbClr val="FFFFFF"/>
        </a:accent3>
        <a:accent4>
          <a:srgbClr val="000000"/>
        </a:accent4>
        <a:accent5>
          <a:srgbClr val="D5E1EA"/>
        </a:accent5>
        <a:accent6>
          <a:srgbClr val="C9BFA5"/>
        </a:accent6>
        <a:hlink>
          <a:srgbClr val="EAB58E"/>
        </a:hlink>
        <a:folHlink>
          <a:srgbClr val="F5DD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0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9DA5BE"/>
        </a:accent1>
        <a:accent2>
          <a:srgbClr val="85C2FE"/>
        </a:accent2>
        <a:accent3>
          <a:srgbClr val="FFFFFF"/>
        </a:accent3>
        <a:accent4>
          <a:srgbClr val="000000"/>
        </a:accent4>
        <a:accent5>
          <a:srgbClr val="CCCFDB"/>
        </a:accent5>
        <a:accent6>
          <a:srgbClr val="78B0E6"/>
        </a:accent6>
        <a:hlink>
          <a:srgbClr val="ADD6FF"/>
        </a:hlink>
        <a:folHlink>
          <a:srgbClr val="D6EB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1">
        <a:dk1>
          <a:srgbClr val="AFAFAF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959595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F1EDE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2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000000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F1EDE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3">
        <a:dk1>
          <a:srgbClr val="000000"/>
        </a:dk1>
        <a:lt1>
          <a:srgbClr val="FFFFFF"/>
        </a:lt1>
        <a:dk2>
          <a:srgbClr val="F1EDE1"/>
        </a:dk2>
        <a:lt2>
          <a:srgbClr val="091D5D"/>
        </a:lt2>
        <a:accent1>
          <a:srgbClr val="85C2FE"/>
        </a:accent1>
        <a:accent2>
          <a:srgbClr val="ADD6FF"/>
        </a:accent2>
        <a:accent3>
          <a:srgbClr val="FFFFFF"/>
        </a:accent3>
        <a:accent4>
          <a:srgbClr val="000000"/>
        </a:accent4>
        <a:accent5>
          <a:srgbClr val="C2DDFE"/>
        </a:accent5>
        <a:accent6>
          <a:srgbClr val="9CC2E7"/>
        </a:accent6>
        <a:hlink>
          <a:srgbClr val="C6C1D6"/>
        </a:hlink>
        <a:folHlink>
          <a:srgbClr val="D6EB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4">
        <a:dk1>
          <a:srgbClr val="000000"/>
        </a:dk1>
        <a:lt1>
          <a:srgbClr val="FFFFFF"/>
        </a:lt1>
        <a:dk2>
          <a:srgbClr val="CCD6EB"/>
        </a:dk2>
        <a:lt2>
          <a:srgbClr val="000066"/>
        </a:lt2>
        <a:accent1>
          <a:srgbClr val="40B3B3"/>
        </a:accent1>
        <a:accent2>
          <a:srgbClr val="B2C1E0"/>
        </a:accent2>
        <a:accent3>
          <a:srgbClr val="FFFFFF"/>
        </a:accent3>
        <a:accent4>
          <a:srgbClr val="000000"/>
        </a:accent4>
        <a:accent5>
          <a:srgbClr val="AFD6D6"/>
        </a:accent5>
        <a:accent6>
          <a:srgbClr val="A1AFCB"/>
        </a:accent6>
        <a:hlink>
          <a:srgbClr val="66C2C2"/>
        </a:hlink>
        <a:folHlink>
          <a:srgbClr val="8CA3D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5">
        <a:dk1>
          <a:srgbClr val="000000"/>
        </a:dk1>
        <a:lt1>
          <a:srgbClr val="FFFFFF"/>
        </a:lt1>
        <a:dk2>
          <a:srgbClr val="4066B2"/>
        </a:dk2>
        <a:lt2>
          <a:srgbClr val="000066"/>
        </a:lt2>
        <a:accent1>
          <a:srgbClr val="003399"/>
        </a:accent1>
        <a:accent2>
          <a:srgbClr val="80CCCC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73B9B9"/>
        </a:accent6>
        <a:hlink>
          <a:srgbClr val="8099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 Consulting On-screen S WHT_R1.5_032508 16">
        <a:dk1>
          <a:srgbClr val="000000"/>
        </a:dk1>
        <a:lt1>
          <a:srgbClr val="FFFFFF"/>
        </a:lt1>
        <a:dk2>
          <a:srgbClr val="4066B2"/>
        </a:dk2>
        <a:lt2>
          <a:srgbClr val="000066"/>
        </a:lt2>
        <a:accent1>
          <a:srgbClr val="003399"/>
        </a:accent1>
        <a:accent2>
          <a:srgbClr val="8099CC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738AB9"/>
        </a:accent6>
        <a:hlink>
          <a:srgbClr val="80CCCC"/>
        </a:hlink>
        <a:folHlink>
          <a:srgbClr val="4066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3877</TotalTime>
  <Words>1457</Words>
  <Application>Microsoft Office PowerPoint</Application>
  <PresentationFormat>On-screen Show (4:3)</PresentationFormat>
  <Paragraphs>119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Wingdings 2</vt:lpstr>
      <vt:lpstr>Theme1</vt:lpstr>
      <vt:lpstr>US Consulting On-screen S WHT_R1.5V_0109</vt:lpstr>
      <vt:lpstr>SAP Open Data(ODATA)</vt:lpstr>
      <vt:lpstr>Introduction of Open Data (ODATA)</vt:lpstr>
      <vt:lpstr>SAP ODATA Architecture</vt:lpstr>
      <vt:lpstr>Some of the T-Codes used for the Creation &amp; Maintenance of OData </vt:lpstr>
      <vt:lpstr>SAP ODATA Flow Diagram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 – CRUD operations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  “/n/iwfnd/maint_service” 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Ex1: Steps to Create OData for fetching the data from Custom 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PC</dc:creator>
  <cp:lastModifiedBy>Umamaheswar Reddy, Bonthu</cp:lastModifiedBy>
  <cp:revision>69</cp:revision>
  <dcterms:created xsi:type="dcterms:W3CDTF">2018-09-05T05:31:21Z</dcterms:created>
  <dcterms:modified xsi:type="dcterms:W3CDTF">2023-10-18T05:24:18Z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2023-09-10T04:14:08Z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6e971b75-106c-4dfc-886a-d8fef68e7409</vt:lpwstr>
  </property>
  <property fmtid="{D5CDD505-2E9C-101B-9397-08002B2CF9AE}" pid="8" name="MSIP_Label_ea60d57e-af5b-4752-ac57-3e4f28ca11dc_ContentBits">
    <vt:lpwstr>0</vt:lpwstr>
  </property>
</Properties>
</file>