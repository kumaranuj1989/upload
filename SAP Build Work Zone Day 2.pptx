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3"/>
  </p:notesMasterIdLst>
  <p:handoutMasterIdLst>
    <p:handoutMasterId r:id="rId14"/>
  </p:handoutMasterIdLst>
  <p:sldIdLst>
    <p:sldId id="889" r:id="rId5"/>
    <p:sldId id="571" r:id="rId6"/>
    <p:sldId id="902" r:id="rId7"/>
    <p:sldId id="903" r:id="rId8"/>
    <p:sldId id="904" r:id="rId9"/>
    <p:sldId id="905" r:id="rId10"/>
    <p:sldId id="906" r:id="rId11"/>
    <p:sldId id="900" r:id="rId12"/>
  </p:sldIdLst>
  <p:sldSz cx="12192000" cy="6858000"/>
  <p:notesSz cx="7315200" cy="9601200"/>
  <p:custDataLst>
    <p:tags r:id="rId15"/>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0" pos="7560" userDrawn="1">
          <p15:clr>
            <a:srgbClr val="A4A3A4"/>
          </p15:clr>
        </p15:guide>
        <p15:guide id="11" orient="horz" pos="2064" userDrawn="1">
          <p15:clr>
            <a:srgbClr val="A4A3A4"/>
          </p15:clr>
        </p15:guide>
        <p15:guide id="12" orient="horz" pos="1440" userDrawn="1">
          <p15:clr>
            <a:srgbClr val="A4A3A4"/>
          </p15:clr>
        </p15:guide>
        <p15:guide id="13" orient="horz" pos="2568" userDrawn="1">
          <p15:clr>
            <a:srgbClr val="A4A3A4"/>
          </p15:clr>
        </p15:guide>
        <p15:guide id="14" orient="horz" pos="3360" userDrawn="1">
          <p15:clr>
            <a:srgbClr val="A4A3A4"/>
          </p15:clr>
        </p15:guide>
        <p15:guide id="15" orient="horz" pos="3600" userDrawn="1">
          <p15:clr>
            <a:srgbClr val="A4A3A4"/>
          </p15:clr>
        </p15:guide>
        <p15:guide id="16" pos="4224"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der Kuur, Cindy K" initials="CV" lastIdx="7" clrIdx="0">
    <p:extLst>
      <p:ext uri="{19B8F6BF-5375-455C-9EA6-DF929625EA0E}">
        <p15:presenceInfo xmlns:p15="http://schemas.microsoft.com/office/powerpoint/2012/main" userId="Vander Kuur, Cindy 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53565A"/>
    <a:srgbClr val="FFCD00"/>
    <a:srgbClr val="ED8B00"/>
    <a:srgbClr val="DB291C"/>
    <a:srgbClr val="FF9900"/>
    <a:srgbClr val="C00000"/>
    <a:srgbClr val="3C8A2E"/>
    <a:srgbClr val="DCDCDC"/>
    <a:srgbClr val="B4B4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2B69AE-34CF-02A8-29DB-DC120E078532}" v="27" dt="2023-06-13T09:45:39.672"/>
    <p1510:client id="{1DBC473F-0E99-029A-0BB9-8988050CC67C}" v="26" dt="2023-06-21T08:41:23.821"/>
    <p1510:client id="{296E2F37-18D7-4F50-8380-FF9BFE889343}" v="1" dt="2023-06-13T13:06:26.324"/>
    <p1510:client id="{2E1A052E-845F-8751-AA9C-B583C495DDDA}" v="4" dt="2023-06-13T10:04:28.371"/>
    <p1510:client id="{40A0C9B9-251C-E409-A32B-EF0045293188}" v="6" dt="2023-07-28T06:11:13.041"/>
    <p1510:client id="{A6AAD112-0D58-3934-9049-FB580C396535}" v="136" dt="2023-06-19T18:44:25.591"/>
    <p1510:client id="{CB3B24C3-0CE0-9501-04BE-80FAD9FFB32F}" v="6" dt="2023-06-20T09:19:21.038"/>
    <p1510:client id="{CD3E3580-98B4-D402-BE03-B05F3D57162B}" v="4" dt="2023-07-04T13:06:32.038"/>
    <p1510:client id="{CE288D4E-A439-6E19-1EA5-654391DE5B94}" v="66" dt="2023-06-12T19:19:54.641"/>
    <p1510:client id="{DFD3FCCE-F022-53D3-2774-0512410A9D00}" v="1" dt="2023-06-21T14:57:50.0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1" d="100"/>
          <a:sy n="81" d="100"/>
        </p:scale>
        <p:origin x="725" y="62"/>
      </p:cViewPr>
      <p:guideLst>
        <p:guide pos="7560"/>
        <p:guide orient="horz" pos="2064"/>
        <p:guide orient="horz" pos="1440"/>
        <p:guide orient="horz" pos="2568"/>
        <p:guide orient="horz" pos="3360"/>
        <p:guide orient="horz" pos="3600"/>
        <p:guide pos="4224"/>
      </p:guideLst>
    </p:cSldViewPr>
  </p:slideViewPr>
  <p:notesTextViewPr>
    <p:cViewPr>
      <p:scale>
        <a:sx n="1" d="1"/>
        <a:sy n="1" d="1"/>
      </p:scale>
      <p:origin x="0" y="0"/>
    </p:cViewPr>
  </p:notesText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rma, Sandeep" userId="S::sandverma@deloitte.com::d30842dc-0cf9-420b-8643-a509591151fe" providerId="AD" clId="Web-{40A0C9B9-251C-E409-A32B-EF0045293188}"/>
    <pc:docChg chg="delSld">
      <pc:chgData name="Verma, Sandeep" userId="S::sandverma@deloitte.com::d30842dc-0cf9-420b-8643-a509591151fe" providerId="AD" clId="Web-{40A0C9B9-251C-E409-A32B-EF0045293188}" dt="2023-07-28T06:11:13.041" v="0"/>
      <pc:docMkLst>
        <pc:docMk/>
      </pc:docMkLst>
      <pc:sldChg chg="del">
        <pc:chgData name="Verma, Sandeep" userId="S::sandverma@deloitte.com::d30842dc-0cf9-420b-8643-a509591151fe" providerId="AD" clId="Web-{40A0C9B9-251C-E409-A32B-EF0045293188}" dt="2023-07-28T06:11:13.041" v="0"/>
        <pc:sldMkLst>
          <pc:docMk/>
          <pc:sldMk cId="4228094865" sldId="452"/>
        </pc:sldMkLst>
      </pc:sldChg>
    </pc:docChg>
  </pc:docChgLst>
  <pc:docChgLst>
    <pc:chgData clId="Web-{40A0C9B9-251C-E409-A32B-EF0045293188}"/>
    <pc:docChg chg="modSld">
      <pc:chgData name="" userId="" providerId="" clId="Web-{40A0C9B9-251C-E409-A32B-EF0045293188}" dt="2023-07-28T06:10:32.149" v="2" actId="20577"/>
      <pc:docMkLst>
        <pc:docMk/>
      </pc:docMkLst>
      <pc:sldChg chg="modSp">
        <pc:chgData name="" userId="" providerId="" clId="Web-{40A0C9B9-251C-E409-A32B-EF0045293188}" dt="2023-07-28T06:10:32.149" v="2" actId="20577"/>
        <pc:sldMkLst>
          <pc:docMk/>
          <pc:sldMk cId="1259888063" sldId="889"/>
        </pc:sldMkLst>
        <pc:spChg chg="mod">
          <ac:chgData name="" userId="" providerId="" clId="Web-{40A0C9B9-251C-E409-A32B-EF0045293188}" dt="2023-07-28T06:10:32.149" v="2" actId="20577"/>
          <ac:spMkLst>
            <pc:docMk/>
            <pc:sldMk cId="1259888063" sldId="889"/>
            <ac:spMk id="6" creationId="{9A40E202-D37F-4FA8-82FB-20DA95C2575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1/18/2024</a:t>
            </a:fld>
            <a:endParaRPr lang="en-US">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1/18/2024</a:t>
            </a:fld>
            <a:endParaRPr lang="en-US"/>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r>
              <a:rPr lang="en-GB" b="0"/>
              <a:t>A basic Operate/AMS presentation to take clients through our thoughts on operate.</a:t>
            </a:r>
          </a:p>
          <a:p>
            <a:r>
              <a:rPr lang="en-GB" b="0"/>
              <a:t>Owner: TBD</a:t>
            </a:r>
          </a:p>
          <a:p>
            <a:r>
              <a:rPr lang="en-GB" b="0"/>
              <a:t>Last Updated: 02/09/2018</a:t>
            </a:r>
          </a:p>
          <a:p>
            <a:endParaRPr lang="en-GB" b="1"/>
          </a:p>
          <a:p>
            <a:r>
              <a:rPr lang="en-GB" b="1"/>
              <a:t>Change log</a:t>
            </a:r>
          </a:p>
          <a:p>
            <a:r>
              <a:rPr lang="en-GB" b="1"/>
              <a:t>V1.0</a:t>
            </a:r>
          </a:p>
          <a:p>
            <a:r>
              <a:rPr lang="en-GB" err="1"/>
              <a:t>Color</a:t>
            </a:r>
            <a:r>
              <a:rPr lang="en-GB"/>
              <a:t> palette updated.</a:t>
            </a:r>
          </a:p>
          <a:p>
            <a:r>
              <a:rPr lang="en-GB"/>
              <a:t>Fonts adjusted and resized.</a:t>
            </a:r>
          </a:p>
          <a:p>
            <a:r>
              <a:rPr lang="en-GB"/>
              <a:t>Inverter test completed.</a:t>
            </a:r>
          </a:p>
          <a:p>
            <a:r>
              <a:rPr lang="en-GB"/>
              <a:t>Cover image made transparent.</a:t>
            </a:r>
          </a:p>
          <a:p>
            <a:r>
              <a:rPr lang="en-GB"/>
              <a:t>New text &amp; Shape test passed.</a:t>
            </a:r>
          </a:p>
          <a:p>
            <a:r>
              <a:rPr lang="en-GB"/>
              <a:t>Speaker notes reviewed and cleansed.</a:t>
            </a:r>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a:p>
        </p:txBody>
      </p:sp>
    </p:spTree>
    <p:extLst>
      <p:ext uri="{BB962C8B-B14F-4D97-AF65-F5344CB8AC3E}">
        <p14:creationId xmlns:p14="http://schemas.microsoft.com/office/powerpoint/2010/main" val="40573290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2</a:t>
            </a:fld>
            <a:endParaRPr lang="en-US"/>
          </a:p>
        </p:txBody>
      </p:sp>
    </p:spTree>
    <p:extLst>
      <p:ext uri="{BB962C8B-B14F-4D97-AF65-F5344CB8AC3E}">
        <p14:creationId xmlns:p14="http://schemas.microsoft.com/office/powerpoint/2010/main" val="128386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3</a:t>
            </a:fld>
            <a:endParaRPr lang="en-US"/>
          </a:p>
        </p:txBody>
      </p:sp>
    </p:spTree>
    <p:extLst>
      <p:ext uri="{BB962C8B-B14F-4D97-AF65-F5344CB8AC3E}">
        <p14:creationId xmlns:p14="http://schemas.microsoft.com/office/powerpoint/2010/main" val="12272069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4</a:t>
            </a:fld>
            <a:endParaRPr lang="en-US"/>
          </a:p>
        </p:txBody>
      </p:sp>
    </p:spTree>
    <p:extLst>
      <p:ext uri="{BB962C8B-B14F-4D97-AF65-F5344CB8AC3E}">
        <p14:creationId xmlns:p14="http://schemas.microsoft.com/office/powerpoint/2010/main" val="1353781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5</a:t>
            </a:fld>
            <a:endParaRPr lang="en-US"/>
          </a:p>
        </p:txBody>
      </p:sp>
    </p:spTree>
    <p:extLst>
      <p:ext uri="{BB962C8B-B14F-4D97-AF65-F5344CB8AC3E}">
        <p14:creationId xmlns:p14="http://schemas.microsoft.com/office/powerpoint/2010/main" val="1684263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6</a:t>
            </a:fld>
            <a:endParaRPr lang="en-US"/>
          </a:p>
        </p:txBody>
      </p:sp>
    </p:spTree>
    <p:extLst>
      <p:ext uri="{BB962C8B-B14F-4D97-AF65-F5344CB8AC3E}">
        <p14:creationId xmlns:p14="http://schemas.microsoft.com/office/powerpoint/2010/main" val="14753739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397625" cy="3598863"/>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B19E439-0A36-4389-B1D4-036D35E9F4EA}" type="slidenum">
              <a:rPr lang="en-US" smtClean="0"/>
              <a:pPr>
                <a:defRPr/>
              </a:pPr>
              <a:t>7</a:t>
            </a:fld>
            <a:endParaRPr lang="en-US"/>
          </a:p>
        </p:txBody>
      </p:sp>
    </p:spTree>
    <p:extLst>
      <p:ext uri="{BB962C8B-B14F-4D97-AF65-F5344CB8AC3E}">
        <p14:creationId xmlns:p14="http://schemas.microsoft.com/office/powerpoint/2010/main" val="20485717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08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121222021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475327" y="5845180"/>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Click to edit Master subtitle style</a:t>
            </a:r>
          </a:p>
        </p:txBody>
      </p:sp>
      <p:sp>
        <p:nvSpPr>
          <p:cNvPr id="5" name="Text Placeholder 4"/>
          <p:cNvSpPr>
            <a:spLocks noGrp="1"/>
          </p:cNvSpPr>
          <p:nvPr>
            <p:ph type="body" sz="quarter" idx="10"/>
          </p:nvPr>
        </p:nvSpPr>
        <p:spPr>
          <a:xfrm>
            <a:off x="475325" y="6362699"/>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Tree>
    <p:extLst>
      <p:ext uri="{BB962C8B-B14F-4D97-AF65-F5344CB8AC3E}">
        <p14:creationId xmlns:p14="http://schemas.microsoft.com/office/powerpoint/2010/main" val="52761153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a:extLst>
              <a:ext uri="{FF2B5EF4-FFF2-40B4-BE49-F238E27FC236}">
                <a16:creationId xmlns:a16="http://schemas.microsoft.com/office/drawing/2014/main" id="{93823792-EE26-4CDD-972F-220A04CD6C04}"/>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8" name="Copyright">
            <a:extLst>
              <a:ext uri="{FF2B5EF4-FFF2-40B4-BE49-F238E27FC236}">
                <a16:creationId xmlns:a16="http://schemas.microsoft.com/office/drawing/2014/main" id="{ABE9EAAF-3637-4DBD-97CC-9D801D594A84}"/>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9" name="TextBox 8">
            <a:extLst>
              <a:ext uri="{FF2B5EF4-FFF2-40B4-BE49-F238E27FC236}">
                <a16:creationId xmlns:a16="http://schemas.microsoft.com/office/drawing/2014/main" id="{DB9365AE-2970-4F25-A997-BF6CFABBA94C}"/>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a:extLst>
              <a:ext uri="{FF2B5EF4-FFF2-40B4-BE49-F238E27FC236}">
                <a16:creationId xmlns:a16="http://schemas.microsoft.com/office/drawing/2014/main" id="{3F44FF44-C602-481C-AB45-01E8C7641773}"/>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8" name="Copyright">
            <a:extLst>
              <a:ext uri="{FF2B5EF4-FFF2-40B4-BE49-F238E27FC236}">
                <a16:creationId xmlns:a16="http://schemas.microsoft.com/office/drawing/2014/main" id="{1A45E768-6B1E-4968-BBCE-03E8ABE5493F}"/>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9" name="TextBox 8">
            <a:extLst>
              <a:ext uri="{FF2B5EF4-FFF2-40B4-BE49-F238E27FC236}">
                <a16:creationId xmlns:a16="http://schemas.microsoft.com/office/drawing/2014/main" id="{00427AA6-2805-4D45-8C22-C52EB3443F54}"/>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10" name="CaseCode">
            <a:extLst>
              <a:ext uri="{FF2B5EF4-FFF2-40B4-BE49-F238E27FC236}">
                <a16:creationId xmlns:a16="http://schemas.microsoft.com/office/drawing/2014/main" id="{D6C60C41-80C5-4AD8-9F29-FD85E6D4C19C}"/>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11" name="Copyright">
            <a:extLst>
              <a:ext uri="{FF2B5EF4-FFF2-40B4-BE49-F238E27FC236}">
                <a16:creationId xmlns:a16="http://schemas.microsoft.com/office/drawing/2014/main" id="{613A5341-684B-4EA3-8645-F86A6932914E}"/>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12" name="TextBox 11">
            <a:extLst>
              <a:ext uri="{FF2B5EF4-FFF2-40B4-BE49-F238E27FC236}">
                <a16:creationId xmlns:a16="http://schemas.microsoft.com/office/drawing/2014/main" id="{C477575C-C40C-4032-B0DB-EF510C909D71}"/>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a:extLst>
              <a:ext uri="{FF2B5EF4-FFF2-40B4-BE49-F238E27FC236}">
                <a16:creationId xmlns:a16="http://schemas.microsoft.com/office/drawing/2014/main" id="{3C64501B-D85D-4B85-ABA7-D68ECF8B73C7}"/>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8" name="Copyright">
            <a:extLst>
              <a:ext uri="{FF2B5EF4-FFF2-40B4-BE49-F238E27FC236}">
                <a16:creationId xmlns:a16="http://schemas.microsoft.com/office/drawing/2014/main" id="{E0551EEA-624A-4296-AD75-4BD6C8D14CF9}"/>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9" name="TextBox 8">
            <a:extLst>
              <a:ext uri="{FF2B5EF4-FFF2-40B4-BE49-F238E27FC236}">
                <a16:creationId xmlns:a16="http://schemas.microsoft.com/office/drawing/2014/main" id="{9B09C971-19FA-4D4C-A588-010A8861B9DB}"/>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CaseCode">
            <a:extLst>
              <a:ext uri="{FF2B5EF4-FFF2-40B4-BE49-F238E27FC236}">
                <a16:creationId xmlns:a16="http://schemas.microsoft.com/office/drawing/2014/main" id="{1558CCC8-C369-4C81-A41A-5E09DEB241AA}"/>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8" name="Copyright">
            <a:extLst>
              <a:ext uri="{FF2B5EF4-FFF2-40B4-BE49-F238E27FC236}">
                <a16:creationId xmlns:a16="http://schemas.microsoft.com/office/drawing/2014/main" id="{2A717A35-16B8-4C69-9FC9-C491F8F47997}"/>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9" name="TextBox 8">
            <a:extLst>
              <a:ext uri="{FF2B5EF4-FFF2-40B4-BE49-F238E27FC236}">
                <a16:creationId xmlns:a16="http://schemas.microsoft.com/office/drawing/2014/main" id="{D6952D5D-FD02-4F41-B2C9-74CDCEDF85C6}"/>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1" y="1705668"/>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469900"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6" name="CaseCode">
            <a:extLst>
              <a:ext uri="{FF2B5EF4-FFF2-40B4-BE49-F238E27FC236}">
                <a16:creationId xmlns:a16="http://schemas.microsoft.com/office/drawing/2014/main" id="{E1DA34B1-AA2A-40A2-9A35-1AEEF4E1211A}"/>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7" name="Copyright">
            <a:extLst>
              <a:ext uri="{FF2B5EF4-FFF2-40B4-BE49-F238E27FC236}">
                <a16:creationId xmlns:a16="http://schemas.microsoft.com/office/drawing/2014/main" id="{03D338E6-56A9-45ED-B5AA-5396221BD362}"/>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8" name="TextBox 7">
            <a:extLst>
              <a:ext uri="{FF2B5EF4-FFF2-40B4-BE49-F238E27FC236}">
                <a16:creationId xmlns:a16="http://schemas.microsoft.com/office/drawing/2014/main" id="{9AEAE743-08BD-4226-8282-8C33D40A1260}"/>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6" name="CaseCode">
            <a:extLst>
              <a:ext uri="{FF2B5EF4-FFF2-40B4-BE49-F238E27FC236}">
                <a16:creationId xmlns:a16="http://schemas.microsoft.com/office/drawing/2014/main" id="{EAC56137-7BAD-4495-9072-3F985AC7793D}"/>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7" name="Copyright">
            <a:extLst>
              <a:ext uri="{FF2B5EF4-FFF2-40B4-BE49-F238E27FC236}">
                <a16:creationId xmlns:a16="http://schemas.microsoft.com/office/drawing/2014/main" id="{859C8E56-7C3D-40BF-A699-BF0A3A8BC54A}"/>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8" name="TextBox 7">
            <a:extLst>
              <a:ext uri="{FF2B5EF4-FFF2-40B4-BE49-F238E27FC236}">
                <a16:creationId xmlns:a16="http://schemas.microsoft.com/office/drawing/2014/main" id="{E8672FC1-2A7C-42FE-B0E7-B8E1F68064D2}"/>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6" name="CaseCode">
            <a:extLst>
              <a:ext uri="{FF2B5EF4-FFF2-40B4-BE49-F238E27FC236}">
                <a16:creationId xmlns:a16="http://schemas.microsoft.com/office/drawing/2014/main" id="{79CFFB27-DC38-4F22-9FCB-C14E2BC292E3}"/>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7" name="Copyright">
            <a:extLst>
              <a:ext uri="{FF2B5EF4-FFF2-40B4-BE49-F238E27FC236}">
                <a16:creationId xmlns:a16="http://schemas.microsoft.com/office/drawing/2014/main" id="{087D3E6E-E52A-4AA0-8A4B-F5A642ED733E}"/>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8" name="TextBox 7">
            <a:extLst>
              <a:ext uri="{FF2B5EF4-FFF2-40B4-BE49-F238E27FC236}">
                <a16:creationId xmlns:a16="http://schemas.microsoft.com/office/drawing/2014/main" id="{01582A3E-9D2A-4FEA-A54A-A082C5574BD2}"/>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4" y="1590675"/>
            <a:ext cx="9029604" cy="4708525"/>
          </a:xfrm>
          <a:prstGeom prst="rect">
            <a:avLst/>
          </a:prstGeom>
        </p:spPr>
        <p:txBody>
          <a:bodyPr>
            <a:noAutofit/>
          </a:bodyPr>
          <a:lstStyle>
            <a:lvl1pPr>
              <a:spcBef>
                <a:spcPts val="4800"/>
              </a:spcBef>
              <a:defRPr sz="2800">
                <a:solidFill>
                  <a:schemeClr val="bg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6" name="CaseCode">
            <a:extLst>
              <a:ext uri="{FF2B5EF4-FFF2-40B4-BE49-F238E27FC236}">
                <a16:creationId xmlns:a16="http://schemas.microsoft.com/office/drawing/2014/main" id="{20B14932-EB23-43AC-A539-6F4711C4067B}"/>
              </a:ext>
            </a:extLst>
          </p:cNvPr>
          <p:cNvSpPr txBox="1"/>
          <p:nvPr userDrawn="1"/>
        </p:nvSpPr>
        <p:spPr>
          <a:xfrm>
            <a:off x="6336000" y="6476999"/>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SAP BTP | Overview of BTP Capabilities &amp; Use Cases</a:t>
            </a:r>
          </a:p>
        </p:txBody>
      </p:sp>
      <p:sp>
        <p:nvSpPr>
          <p:cNvPr id="7" name="Copyright">
            <a:extLst>
              <a:ext uri="{FF2B5EF4-FFF2-40B4-BE49-F238E27FC236}">
                <a16:creationId xmlns:a16="http://schemas.microsoft.com/office/drawing/2014/main" id="{7E8B7BA2-762B-4C4A-A8B6-370F682AD329}"/>
              </a:ext>
            </a:extLst>
          </p:cNvPr>
          <p:cNvSpPr txBox="1"/>
          <p:nvPr userDrawn="1"/>
        </p:nvSpPr>
        <p:spPr>
          <a:xfrm>
            <a:off x="469900" y="6477000"/>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bg1"/>
                </a:solidFill>
                <a:latin typeface="+mn-lt"/>
              </a:rPr>
              <a:t>Copyright © 2019 Deloitte Development LLC. All rights reserved.</a:t>
            </a:r>
          </a:p>
        </p:txBody>
      </p:sp>
      <p:sp>
        <p:nvSpPr>
          <p:cNvPr id="8" name="TextBox 7">
            <a:extLst>
              <a:ext uri="{FF2B5EF4-FFF2-40B4-BE49-F238E27FC236}">
                <a16:creationId xmlns:a16="http://schemas.microsoft.com/office/drawing/2014/main" id="{7960EEFD-A9B6-40AE-9F1A-6AA0E241A486}"/>
              </a:ext>
            </a:extLst>
          </p:cNvPr>
          <p:cNvSpPr txBox="1"/>
          <p:nvPr userDrawn="1"/>
        </p:nvSpPr>
        <p:spPr>
          <a:xfrm>
            <a:off x="11410953" y="6477000"/>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7" name="Text Placeholder 3"/>
          <p:cNvSpPr>
            <a:spLocks noGrp="1"/>
          </p:cNvSpPr>
          <p:nvPr>
            <p:ph type="body" sz="quarter" idx="10"/>
          </p:nvPr>
        </p:nvSpPr>
        <p:spPr>
          <a:xfrm>
            <a:off x="469900" y="1590675"/>
            <a:ext cx="9029604" cy="4708525"/>
          </a:xfrm>
          <a:prstGeom prst="rect">
            <a:avLst/>
          </a:prstGeom>
        </p:spPr>
        <p:txBody>
          <a:bodyPr>
            <a:noAutofit/>
          </a:bodyPr>
          <a:lstStyle>
            <a:lvl1pPr>
              <a:spcBef>
                <a:spcPts val="4800"/>
              </a:spcBef>
              <a:defRPr sz="2800">
                <a:solidFill>
                  <a:schemeClr val="tx1"/>
                </a:solidFill>
              </a:defRPr>
            </a:lvl1pPr>
            <a:lvl2pPr marL="609585" indent="-609585">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469900" y="1665291"/>
            <a:ext cx="9348787" cy="4633910"/>
          </a:xfrm>
          <a:prstGeom prst="rect">
            <a:avLst/>
          </a:prstGeom>
        </p:spPr>
        <p:txBody>
          <a:bodyPr/>
          <a:lstStyle>
            <a:lvl1pPr>
              <a:tabLst>
                <a:tab pos="8972326" algn="r"/>
              </a:tabLst>
              <a:defRPr/>
            </a:lvl1pPr>
            <a:lvl2pPr>
              <a:tabLst>
                <a:tab pos="8972326" algn="r"/>
              </a:tabLst>
              <a:defRPr/>
            </a:lvl2pPr>
            <a:lvl3pPr>
              <a:tabLst>
                <a:tab pos="8972326" algn="r"/>
              </a:tabLst>
              <a:defRPr/>
            </a:lvl3pPr>
            <a:lvl4pPr>
              <a:tabLst>
                <a:tab pos="8972326" algn="r"/>
              </a:tabLst>
              <a:defRPr/>
            </a:lvl4pPr>
            <a:lvl5pPr>
              <a:tabLst>
                <a:tab pos="6705432" algn="r"/>
              </a:tabLst>
              <a:defRPr baseline="0"/>
            </a:lvl5pPr>
            <a:lvl6pPr>
              <a:tabLst>
                <a:tab pos="8972326" algn="r"/>
              </a:tabLst>
              <a:defRPr/>
            </a:lvl6pPr>
            <a:lvl7pPr>
              <a:tabLst>
                <a:tab pos="8972326" algn="r"/>
              </a:tabLst>
              <a:defRPr/>
            </a:lvl7pPr>
            <a:lvl8pPr>
              <a:tabLst>
                <a:tab pos="8972326" algn="r"/>
              </a:tabLst>
              <a:defRPr/>
            </a:lvl8pPr>
            <a:lvl9pPr>
              <a:tabLst>
                <a:tab pos="8972326"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5" name="Picture Placeholder 9"/>
          <p:cNvSpPr>
            <a:spLocks noGrp="1"/>
          </p:cNvSpPr>
          <p:nvPr>
            <p:ph type="pic" sz="quarter" idx="15"/>
          </p:nvPr>
        </p:nvSpPr>
        <p:spPr>
          <a:xfrm>
            <a:off x="5604867" y="1700213"/>
            <a:ext cx="6117233" cy="4598988"/>
          </a:xfrm>
        </p:spPr>
        <p:txBody>
          <a:bodyPr/>
          <a:lstStyle/>
          <a:p>
            <a:r>
              <a:rPr lang="en-US" noProof="0"/>
              <a:t>Click icon to add picture</a:t>
            </a:r>
          </a:p>
        </p:txBody>
      </p:sp>
      <p:sp>
        <p:nvSpPr>
          <p:cNvPr id="6" name="Content Placeholder 3"/>
          <p:cNvSpPr>
            <a:spLocks noGrp="1"/>
          </p:cNvSpPr>
          <p:nvPr>
            <p:ph sz="quarter" idx="10"/>
          </p:nvPr>
        </p:nvSpPr>
        <p:spPr>
          <a:xfrm>
            <a:off x="469900" y="1665290"/>
            <a:ext cx="4333663" cy="4633911"/>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8" name="Text Placeholder 18"/>
          <p:cNvSpPr>
            <a:spLocks noGrp="1"/>
          </p:cNvSpPr>
          <p:nvPr>
            <p:ph idx="1"/>
          </p:nvPr>
        </p:nvSpPr>
        <p:spPr>
          <a:xfrm>
            <a:off x="469900" y="1665818"/>
            <a:ext cx="11252200" cy="4633383"/>
          </a:xfrm>
          <a:prstGeom prst="rect">
            <a:avLst/>
          </a:prstGeom>
        </p:spPr>
        <p:txBody>
          <a:bodyPr vert="horz" lIns="0" tIns="0" rIns="0" bIns="0" rtlCol="0">
            <a:noAutofit/>
          </a:bodyPr>
          <a:lstStyle>
            <a:lvl1pPr marL="0" indent="0" algn="l">
              <a:buFontTx/>
              <a:buNone/>
              <a:defRPr/>
            </a:lvl1pPr>
            <a:lvl2pPr marL="127000" indent="-127000" algn="l">
              <a:buClrTx/>
              <a:buSzPct val="100000"/>
              <a:buFont typeface="Arial" panose="020B0604020202020204" pitchFamily="34" charset="0"/>
              <a:buChar char="•"/>
              <a:defRPr/>
            </a:lvl2pPr>
            <a:lvl3pPr marL="279400" indent="-127000" algn="l">
              <a:buClrTx/>
              <a:buSzPct val="100000"/>
              <a:buFont typeface="Arial" panose="020B0604020202020204" pitchFamily="34" charset="0"/>
              <a:buChar char="−"/>
              <a:defRPr/>
            </a:lvl3pPr>
            <a:lvl4pPr marL="431800" indent="-127000" algn="l">
              <a:buClrTx/>
              <a:buSzPct val="100000"/>
              <a:buFont typeface="Arial" panose="020B0604020202020204" pitchFamily="34" charset="0"/>
              <a:buChar char="◦"/>
              <a:defRPr/>
            </a:lvl4pPr>
            <a:lvl5pPr marL="584200" indent="-127000" algn="l">
              <a:buClrTx/>
              <a:buSzPct val="100000"/>
              <a:buFont typeface="Arial" panose="020B0604020202020204" pitchFamily="34" charset="0"/>
              <a:buChar cha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8" name="Text Placeholder 18"/>
          <p:cNvSpPr>
            <a:spLocks noGrp="1"/>
          </p:cNvSpPr>
          <p:nvPr>
            <p:ph idx="1"/>
          </p:nvPr>
        </p:nvSpPr>
        <p:spPr>
          <a:xfrm>
            <a:off x="469900" y="1676402"/>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4581"/>
            <a:ext cx="11252200" cy="3928209"/>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59816"/>
            <a:ext cx="11252200" cy="357187"/>
          </a:xfrm>
        </p:spPr>
        <p:txBody>
          <a:bodyPr/>
          <a:lstStyle/>
          <a:p>
            <a:pPr lvl="0"/>
            <a:r>
              <a:rPr lang="en-US" noProof="0"/>
              <a:t>Edit Master text styles</a:t>
            </a:r>
          </a:p>
        </p:txBody>
      </p:sp>
      <p:sp>
        <p:nvSpPr>
          <p:cNvPr id="7"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8"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468000" y="2051999"/>
            <a:ext cx="3600000" cy="3930791"/>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468000" y="1665289"/>
            <a:ext cx="3600000"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296000" y="2051998"/>
            <a:ext cx="3600000" cy="3930791"/>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296003" y="1665288"/>
            <a:ext cx="3600000"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086960" y="2051999"/>
            <a:ext cx="3600000" cy="3930791"/>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086959" y="1659145"/>
            <a:ext cx="3600000" cy="398256"/>
          </a:xfrm>
        </p:spPr>
        <p:txBody>
          <a:bodyPr/>
          <a:lstStyle/>
          <a:p>
            <a:pPr lvl="0"/>
            <a:r>
              <a:rPr lang="en-US" noProof="0"/>
              <a:t>Edit Master text styles</a:t>
            </a:r>
          </a:p>
        </p:txBody>
      </p:sp>
      <p:sp>
        <p:nvSpPr>
          <p:cNvPr id="13"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468000" y="1665288"/>
            <a:ext cx="5328000" cy="4622507"/>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94100" y="1656000"/>
            <a:ext cx="5328000" cy="4631795"/>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0" y="1665289"/>
            <a:ext cx="4431857" cy="4633913"/>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4699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94100" y="1665288"/>
            <a:ext cx="5328000" cy="4633912"/>
          </a:xfrm>
          <a:prstGeom prst="rect">
            <a:avLst/>
          </a:prstGeom>
        </p:spPr>
        <p:txBody>
          <a:bodyPr>
            <a:noAutofit/>
          </a:bodyPr>
          <a:lstStyle>
            <a:lvl1pPr>
              <a:tabLst>
                <a:tab pos="6705432" algn="r"/>
              </a:tabLst>
              <a:defRPr sz="1600"/>
            </a:lvl1pPr>
            <a:lvl2pPr>
              <a:tabLst>
                <a:tab pos="6705432" algn="r"/>
              </a:tabLst>
              <a:defRPr sz="1600"/>
            </a:lvl2pPr>
            <a:lvl3pPr>
              <a:tabLst>
                <a:tab pos="6705432" algn="r"/>
              </a:tabLst>
              <a:defRPr sz="1600"/>
            </a:lvl3pPr>
            <a:lvl4pPr>
              <a:tabLst>
                <a:tab pos="6705432" algn="r"/>
              </a:tabLst>
              <a:defRPr sz="1600"/>
            </a:lvl4pPr>
            <a:lvl5pPr>
              <a:tabLst>
                <a:tab pos="6705432" algn="r"/>
              </a:tabLst>
              <a:defRPr sz="1000" baseline="0"/>
            </a:lvl5pPr>
            <a:lvl6pPr>
              <a:defRPr sz="2133"/>
            </a:lvl6pPr>
            <a:lvl7pPr>
              <a:defRPr sz="2133"/>
            </a:lvl7pPr>
            <a:lvl8pPr>
              <a:defRPr sz="2133"/>
            </a:lvl8pPr>
            <a:lvl9pPr>
              <a:defRPr sz="2133"/>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469900" y="1665288"/>
            <a:ext cx="5480400" cy="4317502"/>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4" y="1655763"/>
            <a:ext cx="5482516" cy="420687"/>
          </a:xfrm>
        </p:spPr>
        <p:txBody>
          <a:bodyPr>
            <a:noAutofit/>
          </a:bodyPr>
          <a:lstStyle/>
          <a:p>
            <a:pPr lvl="0"/>
            <a:r>
              <a:rPr lang="en-US" noProof="0"/>
              <a:t>Edit Master text styles</a:t>
            </a:r>
          </a:p>
        </p:txBody>
      </p:sp>
      <p:sp>
        <p:nvSpPr>
          <p:cNvPr id="12"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239584" y="2125013"/>
            <a:ext cx="5482516" cy="3857777"/>
          </a:xfrm>
        </p:spPr>
        <p:txBody>
          <a:bodyPr>
            <a:noAutofit/>
          </a:bodyPr>
          <a:lstStyle/>
          <a:p>
            <a:r>
              <a:rPr lang="en-US" noProof="0"/>
              <a:t>Click icon to add chart</a:t>
            </a:r>
          </a:p>
        </p:txBody>
      </p:sp>
      <p:sp>
        <p:nvSpPr>
          <p:cNvPr id="6" name="Text Placeholder 5"/>
          <p:cNvSpPr>
            <a:spLocks noGrp="1"/>
          </p:cNvSpPr>
          <p:nvPr>
            <p:ph type="body" sz="quarter" idx="22"/>
          </p:nvPr>
        </p:nvSpPr>
        <p:spPr>
          <a:xfrm>
            <a:off x="6239585" y="1654028"/>
            <a:ext cx="5482516" cy="420687"/>
          </a:xfrm>
        </p:spPr>
        <p:txBody>
          <a:bodyPr>
            <a:noAutofit/>
          </a:bodyPr>
          <a:lstStyle/>
          <a:p>
            <a:pPr lvl="0"/>
            <a:r>
              <a:rPr lang="en-US" noProof="0"/>
              <a:t>Edit Master text styles</a:t>
            </a:r>
          </a:p>
        </p:txBody>
      </p:sp>
      <p:sp>
        <p:nvSpPr>
          <p:cNvPr id="9" name="Chart Placeholder 2"/>
          <p:cNvSpPr>
            <a:spLocks noGrp="1"/>
          </p:cNvSpPr>
          <p:nvPr>
            <p:ph type="chart" sz="quarter" idx="24"/>
          </p:nvPr>
        </p:nvSpPr>
        <p:spPr>
          <a:xfrm>
            <a:off x="469900" y="2125013"/>
            <a:ext cx="5482517" cy="3857777"/>
          </a:xfrm>
        </p:spPr>
        <p:txBody>
          <a:bodyPr>
            <a:noAutofit/>
          </a:bodyPr>
          <a:lstStyle/>
          <a:p>
            <a:r>
              <a:rPr lang="en-US" noProof="0"/>
              <a:t>Click icon to add chart</a:t>
            </a:r>
          </a:p>
        </p:txBody>
      </p:sp>
      <p:sp>
        <p:nvSpPr>
          <p:cNvPr id="12" name="Text Placeholder 5"/>
          <p:cNvSpPr>
            <a:spLocks noGrp="1"/>
          </p:cNvSpPr>
          <p:nvPr>
            <p:ph type="body" sz="quarter" idx="25"/>
          </p:nvPr>
        </p:nvSpPr>
        <p:spPr>
          <a:xfrm>
            <a:off x="469898" y="1665288"/>
            <a:ext cx="5482517" cy="409427"/>
          </a:xfrm>
        </p:spPr>
        <p:txBody>
          <a:bodyPr>
            <a:noAutofit/>
          </a:bodyPr>
          <a:lstStyle/>
          <a:p>
            <a:pPr lvl="0"/>
            <a:r>
              <a:rPr lang="en-US" noProof="0"/>
              <a:t>Edit Master text styles</a:t>
            </a: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455116" y="1626099"/>
            <a:ext cx="4266983" cy="4673101"/>
          </a:xfrm>
          <a:prstGeom prst="rect">
            <a:avLst/>
          </a:prstGeom>
        </p:spPr>
        <p:txBody>
          <a:bodyPr>
            <a:noAutofit/>
          </a:bodyPr>
          <a:lstStyle>
            <a:lvl1pPr>
              <a:tabLst>
                <a:tab pos="6705432" algn="r"/>
              </a:tabLst>
              <a:defRPr sz="2400">
                <a:solidFill>
                  <a:schemeClr val="accent3"/>
                </a:solidFill>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p:txBody>
      </p:sp>
      <p:sp>
        <p:nvSpPr>
          <p:cNvPr id="8" name="Content Placeholder 3"/>
          <p:cNvSpPr>
            <a:spLocks noGrp="1"/>
          </p:cNvSpPr>
          <p:nvPr>
            <p:ph sz="quarter" idx="16"/>
          </p:nvPr>
        </p:nvSpPr>
        <p:spPr>
          <a:xfrm>
            <a:off x="469900" y="1665288"/>
            <a:ext cx="6660866" cy="4633913"/>
          </a:xfrm>
          <a:prstGeom prst="rect">
            <a:avLst/>
          </a:prstGeom>
        </p:spPr>
        <p:txBody>
          <a:bodyPr>
            <a:noAutofit/>
          </a:bodyPr>
          <a:lstStyle>
            <a:lvl1pPr>
              <a:tabLst>
                <a:tab pos="6705432" algn="r"/>
              </a:tabLst>
              <a:defRPr/>
            </a:lvl1pPr>
            <a:lvl2pPr>
              <a:tabLst>
                <a:tab pos="6705432" algn="r"/>
              </a:tabLst>
              <a:defRPr/>
            </a:lvl2pPr>
            <a:lvl3pPr>
              <a:tabLst>
                <a:tab pos="6705432" algn="r"/>
              </a:tabLst>
              <a:defRPr/>
            </a:lvl3pPr>
            <a:lvl4pPr>
              <a:tabLst>
                <a:tab pos="6705432" algn="r"/>
              </a:tabLst>
              <a:defRPr/>
            </a:lvl4pPr>
            <a:lvl5pPr>
              <a:tabLst>
                <a:tab pos="670543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488742" y="1700213"/>
            <a:ext cx="2664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41040" y="1700212"/>
            <a:ext cx="2664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93338" y="1700212"/>
            <a:ext cx="2664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9045636" y="1700212"/>
            <a:ext cx="2664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482363"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207211"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44787" y="3076573"/>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9069636" y="3079742"/>
            <a:ext cx="2640000" cy="3222628"/>
          </a:xfrm>
        </p:spPr>
        <p:txBody>
          <a:bodyPr/>
          <a:lstStyle>
            <a:lvl1pPr marL="0" indent="0">
              <a:defRPr b="1">
                <a:solidFill>
                  <a:schemeClr val="tx1"/>
                </a:solidFill>
              </a:defRPr>
            </a:lvl1pPr>
            <a:lvl2pPr marL="127000" indent="-127000" algn="l">
              <a:spcAft>
                <a:spcPts val="0"/>
              </a:spcAft>
              <a:buClrTx/>
              <a:buSzPct val="100000"/>
              <a:buFont typeface="Arial" panose="020B0604020202020204" pitchFamily="34" charset="0"/>
              <a:buChar char="•"/>
              <a:defRPr>
                <a:solidFill>
                  <a:schemeClr val="tx1"/>
                </a:solidFill>
              </a:defRPr>
            </a:lvl2pPr>
            <a:lvl3pPr marL="279400" indent="-127000" algn="l">
              <a:spcAft>
                <a:spcPts val="0"/>
              </a:spcAft>
              <a:buClrTx/>
              <a:buSzPct val="100000"/>
              <a:buFont typeface="Arial" panose="020B0604020202020204" pitchFamily="34" charset="0"/>
              <a:buChar char="−"/>
              <a:defRPr>
                <a:solidFill>
                  <a:schemeClr val="tx1"/>
                </a:solidFill>
              </a:defRPr>
            </a:lvl3pPr>
            <a:lvl4pPr marL="431800" indent="-127000" algn="l">
              <a:spcAft>
                <a:spcPts val="0"/>
              </a:spcAft>
              <a:buClrTx/>
              <a:buSzPct val="100000"/>
              <a:buFont typeface="Arial" panose="020B0604020202020204" pitchFamily="34" charset="0"/>
              <a:buChar char="◦"/>
              <a:defRPr>
                <a:solidFill>
                  <a:schemeClr val="tx1"/>
                </a:solidFill>
              </a:defRPr>
            </a:lvl4pPr>
            <a:lvl5pPr marL="584200" indent="-127000" algn="l">
              <a:spcAft>
                <a:spcPts val="0"/>
              </a:spcAft>
              <a:buClrTx/>
              <a:buSzPct val="100000"/>
              <a:buFont typeface="Arial" panose="020B0604020202020204" pitchFamily="34" charset="0"/>
              <a:buChar char="−"/>
              <a:defRPr baseline="0">
                <a:solidFill>
                  <a:schemeClr val="tx1"/>
                </a:solidFill>
              </a:defRPr>
            </a:lvl5pPr>
            <a:lvl6pPr marL="475188" indent="-235194">
              <a:spcAft>
                <a:spcPts val="0"/>
              </a:spcAft>
              <a:buFont typeface="Verdana" panose="020B0604030504040204" pitchFamily="34" charset="0"/>
              <a:buChar char="−"/>
              <a:defRPr/>
            </a:lvl6pPr>
            <a:lvl7pPr marL="475188" indent="-235194">
              <a:spcAft>
                <a:spcPts val="0"/>
              </a:spcAft>
              <a:defRPr/>
            </a:lvl7pPr>
            <a:lvl8pPr marL="475188" indent="-235194">
              <a:spcAft>
                <a:spcPts val="0"/>
              </a:spcAft>
              <a:defRPr/>
            </a:lvl8pPr>
            <a:lvl9pPr marL="475188" indent="-235194">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8"/>
          <p:cNvSpPr>
            <a:spLocks noGrp="1"/>
          </p:cNvSpPr>
          <p:nvPr>
            <p:ph type="body" sz="quarter" idx="21"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4" name="Rectangle 3"/>
          <p:cNvSpPr/>
          <p:nvPr userDrawn="1"/>
        </p:nvSpPr>
        <p:spPr>
          <a:xfrm>
            <a:off x="47678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6184900" y="170386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Rectangle 6"/>
          <p:cNvSpPr/>
          <p:nvPr userDrawn="1"/>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8" name="Picture Placeholder 11"/>
          <p:cNvSpPr>
            <a:spLocks noGrp="1"/>
          </p:cNvSpPr>
          <p:nvPr>
            <p:ph type="pic" sz="quarter" idx="25"/>
          </p:nvPr>
        </p:nvSpPr>
        <p:spPr>
          <a:xfrm>
            <a:off x="476780" y="1880213"/>
            <a:ext cx="2116800" cy="15912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04097" y="1880212"/>
            <a:ext cx="2116800" cy="15912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481779" y="4256211"/>
            <a:ext cx="2116800" cy="15912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04097" y="4256211"/>
            <a:ext cx="2116800" cy="15912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840780" y="1880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550676" y="1880213"/>
            <a:ext cx="3171024"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802551" y="4256213"/>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548900" y="4256212"/>
            <a:ext cx="3172800" cy="1944000"/>
          </a:xfrm>
        </p:spPr>
        <p:txBody>
          <a:bodyPr/>
          <a:lstStyle>
            <a:lvl1pPr marL="0" indent="0" algn="l">
              <a:spcAft>
                <a:spcPts val="0"/>
              </a:spcAft>
              <a:buFontTx/>
              <a:buNone/>
              <a:defRPr b="1"/>
            </a:lvl1pPr>
            <a:lvl2pPr marL="127000" indent="-127000" algn="l">
              <a:spcAft>
                <a:spcPts val="0"/>
              </a:spcAft>
              <a:buClrTx/>
              <a:buSzPct val="100000"/>
              <a:buFont typeface="Arial" panose="020B0604020202020204" pitchFamily="34" charset="0"/>
              <a:buChar char="•"/>
              <a:defRPr b="0"/>
            </a:lvl2pPr>
          </a:lstStyle>
          <a:p>
            <a:pPr lvl="0"/>
            <a:r>
              <a:rPr lang="en-US" noProof="0"/>
              <a:t>Edit Master text styles</a:t>
            </a:r>
          </a:p>
          <a:p>
            <a:pPr lvl="1"/>
            <a:r>
              <a:rPr lang="en-US" noProof="0"/>
              <a:t>Second level</a:t>
            </a:r>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478609" y="1700213"/>
            <a:ext cx="3639312" cy="2052830"/>
          </a:xfrm>
        </p:spPr>
        <p:txBody>
          <a:bodyPr/>
          <a:lstStyle/>
          <a:p>
            <a:r>
              <a:rPr lang="en-US" noProof="0"/>
              <a:t>Click icon to add picture</a:t>
            </a:r>
          </a:p>
        </p:txBody>
      </p:sp>
      <p:sp>
        <p:nvSpPr>
          <p:cNvPr id="5" name="Picture Placeholder 7"/>
          <p:cNvSpPr>
            <a:spLocks noGrp="1"/>
          </p:cNvSpPr>
          <p:nvPr>
            <p:ph type="pic" sz="quarter" idx="14"/>
          </p:nvPr>
        </p:nvSpPr>
        <p:spPr>
          <a:xfrm>
            <a:off x="8082784" y="1700213"/>
            <a:ext cx="3639316" cy="2059099"/>
          </a:xfrm>
        </p:spPr>
        <p:txBody>
          <a:bodyPr/>
          <a:lstStyle/>
          <a:p>
            <a:r>
              <a:rPr lang="en-US" noProof="0"/>
              <a:t>Click icon to add picture</a:t>
            </a:r>
          </a:p>
        </p:txBody>
      </p:sp>
      <p:sp>
        <p:nvSpPr>
          <p:cNvPr id="6" name="Picture Placeholder 7"/>
          <p:cNvSpPr>
            <a:spLocks noGrp="1"/>
          </p:cNvSpPr>
          <p:nvPr>
            <p:ph type="pic" sz="quarter" idx="15"/>
          </p:nvPr>
        </p:nvSpPr>
        <p:spPr>
          <a:xfrm>
            <a:off x="4284188" y="1700212"/>
            <a:ext cx="3636962" cy="2057767"/>
          </a:xfrm>
        </p:spPr>
        <p:txBody>
          <a:bodyPr/>
          <a:lstStyle/>
          <a:p>
            <a:r>
              <a:rPr lang="en-US" noProof="0"/>
              <a:t>Click icon to add picture</a:t>
            </a:r>
          </a:p>
        </p:txBody>
      </p:sp>
      <p:sp>
        <p:nvSpPr>
          <p:cNvPr id="9" name="Text Placeholder 18"/>
          <p:cNvSpPr>
            <a:spLocks noGrp="1"/>
          </p:cNvSpPr>
          <p:nvPr>
            <p:ph idx="1" hasCustomPrompt="1"/>
          </p:nvPr>
        </p:nvSpPr>
        <p:spPr>
          <a:xfrm>
            <a:off x="478609" y="3832225"/>
            <a:ext cx="3639312" cy="218144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78313" y="3832224"/>
            <a:ext cx="3636962" cy="218668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82784" y="3832224"/>
            <a:ext cx="3639316" cy="218810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8"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1" name="Title Placeholder 1"/>
          <p:cNvSpPr>
            <a:spLocks noGrp="1"/>
          </p:cNvSpPr>
          <p:nvPr>
            <p:ph type="title"/>
          </p:nvPr>
        </p:nvSpPr>
        <p:spPr>
          <a:xfrm>
            <a:off x="469900" y="402586"/>
            <a:ext cx="11252200" cy="3341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
        <p:nvSpPr>
          <p:cNvPr id="14" name="Text Placeholder 8"/>
          <p:cNvSpPr>
            <a:spLocks noGrp="1"/>
          </p:cNvSpPr>
          <p:nvPr>
            <p:ph type="body" sz="quarter" idx="17"/>
          </p:nvPr>
        </p:nvSpPr>
        <p:spPr>
          <a:xfrm>
            <a:off x="469899"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Text Placeholder 8"/>
          <p:cNvSpPr>
            <a:spLocks noGrp="1"/>
          </p:cNvSpPr>
          <p:nvPr>
            <p:ph type="body" sz="quarter" idx="21"/>
          </p:nvPr>
        </p:nvSpPr>
        <p:spPr>
          <a:xfrm>
            <a:off x="6177462" y="1857892"/>
            <a:ext cx="5544000" cy="1695451"/>
          </a:xfrm>
        </p:spPr>
        <p:txBody>
          <a:bodyPr/>
          <a:lstStyle>
            <a:lvl1pPr marL="0" indent="0" algn="l">
              <a:spcAft>
                <a:spcPts val="1333"/>
              </a:spcAft>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Rectangle 16"/>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8" name="Rectangle 17"/>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a:solidFill>
                <a:schemeClr val="bg1"/>
              </a:solidFill>
            </a:endParaRPr>
          </a:p>
        </p:txBody>
      </p:sp>
      <p:sp>
        <p:nvSpPr>
          <p:cNvPr id="19" name="Picture Placeholder 29"/>
          <p:cNvSpPr>
            <a:spLocks noGrp="1"/>
          </p:cNvSpPr>
          <p:nvPr>
            <p:ph type="pic" sz="quarter" idx="20" hasCustomPrompt="1"/>
          </p:nvPr>
        </p:nvSpPr>
        <p:spPr>
          <a:xfrm>
            <a:off x="10467635" y="1857892"/>
            <a:ext cx="1244161"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20" name="Picture Placeholder 29"/>
          <p:cNvSpPr>
            <a:spLocks noGrp="1"/>
          </p:cNvSpPr>
          <p:nvPr>
            <p:ph type="pic" sz="quarter" idx="19" hasCustomPrompt="1"/>
          </p:nvPr>
        </p:nvSpPr>
        <p:spPr>
          <a:xfrm>
            <a:off x="4734795" y="1863917"/>
            <a:ext cx="1244906" cy="549275"/>
          </a:xfrm>
        </p:spPr>
        <p:txBody>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469899"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177462" y="1857892"/>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Rectangle 3"/>
          <p:cNvSpPr/>
          <p:nvPr userDrawn="1"/>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5" name="Rectangle 4"/>
          <p:cNvSpPr/>
          <p:nvPr userDrawn="1"/>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7" name="Picture Placeholder 29"/>
          <p:cNvSpPr>
            <a:spLocks noGrp="1"/>
          </p:cNvSpPr>
          <p:nvPr>
            <p:ph type="pic" sz="quarter" idx="20" hasCustomPrompt="1"/>
          </p:nvPr>
        </p:nvSpPr>
        <p:spPr>
          <a:xfrm>
            <a:off x="10467635" y="1857892"/>
            <a:ext cx="1244161"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0" name="Text Placeholder 8"/>
          <p:cNvSpPr>
            <a:spLocks noGrp="1"/>
          </p:cNvSpPr>
          <p:nvPr>
            <p:ph type="body" sz="quarter" idx="22"/>
          </p:nvPr>
        </p:nvSpPr>
        <p:spPr>
          <a:xfrm>
            <a:off x="469899"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177460" y="4249681"/>
            <a:ext cx="5544000" cy="1695451"/>
          </a:xfrm>
        </p:spPr>
        <p:txBody>
          <a:bodyPr>
            <a:noAutofit/>
          </a:bodyPr>
          <a:lstStyle>
            <a:lvl1pPr marL="0" indent="0">
              <a:spcAft>
                <a:spcPts val="1333"/>
              </a:spcAft>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3" name="Rectangle 12"/>
          <p:cNvSpPr/>
          <p:nvPr userDrawn="1"/>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a:solidFill>
                <a:schemeClr val="bg1"/>
              </a:solidFill>
            </a:endParaRPr>
          </a:p>
        </p:txBody>
      </p:sp>
      <p:sp>
        <p:nvSpPr>
          <p:cNvPr id="14" name="Picture Placeholder 29"/>
          <p:cNvSpPr>
            <a:spLocks noGrp="1"/>
          </p:cNvSpPr>
          <p:nvPr>
            <p:ph type="pic" sz="quarter" idx="24" hasCustomPrompt="1"/>
          </p:nvPr>
        </p:nvSpPr>
        <p:spPr>
          <a:xfrm>
            <a:off x="4700436" y="4249683"/>
            <a:ext cx="127491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59036" y="4248209"/>
            <a:ext cx="1244160"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7" name="Picture Placeholder 29"/>
          <p:cNvSpPr>
            <a:spLocks noGrp="1"/>
          </p:cNvSpPr>
          <p:nvPr>
            <p:ph type="pic" sz="quarter" idx="19" hasCustomPrompt="1"/>
          </p:nvPr>
        </p:nvSpPr>
        <p:spPr>
          <a:xfrm>
            <a:off x="4734795" y="1863917"/>
            <a:ext cx="1244906" cy="549275"/>
          </a:xfrm>
        </p:spPr>
        <p:txBody>
          <a:bodyPr>
            <a:noAutofit/>
          </a:bodyPr>
          <a:lstStyle>
            <a:lvl1pPr marL="0" marR="0" indent="0" algn="l" defTabSz="1219170" rtl="0" eaLnBrk="1" fontAlgn="auto" latinLnBrk="0" hangingPunct="1">
              <a:lnSpc>
                <a:spcPct val="100000"/>
              </a:lnSpc>
              <a:spcBef>
                <a:spcPts val="0"/>
              </a:spcBef>
              <a:spcAft>
                <a:spcPts val="1333"/>
              </a:spcAft>
              <a:buClrTx/>
              <a:buSzTx/>
              <a:buFont typeface="Arial" panose="020B0604020202020204" pitchFamily="34" charset="0"/>
              <a:buNone/>
              <a:tabLst/>
              <a:defRPr sz="1200"/>
            </a:lvl1pPr>
          </a:lstStyle>
          <a:p>
            <a:pPr>
              <a:spcBef>
                <a:spcPct val="0"/>
              </a:spcBef>
            </a:pPr>
            <a:r>
              <a:rPr lang="en-US" sz="1600" noProof="0">
                <a:solidFill>
                  <a:schemeClr val="bg1"/>
                </a:solidFill>
              </a:rPr>
              <a:t>Co-brand</a:t>
            </a:r>
            <a:br>
              <a:rPr lang="en-US" sz="1600" noProof="0">
                <a:solidFill>
                  <a:schemeClr val="bg1"/>
                </a:solidFill>
              </a:rPr>
            </a:br>
            <a:r>
              <a:rPr lang="en-US" sz="1600" noProof="0">
                <a:solidFill>
                  <a:schemeClr val="bg1"/>
                </a:solidFill>
              </a:rPr>
              <a:t>Logo</a:t>
            </a:r>
          </a:p>
          <a:p>
            <a:endParaRPr lang="en-US" noProof="0"/>
          </a:p>
        </p:txBody>
      </p:sp>
      <p:sp>
        <p:nvSpPr>
          <p:cNvPr id="18"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9"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4" name="Rectangle 3"/>
          <p:cNvSpPr/>
          <p:nvPr userDrawn="1"/>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5" name="Rectangle 4"/>
          <p:cNvSpPr/>
          <p:nvPr userDrawn="1"/>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6" name="Rectangle 5"/>
          <p:cNvSpPr/>
          <p:nvPr userDrawn="1"/>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a:solidFill>
                <a:schemeClr val="bg1"/>
              </a:solidFill>
            </a:endParaRPr>
          </a:p>
        </p:txBody>
      </p:sp>
      <p:sp>
        <p:nvSpPr>
          <p:cNvPr id="7" name="Text Placeholder 8"/>
          <p:cNvSpPr>
            <a:spLocks noGrp="1"/>
          </p:cNvSpPr>
          <p:nvPr>
            <p:ph type="body" sz="quarter" idx="17"/>
          </p:nvPr>
        </p:nvSpPr>
        <p:spPr>
          <a:xfrm>
            <a:off x="4278313" y="1851441"/>
            <a:ext cx="363016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469900" y="1851441"/>
            <a:ext cx="3627438"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093075" y="1851441"/>
            <a:ext cx="3629025" cy="3845755"/>
          </a:xfrm>
        </p:spPr>
        <p:txBody>
          <a:bodyPr/>
          <a:lstStyle>
            <a:lvl1pPr marL="0" indent="0" algn="l">
              <a:buFontTx/>
              <a:buNone/>
              <a:defRPr b="1">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2"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3"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6" y="2556000"/>
            <a:ext cx="2592000" cy="3394800"/>
          </a:xfrm>
        </p:spPr>
        <p:txBody>
          <a:bodyPr/>
          <a:lstStyle>
            <a:lvl1pPr marL="0" indent="0" algn="l">
              <a:buFontTx/>
              <a:buNone/>
              <a:defRPr b="0">
                <a:solidFill>
                  <a:schemeClr val="tx1"/>
                </a:solidFill>
              </a:defRPr>
            </a:lvl1pPr>
            <a:lvl2pPr marL="127000" indent="-127000" algn="l">
              <a:spcAft>
                <a:spcPts val="1333"/>
              </a:spcAft>
              <a:buClrTx/>
              <a:buSzPct val="100000"/>
              <a:buFont typeface="Arial" panose="020B0604020202020204" pitchFamily="34" charset="0"/>
              <a:buChar char="•"/>
              <a:defRPr>
                <a:solidFill>
                  <a:schemeClr val="tx1"/>
                </a:solidFill>
              </a:defRPr>
            </a:lvl2pPr>
            <a:lvl3pPr marL="279400" indent="-127000" algn="l">
              <a:spcAft>
                <a:spcPts val="1333"/>
              </a:spcAft>
              <a:buClrTx/>
              <a:buSzPct val="100000"/>
              <a:buFont typeface="Arial" panose="020B0604020202020204" pitchFamily="34" charset="0"/>
              <a:buChar char="−"/>
              <a:defRPr>
                <a:solidFill>
                  <a:schemeClr val="tx1"/>
                </a:solidFill>
              </a:defRPr>
            </a:lvl3pPr>
            <a:lvl4pPr marL="431800" indent="-127000" algn="l">
              <a:spcAft>
                <a:spcPts val="1333"/>
              </a:spcAft>
              <a:buClrTx/>
              <a:buSzPct val="100000"/>
              <a:buFont typeface="Arial" panose="020B0604020202020204" pitchFamily="34" charset="0"/>
              <a:buChar char="◦"/>
              <a:defRPr>
                <a:solidFill>
                  <a:schemeClr val="tx1"/>
                </a:solidFill>
              </a:defRPr>
            </a:lvl4pPr>
            <a:lvl5pPr marL="584200" indent="-127000" algn="l">
              <a:spcAft>
                <a:spcPts val="1333"/>
              </a:spcAft>
              <a:buClrTx/>
              <a:buSzPct val="100000"/>
              <a:buFont typeface="Arial" panose="020B0604020202020204" pitchFamily="34" charset="0"/>
              <a:buChar char="−"/>
              <a:defRPr baseline="0">
                <a:solidFill>
                  <a:schemeClr val="tx1"/>
                </a:solidFill>
              </a:defRPr>
            </a:lvl5pPr>
            <a:lvl6pPr marL="475188" indent="-235194">
              <a:spcAft>
                <a:spcPts val="1333"/>
              </a:spcAft>
              <a:buFont typeface="Verdana" panose="020B0604030504040204" pitchFamily="34" charset="0"/>
              <a:buChar char="−"/>
              <a:defRPr/>
            </a:lvl6pPr>
            <a:lvl7pPr marL="475188" indent="-235194">
              <a:spcAft>
                <a:spcPts val="1333"/>
              </a:spcAft>
              <a:defRPr/>
            </a:lvl7pPr>
            <a:lvl8pPr marL="475188" indent="-235194">
              <a:spcAft>
                <a:spcPts val="1333"/>
              </a:spcAft>
              <a:defRPr/>
            </a:lvl8pPr>
            <a:lvl9pPr marL="475188" indent="-235194">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10"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30100"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56635"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43367" y="2556000"/>
            <a:ext cx="2592000" cy="3394800"/>
          </a:xfrm>
        </p:spPr>
        <p:txBody>
          <a:bodyPr/>
          <a:lstStyle>
            <a:lvl1pPr marL="0" indent="0" algn="l">
              <a:buFontTx/>
              <a:buNone/>
              <a:defRPr b="0">
                <a:solidFill>
                  <a:schemeClr val="bg1"/>
                </a:solidFill>
              </a:defRPr>
            </a:lvl1pPr>
            <a:lvl2pPr marL="127000" indent="-127000" algn="l">
              <a:spcAft>
                <a:spcPts val="1333"/>
              </a:spcAft>
              <a:buClrTx/>
              <a:buSzPct val="100000"/>
              <a:buFont typeface="Arial" panose="020B0604020202020204" pitchFamily="34" charset="0"/>
              <a:buChar char="•"/>
              <a:defRPr>
                <a:solidFill>
                  <a:schemeClr val="bg1"/>
                </a:solidFill>
              </a:defRPr>
            </a:lvl2pPr>
            <a:lvl3pPr marL="279400" indent="-127000" algn="l">
              <a:spcAft>
                <a:spcPts val="1333"/>
              </a:spcAft>
              <a:buClrTx/>
              <a:buSzPct val="100000"/>
              <a:buFont typeface="Arial" panose="020B0604020202020204" pitchFamily="34" charset="0"/>
              <a:buChar char="−"/>
              <a:defRPr>
                <a:solidFill>
                  <a:schemeClr val="bg1"/>
                </a:solidFill>
              </a:defRPr>
            </a:lvl3pPr>
            <a:lvl4pPr marL="431800" indent="-127000" algn="l">
              <a:spcAft>
                <a:spcPts val="1333"/>
              </a:spcAft>
              <a:buClrTx/>
              <a:buSzPct val="100000"/>
              <a:buFont typeface="Arial" panose="020B0604020202020204" pitchFamily="34" charset="0"/>
              <a:buChar char="◦"/>
              <a:defRPr>
                <a:solidFill>
                  <a:schemeClr val="bg1"/>
                </a:solidFill>
              </a:defRPr>
            </a:lvl4pPr>
            <a:lvl5pPr marL="584200" indent="-127000" algn="l">
              <a:spcAft>
                <a:spcPts val="1333"/>
              </a:spcAft>
              <a:buClrTx/>
              <a:buSzPct val="100000"/>
              <a:buFont typeface="Arial" panose="020B0604020202020204" pitchFamily="34" charset="0"/>
              <a:buChar char="−"/>
              <a:defRPr baseline="0">
                <a:solidFill>
                  <a:schemeClr val="bg1"/>
                </a:solidFill>
              </a:defRPr>
            </a:lvl5pPr>
            <a:lvl6pPr marL="475188" indent="-235194">
              <a:spcAft>
                <a:spcPts val="1333"/>
              </a:spcAft>
              <a:buFont typeface="Verdana" panose="020B0604030504040204" pitchFamily="34" charset="0"/>
              <a:buChar char="−"/>
              <a:defRPr>
                <a:solidFill>
                  <a:schemeClr val="bg1"/>
                </a:solidFill>
              </a:defRPr>
            </a:lvl6pPr>
            <a:lvl7pPr marL="475188" indent="-235194">
              <a:spcAft>
                <a:spcPts val="1333"/>
              </a:spcAft>
              <a:defRPr>
                <a:solidFill>
                  <a:schemeClr val="bg1"/>
                </a:solidFill>
              </a:defRPr>
            </a:lvl7pPr>
            <a:lvl8pPr marL="475188" indent="-235194">
              <a:spcAft>
                <a:spcPts val="1333"/>
              </a:spcAft>
              <a:defRPr>
                <a:solidFill>
                  <a:schemeClr val="bg1"/>
                </a:solidFill>
              </a:defRPr>
            </a:lvl8pPr>
            <a:lvl9pPr marL="475188" indent="-235194">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aseCode"/>
          <p:cNvSpPr txBox="1"/>
          <p:nvPr userDrawn="1"/>
        </p:nvSpPr>
        <p:spPr>
          <a:xfrm>
            <a:off x="6336000" y="6476999"/>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bg1"/>
                </a:solidFill>
              </a:rPr>
              <a:t>Presentation title</a:t>
            </a:r>
            <a:br>
              <a:rPr lang="en-US" sz="650" noProof="0">
                <a:solidFill>
                  <a:schemeClr val="bg1"/>
                </a:solidFill>
              </a:rPr>
            </a:br>
            <a:r>
              <a:rPr lang="en-US" sz="650" noProof="0">
                <a:solidFill>
                  <a:schemeClr val="bg1"/>
                </a:solidFill>
              </a:rPr>
              <a:t>[To edit, click View &gt; Slide Master &gt; Slide master1]</a:t>
            </a:r>
          </a:p>
        </p:txBody>
      </p:sp>
      <p:sp>
        <p:nvSpPr>
          <p:cNvPr id="14" name="Copyright"/>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a:solidFill>
                  <a:schemeClr val="bg1"/>
                </a:solidFill>
              </a:rPr>
              <a:t>Copyright © 2017 Deloitte Development LLC. All rights reserved.</a:t>
            </a:r>
          </a:p>
        </p:txBody>
      </p:sp>
      <p:sp>
        <p:nvSpPr>
          <p:cNvPr id="15" name="TextBox 14"/>
          <p:cNvSpPr txBox="1"/>
          <p:nvPr userDrawn="1"/>
        </p:nvSpPr>
        <p:spPr>
          <a:xfrm>
            <a:off x="11382378" y="6477001"/>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a:solidFill>
                <a:schemeClr val="bg1"/>
              </a:solidFill>
            </a:endParaRPr>
          </a:p>
        </p:txBody>
      </p:sp>
      <p:sp>
        <p:nvSpPr>
          <p:cNvPr id="16"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a:t>Click to add subtitle</a:t>
            </a:r>
          </a:p>
        </p:txBody>
      </p:sp>
      <p:sp>
        <p:nvSpPr>
          <p:cNvPr id="17"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467783" y="1665817"/>
            <a:ext cx="5537730" cy="463338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3" hasCustomPrompt="1"/>
          </p:nvPr>
        </p:nvSpPr>
        <p:spPr>
          <a:xfrm>
            <a:off x="469900" y="736688"/>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a:t>Click to add subtitle</a:t>
            </a:r>
          </a:p>
        </p:txBody>
      </p:sp>
      <p:sp>
        <p:nvSpPr>
          <p:cNvPr id="6"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469900" y="402586"/>
            <a:ext cx="11252200" cy="698501"/>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1_Title Slide - Black">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0" y="5845180"/>
            <a:ext cx="5592011" cy="505645"/>
          </a:xfrm>
          <a:prstGeom prst="rect">
            <a:avLst/>
          </a:prstGeom>
        </p:spPr>
        <p:txBody>
          <a:bodyPr lIns="0" tIns="0" rIns="0" bIns="0" anchor="b" anchorCtr="0">
            <a:noAutofit/>
          </a:bodyPr>
          <a:lstStyle>
            <a:lvl1pPr marL="0" indent="0" algn="l">
              <a:lnSpc>
                <a:spcPct val="100000"/>
              </a:lnSpc>
              <a:spcAft>
                <a:spcPts val="0"/>
              </a:spcAft>
              <a:buNone/>
              <a:defRPr sz="1800" b="1" baseline="0">
                <a:solidFill>
                  <a:schemeClr val="bg1"/>
                </a:solidFill>
              </a:defRPr>
            </a:lvl1pPr>
            <a:lvl2pPr marL="0" indent="0" algn="l">
              <a:buNone/>
              <a:defRPr sz="1600" b="0">
                <a:solidFill>
                  <a:schemeClr val="bg1"/>
                </a:solidFill>
              </a:defRPr>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noProof="0"/>
              <a:t>Overview of SCP Capabilities &amp; Use Cases</a:t>
            </a:r>
          </a:p>
          <a:p>
            <a:endParaRPr lang="en-US" noProof="0"/>
          </a:p>
        </p:txBody>
      </p:sp>
      <p:sp>
        <p:nvSpPr>
          <p:cNvPr id="5" name="Text Placeholder 4"/>
          <p:cNvSpPr>
            <a:spLocks noGrp="1"/>
          </p:cNvSpPr>
          <p:nvPr>
            <p:ph type="body" sz="quarter" idx="10"/>
          </p:nvPr>
        </p:nvSpPr>
        <p:spPr>
          <a:xfrm>
            <a:off x="475200" y="6362699"/>
            <a:ext cx="5594349" cy="298451"/>
          </a:xfrm>
          <a:prstGeom prst="rect">
            <a:avLst/>
          </a:prstGeom>
        </p:spPr>
        <p:txBody>
          <a:bodyPr/>
          <a:lstStyle>
            <a:lvl1pPr>
              <a:spcAft>
                <a:spcPts val="0"/>
              </a:spcAft>
              <a:defRPr sz="1050">
                <a:solidFill>
                  <a:schemeClr val="bg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endParaRPr lang="en-US" noProof="0"/>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rgbClr val="92D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a:solidFill>
                  <a:schemeClr val="bg1"/>
                </a:solidFill>
              </a:endParaRPr>
            </a:p>
          </p:txBody>
        </p:sp>
      </p:grpSp>
      <p:sp>
        <p:nvSpPr>
          <p:cNvPr id="18" name="Rectangle 17"/>
          <p:cNvSpPr/>
          <p:nvPr userDrawn="1"/>
        </p:nvSpPr>
        <p:spPr>
          <a:xfrm>
            <a:off x="462811" y="5421731"/>
            <a:ext cx="2462213" cy="338554"/>
          </a:xfrm>
          <a:prstGeom prst="rect">
            <a:avLst/>
          </a:prstGeom>
        </p:spPr>
        <p:txBody>
          <a:bodyPr wrap="none" lIns="0" tIns="0" rIns="0" bIns="0">
            <a:spAutoFit/>
          </a:bodyPr>
          <a:lstStyle/>
          <a:p>
            <a:pPr>
              <a:spcBef>
                <a:spcPts val="600"/>
              </a:spcBef>
              <a:spcAft>
                <a:spcPts val="600"/>
              </a:spcAft>
            </a:pPr>
            <a:r>
              <a:rPr lang="en-US" sz="2200" b="1">
                <a:solidFill>
                  <a:schemeClr val="bg1"/>
                </a:solidFill>
                <a:latin typeface="Verdana" charset="0"/>
                <a:ea typeface="Verdana" charset="0"/>
                <a:cs typeface="Verdana" charset="0"/>
              </a:rPr>
              <a:t>SAP BTP</a:t>
            </a:r>
            <a:r>
              <a:rPr lang="en-US" sz="2200" b="1" baseline="0">
                <a:solidFill>
                  <a:schemeClr val="bg1"/>
                </a:solidFill>
                <a:latin typeface="Verdana" charset="0"/>
                <a:ea typeface="Verdana" charset="0"/>
                <a:cs typeface="Verdana" charset="0"/>
              </a:rPr>
              <a:t>	</a:t>
            </a:r>
            <a:endParaRPr lang="en-US" sz="2200">
              <a:solidFill>
                <a:schemeClr val="bg1"/>
              </a:solidFill>
              <a:latin typeface="Verdana" charset="0"/>
              <a:ea typeface="Verdana" charset="0"/>
              <a:cs typeface="Verdana" charset="0"/>
            </a:endParaRPr>
          </a:p>
        </p:txBody>
      </p:sp>
      <p:sp>
        <p:nvSpPr>
          <p:cNvPr id="2" name="TextBox 1"/>
          <p:cNvSpPr txBox="1"/>
          <p:nvPr userDrawn="1"/>
        </p:nvSpPr>
        <p:spPr bwMode="gray">
          <a:xfrm>
            <a:off x="172720" y="152400"/>
            <a:ext cx="914400" cy="914400"/>
          </a:xfrm>
          <a:prstGeom prst="rect">
            <a:avLst/>
          </a:prstGeom>
        </p:spPr>
        <p:txBody>
          <a:bodyPr wrap="none" lIns="0" rIns="0" rtlCol="0" anchor="b" anchorCtr="0">
            <a:normAutofit/>
          </a:bodyPr>
          <a:lstStyle/>
          <a:p>
            <a:pPr>
              <a:lnSpc>
                <a:spcPts val="900"/>
              </a:lnSpc>
            </a:pPr>
            <a:endParaRPr lang="en-US" sz="1300" b="1">
              <a:solidFill>
                <a:schemeClr val="tx1"/>
              </a:solidFill>
            </a:endParaRPr>
          </a:p>
        </p:txBody>
      </p:sp>
      <p:pic>
        <p:nvPicPr>
          <p:cNvPr id="6" name="Picture 5">
            <a:extLst>
              <a:ext uri="{FF2B5EF4-FFF2-40B4-BE49-F238E27FC236}">
                <a16:creationId xmlns:a16="http://schemas.microsoft.com/office/drawing/2014/main" id="{17AD5A8C-FC13-4EA7-A25A-6DDF29D7C28F}"/>
              </a:ext>
            </a:extLst>
          </p:cNvPr>
          <p:cNvPicPr>
            <a:picLocks noChangeAspect="1"/>
          </p:cNvPicPr>
          <p:nvPr userDrawn="1"/>
        </p:nvPicPr>
        <p:blipFill>
          <a:blip r:embed="rId2"/>
          <a:stretch>
            <a:fillRect/>
          </a:stretch>
        </p:blipFill>
        <p:spPr>
          <a:xfrm>
            <a:off x="3722367" y="451165"/>
            <a:ext cx="5116785" cy="5461819"/>
          </a:xfrm>
          <a:prstGeom prst="rect">
            <a:avLst/>
          </a:prstGeom>
        </p:spPr>
      </p:pic>
    </p:spTree>
    <p:extLst>
      <p:ext uri="{BB962C8B-B14F-4D97-AF65-F5344CB8AC3E}">
        <p14:creationId xmlns:p14="http://schemas.microsoft.com/office/powerpoint/2010/main" val="1882722224"/>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1/18/2024</a:t>
            </a:fld>
            <a:endParaRPr lang="en-US"/>
          </a:p>
        </p:txBody>
      </p:sp>
      <p:sp>
        <p:nvSpPr>
          <p:cNvPr id="6" name="Holder 6"/>
          <p:cNvSpPr>
            <a:spLocks noGrp="1"/>
          </p:cNvSpPr>
          <p:nvPr>
            <p:ph type="sldNum" sz="quarter" idx="7"/>
          </p:nvPr>
        </p:nvSpPr>
        <p:spPr/>
        <p:txBody>
          <a:bodyPr lIns="0" tIns="0" rIns="0" bIns="0"/>
          <a:lstStyle>
            <a:lvl1pPr>
              <a:defRPr sz="800" b="0" i="0">
                <a:solidFill>
                  <a:srgbClr val="ADADAD"/>
                </a:solidFill>
                <a:latin typeface="Open Sans"/>
                <a:cs typeface="Open Sans"/>
              </a:defRPr>
            </a:lvl1pPr>
          </a:lstStyle>
          <a:p>
            <a:pPr marL="25400">
              <a:lnSpc>
                <a:spcPct val="100000"/>
              </a:lnSpc>
              <a:spcBef>
                <a:spcPts val="160"/>
              </a:spcBef>
            </a:pPr>
            <a:fld id="{81D60167-4931-47E6-BA6A-407CBD079E47}" type="slidenum">
              <a:rPr dirty="0"/>
              <a:t>‹#›</a:t>
            </a:fld>
            <a:r>
              <a:t> | Copyright </a:t>
            </a:r>
            <a:r>
              <a:rPr spc="5"/>
              <a:t>© </a:t>
            </a:r>
            <a:r>
              <a:rPr spc="-5"/>
              <a:t>2017 </a:t>
            </a:r>
            <a:r>
              <a:t>Deloitte Development LLC. </a:t>
            </a:r>
            <a:r>
              <a:rPr spc="-5"/>
              <a:t>All </a:t>
            </a:r>
            <a:r>
              <a:t>rights</a:t>
            </a:r>
            <a:r>
              <a:rPr spc="-40"/>
              <a:t> </a:t>
            </a:r>
            <a:r>
              <a:t>reserved.</a:t>
            </a:r>
          </a:p>
        </p:txBody>
      </p:sp>
    </p:spTree>
    <p:extLst>
      <p:ext uri="{BB962C8B-B14F-4D97-AF65-F5344CB8AC3E}">
        <p14:creationId xmlns:p14="http://schemas.microsoft.com/office/powerpoint/2010/main" val="18513329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8640" y="240270"/>
            <a:ext cx="11094171" cy="858108"/>
          </a:xfrm>
        </p:spPr>
        <p:txBody>
          <a:bodyPr/>
          <a:lstStyle/>
          <a:p>
            <a:r>
              <a:rPr lang="en-US"/>
              <a:t>Click to edit Master title style</a:t>
            </a:r>
          </a:p>
        </p:txBody>
      </p:sp>
      <p:sp>
        <p:nvSpPr>
          <p:cNvPr id="3" name="Content Placeholder 2"/>
          <p:cNvSpPr>
            <a:spLocks noGrp="1"/>
          </p:cNvSpPr>
          <p:nvPr>
            <p:ph sz="half" idx="1"/>
          </p:nvPr>
        </p:nvSpPr>
        <p:spPr>
          <a:xfrm>
            <a:off x="548640" y="1331626"/>
            <a:ext cx="5384800" cy="4912003"/>
          </a:xfrm>
        </p:spPr>
        <p:txBody>
          <a:bodyPr vert="horz" lIns="0" tIns="0" rIns="0" bIns="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8011" y="1331626"/>
            <a:ext cx="5384800" cy="4912003"/>
          </a:xfrm>
        </p:spPr>
        <p:txBody>
          <a:bodyPr vert="horz" lIns="0" tIns="0" rIns="0" bIns="0" rtlCol="0">
            <a:no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339882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45"/>
            </p:custDataLst>
            <p:extLst>
              <p:ext uri="{D42A27DB-BD31-4B8C-83A1-F6EECF244321}">
                <p14:modId xmlns:p14="http://schemas.microsoft.com/office/powerpoint/2010/main" val="1616855049"/>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46" imgW="270" imgH="270" progId="TCLayout.ActiveDocument.1">
                  <p:embed/>
                </p:oleObj>
              </mc:Choice>
              <mc:Fallback>
                <p:oleObj name="think-cell Slide" r:id="rId46" imgW="270" imgH="270" progId="TCLayout.ActiveDocument.1">
                  <p:embed/>
                  <p:pic>
                    <p:nvPicPr>
                      <p:cNvPr id="4" name="Object 3" hidden="1"/>
                      <p:cNvPicPr/>
                      <p:nvPr/>
                    </p:nvPicPr>
                    <p:blipFill>
                      <a:blip r:embed="rId47"/>
                      <a:stretch>
                        <a:fillRect/>
                      </a:stretch>
                    </p:blipFill>
                    <p:spPr>
                      <a:xfrm>
                        <a:off x="2119"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69900" y="402586"/>
            <a:ext cx="11252200" cy="692151"/>
          </a:xfrm>
          <a:prstGeom prst="rect">
            <a:avLst/>
          </a:prstGeom>
        </p:spPr>
        <p:txBody>
          <a:bodyPr vert="horz" lIns="0" tIns="0" rIns="0" bIns="0" rtlCol="0" anchor="t" anchorCtr="0">
            <a:noAutofit/>
          </a:bodyPr>
          <a:lstStyle/>
          <a:p>
            <a:r>
              <a:rPr lang="en-US" noProof="0"/>
              <a:t>Click to edit Master title style</a:t>
            </a:r>
          </a:p>
        </p:txBody>
      </p:sp>
      <p:sp>
        <p:nvSpPr>
          <p:cNvPr id="19" name="Text Placeholder 18"/>
          <p:cNvSpPr>
            <a:spLocks noGrp="1"/>
          </p:cNvSpPr>
          <p:nvPr>
            <p:ph type="body" idx="1"/>
          </p:nvPr>
        </p:nvSpPr>
        <p:spPr>
          <a:xfrm>
            <a:off x="469900" y="1665290"/>
            <a:ext cx="11252200" cy="463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CaseCode"/>
          <p:cNvSpPr txBox="1"/>
          <p:nvPr userDrawn="1"/>
        </p:nvSpPr>
        <p:spPr>
          <a:xfrm>
            <a:off x="6366480" y="6757973"/>
            <a:ext cx="4896560" cy="100027"/>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a:solidFill>
                  <a:schemeClr val="tx1"/>
                </a:solidFill>
              </a:rPr>
              <a:t>SAP BTP | Overview of BTP Capabilities &amp; Use Cases</a:t>
            </a:r>
          </a:p>
        </p:txBody>
      </p:sp>
      <p:sp>
        <p:nvSpPr>
          <p:cNvPr id="11" name="Copyright"/>
          <p:cNvSpPr txBox="1"/>
          <p:nvPr userDrawn="1"/>
        </p:nvSpPr>
        <p:spPr>
          <a:xfrm>
            <a:off x="459740" y="6757973"/>
            <a:ext cx="5355167" cy="100027"/>
          </a:xfrm>
          <a:prstGeom prst="rect">
            <a:avLst/>
          </a:prstGeom>
          <a:noFill/>
        </p:spPr>
        <p:txBody>
          <a:bodyPr vert="horz" wrap="square" lIns="0" tIns="0" rIns="0" bIns="0" rtlCol="0" anchor="t">
            <a:noAutofit/>
          </a:bodyPr>
          <a:lstStyle/>
          <a:p>
            <a:pPr marL="0" indent="0" algn="l" defTabSz="1219170" rtl="0" eaLnBrk="1" latinLnBrk="0" hangingPunct="1">
              <a:spcBef>
                <a:spcPts val="800"/>
              </a:spcBef>
              <a:buSzPct val="100000"/>
              <a:buFont typeface="Arial"/>
              <a:buNone/>
            </a:pPr>
            <a:r>
              <a:rPr lang="en-US" sz="650" b="0" noProof="0">
                <a:solidFill>
                  <a:schemeClr val="tx1"/>
                </a:solidFill>
                <a:latin typeface="+mn-lt"/>
              </a:rPr>
              <a:t>Copyright © 2019 Deloitte Development LLC. All rights reserved.</a:t>
            </a:r>
          </a:p>
        </p:txBody>
      </p:sp>
      <p:sp>
        <p:nvSpPr>
          <p:cNvPr id="12" name="TextBox 11"/>
          <p:cNvSpPr txBox="1"/>
          <p:nvPr userDrawn="1"/>
        </p:nvSpPr>
        <p:spPr>
          <a:xfrm>
            <a:off x="11756393" y="675797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tx1"/>
                </a:solidFill>
              </a:rPr>
              <a:pPr marL="0" indent="0" algn="r">
                <a:spcBef>
                  <a:spcPts val="800"/>
                </a:spcBef>
                <a:buSzPct val="100000"/>
                <a:buFont typeface="Arial"/>
                <a:buNone/>
              </a:pPr>
              <a:t>‹#›</a:t>
            </a:fld>
            <a:endParaRPr lang="en-US" sz="650" noProof="0">
              <a:solidFill>
                <a:schemeClr val="tx1"/>
              </a:solidFill>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55" r:id="rId3"/>
    <p:sldLayoutId id="2147483756" r:id="rId4"/>
    <p:sldLayoutId id="2147483703" r:id="rId5"/>
    <p:sldLayoutId id="2147483704" r:id="rId6"/>
    <p:sldLayoutId id="2147483705" r:id="rId7"/>
    <p:sldLayoutId id="2147483706" r:id="rId8"/>
    <p:sldLayoutId id="2147483707" r:id="rId9"/>
    <p:sldLayoutId id="2147483713" r:id="rId10"/>
    <p:sldLayoutId id="2147483708" r:id="rId11"/>
    <p:sldLayoutId id="2147483710" r:id="rId12"/>
    <p:sldLayoutId id="2147483754" r:id="rId13"/>
    <p:sldLayoutId id="2147483711" r:id="rId14"/>
    <p:sldLayoutId id="2147483753" r:id="rId15"/>
    <p:sldLayoutId id="2147483679" r:id="rId16"/>
    <p:sldLayoutId id="2147483712" r:id="rId17"/>
    <p:sldLayoutId id="2147483678" r:id="rId18"/>
    <p:sldLayoutId id="2147483681" r:id="rId19"/>
    <p:sldLayoutId id="2147483735" r:id="rId20"/>
    <p:sldLayoutId id="2147483699" r:id="rId21"/>
    <p:sldLayoutId id="2147483714" r:id="rId22"/>
    <p:sldLayoutId id="2147483697" r:id="rId23"/>
    <p:sldLayoutId id="2147483718" r:id="rId24"/>
    <p:sldLayoutId id="2147483715" r:id="rId25"/>
    <p:sldLayoutId id="2147483716" r:id="rId26"/>
    <p:sldLayoutId id="2147483717" r:id="rId27"/>
    <p:sldLayoutId id="2147483728" r:id="rId28"/>
    <p:sldLayoutId id="2147483720" r:id="rId29"/>
    <p:sldLayoutId id="2147483721" r:id="rId30"/>
    <p:sldLayoutId id="2147483722" r:id="rId31"/>
    <p:sldLayoutId id="2147483695" r:id="rId32"/>
    <p:sldLayoutId id="2147483751" r:id="rId33"/>
    <p:sldLayoutId id="2147483724" r:id="rId34"/>
    <p:sldLayoutId id="2147483725" r:id="rId35"/>
    <p:sldLayoutId id="2147483726" r:id="rId36"/>
    <p:sldLayoutId id="2147483727" r:id="rId37"/>
    <p:sldLayoutId id="2147483698" r:id="rId38"/>
    <p:sldLayoutId id="2147483752" r:id="rId39"/>
    <p:sldLayoutId id="2147483696" r:id="rId40"/>
    <p:sldLayoutId id="2147483757" r:id="rId41"/>
    <p:sldLayoutId id="2147483759" r:id="rId42"/>
    <p:sldLayoutId id="2147483760" r:id="rId43"/>
  </p:sldLayoutIdLst>
  <p:transition>
    <p:fade/>
  </p:transition>
  <p:hf hdr="0" dt="0"/>
  <p:txStyles>
    <p:titleStyle>
      <a:lvl1pPr algn="l" defTabSz="1219170" rtl="0" eaLnBrk="1" latinLnBrk="0" hangingPunct="1">
        <a:spcBef>
          <a:spcPct val="0"/>
        </a:spcBef>
        <a:buNone/>
        <a:defRPr sz="2000" kern="1200">
          <a:solidFill>
            <a:schemeClr val="tx1"/>
          </a:solidFill>
          <a:latin typeface="+mj-lt"/>
          <a:ea typeface="+mj-ea"/>
          <a:cs typeface="+mj-cs"/>
        </a:defRPr>
      </a:lvl1pPr>
    </p:titleStyle>
    <p:bodyStyle>
      <a:lvl1pPr marL="0" indent="0" algn="l" defTabSz="1219170" rtl="0" eaLnBrk="1" latinLnBrk="0" hangingPunct="1">
        <a:spcBef>
          <a:spcPts val="0"/>
        </a:spcBef>
        <a:spcAft>
          <a:spcPts val="1333"/>
        </a:spcAft>
        <a:buSzPct val="100000"/>
        <a:buFontTx/>
        <a:buNone/>
        <a:defRPr sz="1200" b="0" kern="1200">
          <a:solidFill>
            <a:schemeClr val="tx1"/>
          </a:solidFill>
          <a:latin typeface="+mn-lt"/>
          <a:ea typeface="+mn-ea"/>
          <a:cs typeface="+mn-cs"/>
        </a:defRPr>
      </a:lvl1pPr>
      <a:lvl2pPr marL="127000" indent="-127000" algn="l" defTabSz="1219170" rtl="0" eaLnBrk="1" latinLnBrk="0" hangingPunct="1">
        <a:spcBef>
          <a:spcPts val="0"/>
        </a:spcBef>
        <a:spcAft>
          <a:spcPts val="1333"/>
        </a:spcAft>
        <a:buClrTx/>
        <a:buSzPct val="100000"/>
        <a:buFont typeface="Arial" panose="020B0604020202020204" pitchFamily="34" charset="0"/>
        <a:buChar char="•"/>
        <a:defRPr lang="en-US" sz="1200" b="0" kern="1200" dirty="0" smtClean="0">
          <a:solidFill>
            <a:schemeClr val="tx1"/>
          </a:solidFill>
          <a:latin typeface="+mn-lt"/>
          <a:ea typeface="+mn-ea"/>
          <a:cs typeface="+mn-cs"/>
        </a:defRPr>
      </a:lvl2pPr>
      <a:lvl3pPr marL="2794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dirty="0" smtClean="0">
          <a:solidFill>
            <a:schemeClr val="tx1"/>
          </a:solidFill>
          <a:latin typeface="+mn-lt"/>
          <a:ea typeface="+mn-ea"/>
          <a:cs typeface="+mn-cs"/>
        </a:defRPr>
      </a:lvl3pPr>
      <a:lvl4pPr marL="431800" indent="-127000" algn="l" defTabSz="1219170" rtl="0" eaLnBrk="1" latinLnBrk="0" hangingPunct="1">
        <a:spcBef>
          <a:spcPts val="0"/>
        </a:spcBef>
        <a:spcAft>
          <a:spcPts val="1333"/>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584200" indent="-127000" algn="l" defTabSz="1064657" rtl="0" eaLnBrk="1" latinLnBrk="0" hangingPunct="1">
        <a:spcBef>
          <a:spcPts val="0"/>
        </a:spcBef>
        <a:spcAft>
          <a:spcPts val="1333"/>
        </a:spcAft>
        <a:buClrTx/>
        <a:buSzPct val="100000"/>
        <a:buFont typeface="Arial" panose="020B060402020202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098" userDrawn="1">
          <p15:clr>
            <a:srgbClr val="F26B43"/>
          </p15:clr>
        </p15:guide>
        <p15:guide id="2" orient="horz" pos="2160" userDrawn="1">
          <p15:clr>
            <a:srgbClr val="F26B43"/>
          </p15:clr>
        </p15:guide>
        <p15:guide id="3" orient="horz" pos="3968" userDrawn="1">
          <p15:clr>
            <a:srgbClr val="F26B43"/>
          </p15:clr>
        </p15:guide>
        <p15:guide id="4" pos="296" userDrawn="1">
          <p15:clr>
            <a:srgbClr val="F26B43"/>
          </p15:clr>
        </p15:guide>
        <p15:guide id="5" pos="7384" userDrawn="1">
          <p15:clr>
            <a:srgbClr val="F26B43"/>
          </p15:clr>
        </p15:guide>
        <p15:guide id="6" orient="horz" pos="1071" userDrawn="1">
          <p15:clr>
            <a:srgbClr val="F26B43"/>
          </p15:clr>
        </p15:guide>
        <p15:guide id="7" orient="horz" pos="245" userDrawn="1">
          <p15:clr>
            <a:srgbClr val="F26B43"/>
          </p15:clr>
        </p15:guide>
        <p15:guide id="8" orient="horz" pos="4081" userDrawn="1">
          <p15:clr>
            <a:srgbClr val="F26B43"/>
          </p15:clr>
        </p15:guide>
        <p15:guide id="10" pos="4986" userDrawn="1">
          <p15:clr>
            <a:srgbClr val="F26B43"/>
          </p15:clr>
        </p15:guide>
        <p15:guide id="12" pos="1382" userDrawn="1">
          <p15:clr>
            <a:srgbClr val="F26B43"/>
          </p15:clr>
        </p15:guide>
        <p15:guide id="13" pos="1496" userDrawn="1">
          <p15:clr>
            <a:srgbClr val="F26B43"/>
          </p15:clr>
        </p15:guide>
        <p15:guide id="14" pos="2581" userDrawn="1">
          <p15:clr>
            <a:srgbClr val="F26B43"/>
          </p15:clr>
        </p15:guide>
        <p15:guide id="15" pos="2695" userDrawn="1">
          <p15:clr>
            <a:srgbClr val="F26B43"/>
          </p15:clr>
        </p15:guide>
        <p15:guide id="16" pos="6185" userDrawn="1">
          <p15:clr>
            <a:srgbClr val="F26B43"/>
          </p15:clr>
        </p15:guide>
        <p15:guide id="17" pos="3783" userDrawn="1">
          <p15:clr>
            <a:srgbClr val="F26B43"/>
          </p15:clr>
        </p15:guide>
        <p15:guide id="18" pos="3896" userDrawn="1">
          <p15:clr>
            <a:srgbClr val="F26B43"/>
          </p15:clr>
        </p15:guide>
        <p15:guide id="19" pos="3840" userDrawn="1">
          <p15:clr>
            <a:srgbClr val="F26B43"/>
          </p15:clr>
        </p15:guide>
        <p15:guide id="20" pos="6299" userDrawn="1">
          <p15:clr>
            <a:srgbClr val="F26B43"/>
          </p15:clr>
        </p15:guide>
        <p15:guide id="21" orient="horz" pos="1049" userDrawn="1">
          <p15:clr>
            <a:srgbClr val="F26B43"/>
          </p15:clr>
        </p15:guide>
        <p15:guide id="22" orient="horz" pos="641" userDrawn="1">
          <p15:clr>
            <a:srgbClr val="F26B43"/>
          </p15:clr>
        </p15:guide>
        <p15:guide id="23" orient="horz"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9A40E202-D37F-4FA8-82FB-20DA95C2575A}"/>
              </a:ext>
            </a:extLst>
          </p:cNvPr>
          <p:cNvSpPr>
            <a:spLocks noGrp="1"/>
          </p:cNvSpPr>
          <p:nvPr>
            <p:ph type="subTitle" idx="1"/>
          </p:nvPr>
        </p:nvSpPr>
        <p:spPr>
          <a:xfrm>
            <a:off x="2835667" y="4561726"/>
            <a:ext cx="6272695" cy="1859623"/>
          </a:xfrm>
        </p:spPr>
        <p:txBody>
          <a:bodyPr anchor="t"/>
          <a:lstStyle/>
          <a:p>
            <a:pPr algn="ctr"/>
            <a:r>
              <a:rPr lang="en-US" sz="3200" dirty="0">
                <a:latin typeface="Calibri" panose="020F0502020204030204" pitchFamily="34" charset="0"/>
                <a:cs typeface="Calibri" panose="020F0502020204030204" pitchFamily="34" charset="0"/>
              </a:rPr>
              <a:t>SAP Build Work Zone</a:t>
            </a:r>
          </a:p>
        </p:txBody>
      </p:sp>
      <p:sp>
        <p:nvSpPr>
          <p:cNvPr id="12" name="Text Placeholder 4"/>
          <p:cNvSpPr>
            <a:spLocks noGrp="1"/>
          </p:cNvSpPr>
          <p:nvPr>
            <p:ph type="body" sz="quarter" idx="10"/>
          </p:nvPr>
        </p:nvSpPr>
        <p:spPr>
          <a:xfrm>
            <a:off x="9742490" y="6547634"/>
            <a:ext cx="2319371" cy="192213"/>
          </a:xfrm>
        </p:spPr>
        <p:txBody>
          <a:bodyPr/>
          <a:lstStyle/>
          <a:p>
            <a:r>
              <a:rPr lang="en-US" noProof="0"/>
              <a:t>Deloitte Consulting LLP</a:t>
            </a:r>
          </a:p>
        </p:txBody>
      </p:sp>
      <p:pic>
        <p:nvPicPr>
          <p:cNvPr id="9" name="Picture Placeholder 8">
            <a:extLst>
              <a:ext uri="{FF2B5EF4-FFF2-40B4-BE49-F238E27FC236}">
                <a16:creationId xmlns:a16="http://schemas.microsoft.com/office/drawing/2014/main" id="{35C13028-3154-401C-868E-0725508DBD0D}"/>
              </a:ext>
            </a:extLst>
          </p:cNvPr>
          <p:cNvPicPr>
            <a:picLocks noGrp="1" noChangeAspect="1"/>
          </p:cNvPicPr>
          <p:nvPr>
            <p:ph type="pic" sz="quarter" idx="11"/>
          </p:nvPr>
        </p:nvPicPr>
        <p:blipFill rotWithShape="1">
          <a:blip r:embed="rId3"/>
          <a:srcRect l="-12641" t="-8657" r="-12641" b="-8657"/>
          <a:stretch/>
        </p:blipFill>
        <p:spPr>
          <a:xfrm>
            <a:off x="3182276" y="94162"/>
            <a:ext cx="5400000" cy="4479532"/>
          </a:xfrm>
        </p:spPr>
      </p:pic>
      <p:sp>
        <p:nvSpPr>
          <p:cNvPr id="2" name="Subtitle 5">
            <a:extLst>
              <a:ext uri="{FF2B5EF4-FFF2-40B4-BE49-F238E27FC236}">
                <a16:creationId xmlns:a16="http://schemas.microsoft.com/office/drawing/2014/main" id="{CE912973-8F5E-E2A3-E832-5CCDE780E1C7}"/>
              </a:ext>
            </a:extLst>
          </p:cNvPr>
          <p:cNvSpPr txBox="1">
            <a:spLocks/>
          </p:cNvSpPr>
          <p:nvPr/>
        </p:nvSpPr>
        <p:spPr bwMode="gray">
          <a:xfrm>
            <a:off x="2835666" y="5153805"/>
            <a:ext cx="6272695" cy="687432"/>
          </a:xfrm>
          <a:prstGeom prst="rect">
            <a:avLst/>
          </a:prstGeom>
        </p:spPr>
        <p:txBody>
          <a:bodyPr vert="horz" lIns="0" tIns="0" rIns="0" bIns="0" rtlCol="0" anchor="t" anchorCtr="0">
            <a:noAutofit/>
          </a:bodyPr>
          <a:lstStyle>
            <a:lvl1pPr marL="0" indent="0" algn="l" defTabSz="1219170" rtl="0" eaLnBrk="1" latinLnBrk="0" hangingPunct="1">
              <a:lnSpc>
                <a:spcPct val="100000"/>
              </a:lnSpc>
              <a:spcBef>
                <a:spcPts val="0"/>
              </a:spcBef>
              <a:spcAft>
                <a:spcPts val="0"/>
              </a:spcAft>
              <a:buSzPct val="100000"/>
              <a:buFontTx/>
              <a:buNone/>
              <a:defRPr sz="1800" b="1" kern="1200">
                <a:solidFill>
                  <a:schemeClr val="bg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panose="020B0604020202020204" pitchFamily="34" charset="0"/>
              <a:buNone/>
              <a:defRPr lang="en-US" sz="1600" b="0" kern="1200">
                <a:solidFill>
                  <a:schemeClr val="bg1"/>
                </a:solidFill>
                <a:latin typeface="+mn-lt"/>
                <a:ea typeface="+mn-ea"/>
                <a:cs typeface="+mn-cs"/>
              </a:defRPr>
            </a:lvl2pPr>
            <a:lvl3pPr marL="1219170" indent="0" algn="ctr" defTabSz="1219170" rtl="0" eaLnBrk="1" latinLnBrk="0" hangingPunct="1">
              <a:spcBef>
                <a:spcPts val="0"/>
              </a:spcBef>
              <a:spcAft>
                <a:spcPts val="1333"/>
              </a:spcAft>
              <a:buClrTx/>
              <a:buSzPct val="100000"/>
              <a:buFont typeface="Arial" panose="020B0604020202020204" pitchFamily="34" charset="0"/>
              <a:buNone/>
              <a:defRPr lang="en-US" sz="2400" kern="1200">
                <a:solidFill>
                  <a:schemeClr val="tx1"/>
                </a:solidFill>
                <a:latin typeface="+mn-lt"/>
                <a:ea typeface="+mn-ea"/>
                <a:cs typeface="+mn-cs"/>
              </a:defRPr>
            </a:lvl3pPr>
            <a:lvl4pPr marL="1828754" indent="0" algn="ctr" defTabSz="1219170" rtl="0" eaLnBrk="1" latinLnBrk="0" hangingPunct="1">
              <a:spcBef>
                <a:spcPts val="0"/>
              </a:spcBef>
              <a:spcAft>
                <a:spcPts val="1333"/>
              </a:spcAft>
              <a:buClrTx/>
              <a:buSzPct val="100000"/>
              <a:buFont typeface="Arial" panose="020B0604020202020204" pitchFamily="34" charset="0"/>
              <a:buNone/>
              <a:defRPr lang="en-US" sz="2133" kern="1200" baseline="0">
                <a:solidFill>
                  <a:schemeClr val="tx1"/>
                </a:solidFill>
                <a:latin typeface="+mn-lt"/>
                <a:ea typeface="+mn-ea"/>
                <a:cs typeface="+mn-cs"/>
              </a:defRPr>
            </a:lvl4pPr>
            <a:lvl5pPr marL="2438339" indent="0" algn="ctr" defTabSz="1064657" rtl="0" eaLnBrk="1" latinLnBrk="0" hangingPunct="1">
              <a:spcBef>
                <a:spcPts val="0"/>
              </a:spcBef>
              <a:spcAft>
                <a:spcPts val="1333"/>
              </a:spcAft>
              <a:buClrTx/>
              <a:buSzPct val="100000"/>
              <a:buFont typeface="Arial" panose="020B0604020202020204" pitchFamily="34" charset="0"/>
              <a:buNone/>
              <a:tabLst/>
              <a:defRPr lang="en-US" sz="2133" kern="1200" baseline="0">
                <a:solidFill>
                  <a:schemeClr val="tx1"/>
                </a:solidFill>
                <a:latin typeface="+mn-lt"/>
                <a:ea typeface="+mn-ea"/>
                <a:cs typeface="+mn-cs"/>
              </a:defRPr>
            </a:lvl5pPr>
            <a:lvl6pPr marL="3047924"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6pPr>
            <a:lvl7pPr marL="3657509" indent="0" algn="ctr" defTabSz="1219170" rtl="0" eaLnBrk="1" latinLnBrk="0" hangingPunct="1">
              <a:spcBef>
                <a:spcPts val="0"/>
              </a:spcBef>
              <a:spcAft>
                <a:spcPts val="1333"/>
              </a:spcAft>
              <a:buFont typeface="Verdana" panose="020B0604030504040204" pitchFamily="34" charset="0"/>
              <a:buNone/>
              <a:defRPr sz="2133" kern="1200">
                <a:solidFill>
                  <a:schemeClr val="tx1"/>
                </a:solidFill>
                <a:latin typeface="+mn-lt"/>
                <a:ea typeface="+mn-ea"/>
                <a:cs typeface="+mn-cs"/>
              </a:defRPr>
            </a:lvl7pPr>
            <a:lvl8pPr marL="4267093"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8pPr>
            <a:lvl9pPr marL="4876678" indent="0" algn="ctr" defTabSz="1219170" rtl="0" eaLnBrk="1" latinLnBrk="0" hangingPunct="1">
              <a:spcBef>
                <a:spcPts val="0"/>
              </a:spcBef>
              <a:spcAft>
                <a:spcPts val="1333"/>
              </a:spcAft>
              <a:buFont typeface="Verdana" panose="020B0604030504040204" pitchFamily="34" charset="0"/>
              <a:buNone/>
              <a:defRPr sz="2133" kern="1200" baseline="0">
                <a:solidFill>
                  <a:schemeClr val="tx1"/>
                </a:solidFill>
                <a:latin typeface="+mn-lt"/>
                <a:ea typeface="+mn-ea"/>
                <a:cs typeface="+mn-cs"/>
              </a:defRPr>
            </a:lvl9pPr>
          </a:lstStyle>
          <a:p>
            <a:pPr algn="ctr"/>
            <a:r>
              <a:rPr lang="en-US" sz="1200" dirty="0">
                <a:latin typeface="Calibri" panose="020F0502020204030204" pitchFamily="34" charset="0"/>
                <a:cs typeface="Calibri" panose="020F0502020204030204" pitchFamily="34" charset="0"/>
              </a:rPr>
              <a:t>Naman Asnani / Biroj Patro</a:t>
            </a:r>
          </a:p>
        </p:txBody>
      </p:sp>
    </p:spTree>
    <p:extLst>
      <p:ext uri="{BB962C8B-B14F-4D97-AF65-F5344CB8AC3E}">
        <p14:creationId xmlns:p14="http://schemas.microsoft.com/office/powerpoint/2010/main" val="125988806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8" name="TextBox 17"/>
          <p:cNvSpPr txBox="1"/>
          <p:nvPr/>
        </p:nvSpPr>
        <p:spPr>
          <a:xfrm>
            <a:off x="501650" y="6108406"/>
            <a:ext cx="9772650" cy="323216"/>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0" rIns="0" bIns="0" rtlCol="0" anchor="b" anchorCtr="0">
            <a:noAutofit/>
          </a:bodyPr>
          <a:lstStyle/>
          <a:p>
            <a:pPr>
              <a:buSzPct val="25000"/>
            </a:pPr>
            <a:r>
              <a:rPr lang="en-US" sz="1200">
                <a:latin typeface="Calibri" panose="020F0502020204030204" pitchFamily="34" charset="0"/>
                <a:cs typeface="Calibri" panose="020F0502020204030204" pitchFamily="34" charset="0"/>
              </a:rPr>
              <a:t>Source: </a:t>
            </a:r>
          </a:p>
          <a:p>
            <a:pPr>
              <a:buSzPct val="25000"/>
            </a:pPr>
            <a:r>
              <a:rPr lang="en-US" sz="1200">
                <a:latin typeface="Calibri" panose="020F0502020204030204" pitchFamily="34" charset="0"/>
                <a:cs typeface="Calibri" panose="020F0502020204030204" pitchFamily="34" charset="0"/>
              </a:rPr>
              <a:t>Note: </a:t>
            </a:r>
          </a:p>
        </p:txBody>
      </p:sp>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Portfolio</a:t>
            </a:r>
          </a:p>
        </p:txBody>
      </p:sp>
      <p:grpSp>
        <p:nvGrpSpPr>
          <p:cNvPr id="9" name="Group 8">
            <a:extLst>
              <a:ext uri="{FF2B5EF4-FFF2-40B4-BE49-F238E27FC236}">
                <a16:creationId xmlns:a16="http://schemas.microsoft.com/office/drawing/2014/main" id="{2E681E9E-A868-47F7-8A67-106274B6E70D}"/>
              </a:ext>
            </a:extLst>
          </p:cNvPr>
          <p:cNvGrpSpPr/>
          <p:nvPr/>
        </p:nvGrpSpPr>
        <p:grpSpPr>
          <a:xfrm>
            <a:off x="280385" y="5641594"/>
            <a:ext cx="11631227" cy="617706"/>
            <a:chOff x="320829" y="1760966"/>
            <a:chExt cx="10714906" cy="617706"/>
          </a:xfrm>
          <a:solidFill>
            <a:schemeClr val="accent1"/>
          </a:solidFill>
        </p:grpSpPr>
        <p:sp>
          <p:nvSpPr>
            <p:cNvPr id="8" name="Rectangle 7">
              <a:extLst>
                <a:ext uri="{FF2B5EF4-FFF2-40B4-BE49-F238E27FC236}">
                  <a16:creationId xmlns:a16="http://schemas.microsoft.com/office/drawing/2014/main" id="{A6AB03A0-6A4E-4A29-A6EB-62E020225658}"/>
                </a:ext>
              </a:extLst>
            </p:cNvPr>
            <p:cNvSpPr/>
            <p:nvPr/>
          </p:nvSpPr>
          <p:spPr bwMode="gray">
            <a:xfrm>
              <a:off x="320829" y="1760966"/>
              <a:ext cx="1967595" cy="617706"/>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dirty="0">
                  <a:solidFill>
                    <a:schemeClr val="bg1"/>
                  </a:solidFill>
                  <a:latin typeface="Calibri" panose="020F0502020204030204" pitchFamily="34" charset="0"/>
                  <a:cs typeface="Calibri" panose="020F0502020204030204" pitchFamily="34" charset="0"/>
                </a:rPr>
                <a:t>Build Visually</a:t>
              </a:r>
            </a:p>
          </p:txBody>
        </p:sp>
        <p:sp>
          <p:nvSpPr>
            <p:cNvPr id="21" name="Rectangle 20">
              <a:extLst>
                <a:ext uri="{FF2B5EF4-FFF2-40B4-BE49-F238E27FC236}">
                  <a16:creationId xmlns:a16="http://schemas.microsoft.com/office/drawing/2014/main" id="{6BEDFA30-6E14-4220-AC0F-3080C0B58B95}"/>
                </a:ext>
              </a:extLst>
            </p:cNvPr>
            <p:cNvSpPr/>
            <p:nvPr/>
          </p:nvSpPr>
          <p:spPr bwMode="gray">
            <a:xfrm>
              <a:off x="4696225" y="1760966"/>
              <a:ext cx="1967595" cy="617706"/>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Integrate smoothly</a:t>
              </a:r>
            </a:p>
          </p:txBody>
        </p:sp>
        <p:sp>
          <p:nvSpPr>
            <p:cNvPr id="22" name="Rectangle 21">
              <a:extLst>
                <a:ext uri="{FF2B5EF4-FFF2-40B4-BE49-F238E27FC236}">
                  <a16:creationId xmlns:a16="http://schemas.microsoft.com/office/drawing/2014/main" id="{077489C7-496D-4372-849E-43DB6113AC17}"/>
                </a:ext>
              </a:extLst>
            </p:cNvPr>
            <p:cNvSpPr/>
            <p:nvPr/>
          </p:nvSpPr>
          <p:spPr bwMode="gray">
            <a:xfrm>
              <a:off x="2506786" y="1760966"/>
              <a:ext cx="1967595" cy="617706"/>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Collaborate effectively</a:t>
              </a:r>
            </a:p>
          </p:txBody>
        </p:sp>
        <p:sp>
          <p:nvSpPr>
            <p:cNvPr id="26" name="Rectangle 25">
              <a:extLst>
                <a:ext uri="{FF2B5EF4-FFF2-40B4-BE49-F238E27FC236}">
                  <a16:creationId xmlns:a16="http://schemas.microsoft.com/office/drawing/2014/main" id="{FF820E41-4A84-4269-9D78-74053784DBE4}"/>
                </a:ext>
              </a:extLst>
            </p:cNvPr>
            <p:cNvSpPr/>
            <p:nvPr/>
          </p:nvSpPr>
          <p:spPr bwMode="gray">
            <a:xfrm>
              <a:off x="6882182" y="1760966"/>
              <a:ext cx="1967595" cy="617706"/>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Automate complex applications</a:t>
              </a:r>
            </a:p>
          </p:txBody>
        </p:sp>
        <p:sp>
          <p:nvSpPr>
            <p:cNvPr id="28" name="Rectangle 27">
              <a:extLst>
                <a:ext uri="{FF2B5EF4-FFF2-40B4-BE49-F238E27FC236}">
                  <a16:creationId xmlns:a16="http://schemas.microsoft.com/office/drawing/2014/main" id="{ED3D119B-1786-48A3-A7CC-2010A5F84826}"/>
                </a:ext>
              </a:extLst>
            </p:cNvPr>
            <p:cNvSpPr/>
            <p:nvPr/>
          </p:nvSpPr>
          <p:spPr bwMode="gray">
            <a:xfrm>
              <a:off x="9068140" y="1760966"/>
              <a:ext cx="1967595" cy="617706"/>
            </a:xfrm>
            <a:prstGeom prst="rect">
              <a:avLst/>
            </a:prstGeom>
            <a:grp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Drag and Drop simplicity tools </a:t>
              </a:r>
            </a:p>
          </p:txBody>
        </p:sp>
      </p:grpSp>
      <p:grpSp>
        <p:nvGrpSpPr>
          <p:cNvPr id="11" name="Group 10">
            <a:extLst>
              <a:ext uri="{FF2B5EF4-FFF2-40B4-BE49-F238E27FC236}">
                <a16:creationId xmlns:a16="http://schemas.microsoft.com/office/drawing/2014/main" id="{E57BFB3C-9EFB-4D65-BB86-F14D0880E707}"/>
              </a:ext>
            </a:extLst>
          </p:cNvPr>
          <p:cNvGrpSpPr/>
          <p:nvPr/>
        </p:nvGrpSpPr>
        <p:grpSpPr>
          <a:xfrm>
            <a:off x="762192" y="919738"/>
            <a:ext cx="10667614" cy="749364"/>
            <a:chOff x="1430734" y="1753463"/>
            <a:chExt cx="9270608" cy="647144"/>
          </a:xfrm>
        </p:grpSpPr>
        <p:sp>
          <p:nvSpPr>
            <p:cNvPr id="12" name="Rectangle 11">
              <a:extLst>
                <a:ext uri="{FF2B5EF4-FFF2-40B4-BE49-F238E27FC236}">
                  <a16:creationId xmlns:a16="http://schemas.microsoft.com/office/drawing/2014/main" id="{9E84ECED-DFB8-4FD6-89CB-00A6153A32F3}"/>
                </a:ext>
              </a:extLst>
            </p:cNvPr>
            <p:cNvSpPr/>
            <p:nvPr/>
          </p:nvSpPr>
          <p:spPr bwMode="gray">
            <a:xfrm>
              <a:off x="1430734" y="1753463"/>
              <a:ext cx="2291201" cy="61770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SAP Build Apps</a:t>
              </a:r>
            </a:p>
          </p:txBody>
        </p:sp>
        <p:sp>
          <p:nvSpPr>
            <p:cNvPr id="14" name="Rectangle 13">
              <a:extLst>
                <a:ext uri="{FF2B5EF4-FFF2-40B4-BE49-F238E27FC236}">
                  <a16:creationId xmlns:a16="http://schemas.microsoft.com/office/drawing/2014/main" id="{A33CA79A-2721-4120-9326-183FDEC62772}"/>
                </a:ext>
              </a:extLst>
            </p:cNvPr>
            <p:cNvSpPr/>
            <p:nvPr/>
          </p:nvSpPr>
          <p:spPr bwMode="gray">
            <a:xfrm>
              <a:off x="4967021" y="1776356"/>
              <a:ext cx="2541413" cy="61770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SAP Build Process Automation</a:t>
              </a:r>
            </a:p>
          </p:txBody>
        </p:sp>
        <p:sp>
          <p:nvSpPr>
            <p:cNvPr id="16" name="Rectangle 15">
              <a:extLst>
                <a:ext uri="{FF2B5EF4-FFF2-40B4-BE49-F238E27FC236}">
                  <a16:creationId xmlns:a16="http://schemas.microsoft.com/office/drawing/2014/main" id="{8F17927D-9F0F-4C08-A737-7CF3FE167B95}"/>
                </a:ext>
              </a:extLst>
            </p:cNvPr>
            <p:cNvSpPr/>
            <p:nvPr/>
          </p:nvSpPr>
          <p:spPr bwMode="gray">
            <a:xfrm>
              <a:off x="8733747" y="1782901"/>
              <a:ext cx="1967595" cy="617706"/>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200" b="1">
                  <a:solidFill>
                    <a:schemeClr val="bg1"/>
                  </a:solidFill>
                  <a:latin typeface="Calibri" panose="020F0502020204030204" pitchFamily="34" charset="0"/>
                  <a:cs typeface="Calibri" panose="020F0502020204030204" pitchFamily="34" charset="0"/>
                </a:rPr>
                <a:t>SAP Build Work Zone</a:t>
              </a:r>
            </a:p>
          </p:txBody>
        </p:sp>
      </p:grpSp>
      <p:pic>
        <p:nvPicPr>
          <p:cNvPr id="5" name="Picture 4">
            <a:extLst>
              <a:ext uri="{FF2B5EF4-FFF2-40B4-BE49-F238E27FC236}">
                <a16:creationId xmlns:a16="http://schemas.microsoft.com/office/drawing/2014/main" id="{13BEDDD8-72AD-8804-6E78-B859C0C0830E}"/>
              </a:ext>
            </a:extLst>
          </p:cNvPr>
          <p:cNvPicPr>
            <a:picLocks noChangeAspect="1"/>
          </p:cNvPicPr>
          <p:nvPr/>
        </p:nvPicPr>
        <p:blipFill>
          <a:blip r:embed="rId3"/>
          <a:stretch>
            <a:fillRect/>
          </a:stretch>
        </p:blipFill>
        <p:spPr>
          <a:xfrm>
            <a:off x="445908" y="1829597"/>
            <a:ext cx="11300183" cy="3581289"/>
          </a:xfrm>
          <a:prstGeom prst="rect">
            <a:avLst/>
          </a:prstGeom>
        </p:spPr>
      </p:pic>
    </p:spTree>
    <p:extLst>
      <p:ext uri="{BB962C8B-B14F-4D97-AF65-F5344CB8AC3E}">
        <p14:creationId xmlns:p14="http://schemas.microsoft.com/office/powerpoint/2010/main" val="94530057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Work Zone Journey</a:t>
            </a:r>
          </a:p>
        </p:txBody>
      </p:sp>
      <p:pic>
        <p:nvPicPr>
          <p:cNvPr id="1026" name="Picture 2">
            <a:extLst>
              <a:ext uri="{FF2B5EF4-FFF2-40B4-BE49-F238E27FC236}">
                <a16:creationId xmlns:a16="http://schemas.microsoft.com/office/drawing/2014/main" id="{CFE8A1ED-D110-D620-3AAD-5DBE59328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9359" y="753014"/>
            <a:ext cx="9521717" cy="535197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30796C6-7FC0-C829-C263-A4CBF4184A1C}"/>
              </a:ext>
            </a:extLst>
          </p:cNvPr>
          <p:cNvSpPr txBox="1"/>
          <p:nvPr/>
        </p:nvSpPr>
        <p:spPr bwMode="gray">
          <a:xfrm>
            <a:off x="9785023" y="6419654"/>
            <a:ext cx="1875934" cy="301657"/>
          </a:xfrm>
          <a:prstGeom prst="rect">
            <a:avLst/>
          </a:prstGeom>
        </p:spPr>
        <p:txBody>
          <a:bodyPr wrap="square" lIns="0" rIns="0" rtlCol="0" anchor="b" anchorCtr="0">
            <a:normAutofit fontScale="70000" lnSpcReduction="20000"/>
          </a:bodyPr>
          <a:lstStyle/>
          <a:p>
            <a:pPr>
              <a:lnSpc>
                <a:spcPts val="900"/>
              </a:lnSpc>
            </a:pPr>
            <a:r>
              <a:rPr lang="en-US" sz="1300" b="1" dirty="0">
                <a:solidFill>
                  <a:schemeClr val="bg1"/>
                </a:solidFill>
              </a:rPr>
              <a:t>Source – SAP TechEd 2023</a:t>
            </a:r>
          </a:p>
        </p:txBody>
      </p:sp>
    </p:spTree>
    <p:extLst>
      <p:ext uri="{BB962C8B-B14F-4D97-AF65-F5344CB8AC3E}">
        <p14:creationId xmlns:p14="http://schemas.microsoft.com/office/powerpoint/2010/main" val="3701332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Work Zone Features</a:t>
            </a:r>
          </a:p>
        </p:txBody>
      </p:sp>
      <p:pic>
        <p:nvPicPr>
          <p:cNvPr id="2050" name="Picture 2">
            <a:extLst>
              <a:ext uri="{FF2B5EF4-FFF2-40B4-BE49-F238E27FC236}">
                <a16:creationId xmlns:a16="http://schemas.microsoft.com/office/drawing/2014/main" id="{4B13638B-2BF1-1019-1AD3-F62C734FE7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7452" y="1759801"/>
            <a:ext cx="6622687" cy="381314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D26763A5-7F48-52A9-B3F5-F500BCC05FB7}"/>
              </a:ext>
            </a:extLst>
          </p:cNvPr>
          <p:cNvGrpSpPr/>
          <p:nvPr/>
        </p:nvGrpSpPr>
        <p:grpSpPr>
          <a:xfrm>
            <a:off x="1509269" y="2328738"/>
            <a:ext cx="3107886" cy="415498"/>
            <a:chOff x="3198310" y="766692"/>
            <a:chExt cx="4143847" cy="553998"/>
          </a:xfrm>
        </p:grpSpPr>
        <p:sp>
          <p:nvSpPr>
            <p:cNvPr id="6" name="Rectangle 5">
              <a:extLst>
                <a:ext uri="{FF2B5EF4-FFF2-40B4-BE49-F238E27FC236}">
                  <a16:creationId xmlns:a16="http://schemas.microsoft.com/office/drawing/2014/main" id="{062D48F2-EFB7-AF2C-0952-0674162811B6}"/>
                </a:ext>
              </a:extLst>
            </p:cNvPr>
            <p:cNvSpPr/>
            <p:nvPr/>
          </p:nvSpPr>
          <p:spPr bwMode="gray">
            <a:xfrm>
              <a:off x="3942427" y="841716"/>
              <a:ext cx="3399730" cy="403951"/>
            </a:xfrm>
            <a:prstGeom prst="rect">
              <a:avLst/>
            </a:prstGeom>
            <a:solidFill>
              <a:srgbClr val="009A44"/>
            </a:solidFill>
            <a:ln w="19050" algn="ctr">
              <a:noFill/>
              <a:miter lim="800000"/>
              <a:headEnd/>
              <a:tailEnd/>
            </a:ln>
          </p:spPr>
          <p:txBody>
            <a:bodyPr wrap="square" lIns="66675" tIns="66675" rIns="66675" bIns="66675" rtlCol="0" anchor="ctr"/>
            <a:lstStyle/>
            <a:p>
              <a:pPr algn="ctr" defTabSz="685800">
                <a:defRPr/>
              </a:pPr>
              <a:r>
                <a:rPr lang="en-US" sz="1000" b="1" dirty="0">
                  <a:solidFill>
                    <a:prstClr val="white"/>
                  </a:solidFill>
                </a:rPr>
                <a:t>Secure central access to Apps, Tasks and Processes</a:t>
              </a:r>
            </a:p>
          </p:txBody>
        </p:sp>
        <p:sp>
          <p:nvSpPr>
            <p:cNvPr id="8" name="TextBox 7">
              <a:extLst>
                <a:ext uri="{FF2B5EF4-FFF2-40B4-BE49-F238E27FC236}">
                  <a16:creationId xmlns:a16="http://schemas.microsoft.com/office/drawing/2014/main" id="{408F2C4F-E952-3E40-1C18-937975DB1ADB}"/>
                </a:ext>
              </a:extLst>
            </p:cNvPr>
            <p:cNvSpPr txBox="1"/>
            <p:nvPr/>
          </p:nvSpPr>
          <p:spPr>
            <a:xfrm>
              <a:off x="3198310" y="766692"/>
              <a:ext cx="805844" cy="5539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02</a:t>
              </a:r>
            </a:p>
          </p:txBody>
        </p:sp>
      </p:grpSp>
      <p:grpSp>
        <p:nvGrpSpPr>
          <p:cNvPr id="9" name="Group 8">
            <a:extLst>
              <a:ext uri="{FF2B5EF4-FFF2-40B4-BE49-F238E27FC236}">
                <a16:creationId xmlns:a16="http://schemas.microsoft.com/office/drawing/2014/main" id="{E4E23523-C937-CCFC-5E73-2536A25533DE}"/>
              </a:ext>
            </a:extLst>
          </p:cNvPr>
          <p:cNvGrpSpPr/>
          <p:nvPr/>
        </p:nvGrpSpPr>
        <p:grpSpPr>
          <a:xfrm>
            <a:off x="752852" y="3105425"/>
            <a:ext cx="3647084" cy="415498"/>
            <a:chOff x="3198310" y="766692"/>
            <a:chExt cx="4862778" cy="553998"/>
          </a:xfrm>
        </p:grpSpPr>
        <p:sp>
          <p:nvSpPr>
            <p:cNvPr id="10" name="Rectangle 9">
              <a:extLst>
                <a:ext uri="{FF2B5EF4-FFF2-40B4-BE49-F238E27FC236}">
                  <a16:creationId xmlns:a16="http://schemas.microsoft.com/office/drawing/2014/main" id="{E4CDBD91-581B-9E19-7D9B-CB03EFD12480}"/>
                </a:ext>
              </a:extLst>
            </p:cNvPr>
            <p:cNvSpPr/>
            <p:nvPr/>
          </p:nvSpPr>
          <p:spPr bwMode="gray">
            <a:xfrm>
              <a:off x="3942427" y="841716"/>
              <a:ext cx="4118661" cy="403951"/>
            </a:xfrm>
            <a:prstGeom prst="rect">
              <a:avLst/>
            </a:prstGeom>
            <a:solidFill>
              <a:srgbClr val="0097A9"/>
            </a:solidFill>
            <a:ln w="19050" algn="ctr">
              <a:noFill/>
              <a:miter lim="800000"/>
              <a:headEnd/>
              <a:tailEnd/>
            </a:ln>
          </p:spPr>
          <p:txBody>
            <a:bodyPr wrap="square" lIns="66675" tIns="66675" rIns="66675" bIns="66675" rtlCol="0" anchor="ctr"/>
            <a:lstStyle/>
            <a:p>
              <a:pPr algn="ctr" defTabSz="685800">
                <a:defRPr/>
              </a:pPr>
              <a:r>
                <a:rPr lang="en-US" sz="1000" b="1" dirty="0">
                  <a:solidFill>
                    <a:prstClr val="white"/>
                  </a:solidFill>
                </a:rPr>
                <a:t>Personalized and Role based experience</a:t>
              </a:r>
            </a:p>
          </p:txBody>
        </p:sp>
        <p:sp>
          <p:nvSpPr>
            <p:cNvPr id="11" name="TextBox 10">
              <a:extLst>
                <a:ext uri="{FF2B5EF4-FFF2-40B4-BE49-F238E27FC236}">
                  <a16:creationId xmlns:a16="http://schemas.microsoft.com/office/drawing/2014/main" id="{D40E9518-8748-7B22-5F2D-2F4CB715810E}"/>
                </a:ext>
              </a:extLst>
            </p:cNvPr>
            <p:cNvSpPr txBox="1"/>
            <p:nvPr/>
          </p:nvSpPr>
          <p:spPr>
            <a:xfrm>
              <a:off x="3198310" y="766692"/>
              <a:ext cx="805844" cy="5539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03</a:t>
              </a:r>
            </a:p>
          </p:txBody>
        </p:sp>
      </p:grpSp>
      <p:sp>
        <p:nvSpPr>
          <p:cNvPr id="13" name="Rectangle 12">
            <a:extLst>
              <a:ext uri="{FF2B5EF4-FFF2-40B4-BE49-F238E27FC236}">
                <a16:creationId xmlns:a16="http://schemas.microsoft.com/office/drawing/2014/main" id="{970D91E4-464B-F8CC-D8C3-4387DC08C6FD}"/>
              </a:ext>
            </a:extLst>
          </p:cNvPr>
          <p:cNvSpPr/>
          <p:nvPr/>
        </p:nvSpPr>
        <p:spPr bwMode="gray">
          <a:xfrm>
            <a:off x="1310884" y="3938379"/>
            <a:ext cx="3088997" cy="302963"/>
          </a:xfrm>
          <a:prstGeom prst="rect">
            <a:avLst/>
          </a:prstGeom>
          <a:solidFill>
            <a:srgbClr val="007680"/>
          </a:solidFill>
          <a:ln w="19050" algn="ctr">
            <a:noFill/>
            <a:miter lim="800000"/>
            <a:headEnd/>
            <a:tailEnd/>
          </a:ln>
        </p:spPr>
        <p:txBody>
          <a:bodyPr wrap="square" lIns="66675" tIns="66675" rIns="66675" bIns="66675" rtlCol="0" anchor="ctr"/>
          <a:lstStyle/>
          <a:p>
            <a:pPr algn="ctr" defTabSz="685800">
              <a:defRPr/>
            </a:pPr>
            <a:r>
              <a:rPr lang="en-US" sz="1000" b="1" dirty="0">
                <a:solidFill>
                  <a:prstClr val="white"/>
                </a:solidFill>
              </a:rPr>
              <a:t>Business Content from SAP Solutions </a:t>
            </a:r>
          </a:p>
        </p:txBody>
      </p:sp>
      <p:sp>
        <p:nvSpPr>
          <p:cNvPr id="14" name="TextBox 13">
            <a:extLst>
              <a:ext uri="{FF2B5EF4-FFF2-40B4-BE49-F238E27FC236}">
                <a16:creationId xmlns:a16="http://schemas.microsoft.com/office/drawing/2014/main" id="{3A76AB44-020B-9708-A21A-CF7D6B5B1890}"/>
              </a:ext>
            </a:extLst>
          </p:cNvPr>
          <p:cNvSpPr txBox="1"/>
          <p:nvPr/>
        </p:nvSpPr>
        <p:spPr>
          <a:xfrm>
            <a:off x="752796" y="3882111"/>
            <a:ext cx="604383" cy="4154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04</a:t>
            </a:r>
          </a:p>
        </p:txBody>
      </p:sp>
      <p:sp>
        <p:nvSpPr>
          <p:cNvPr id="16" name="Rectangle 15">
            <a:extLst>
              <a:ext uri="{FF2B5EF4-FFF2-40B4-BE49-F238E27FC236}">
                <a16:creationId xmlns:a16="http://schemas.microsoft.com/office/drawing/2014/main" id="{77D5B6D0-880C-E2B7-7707-6588CF43C374}"/>
              </a:ext>
            </a:extLst>
          </p:cNvPr>
          <p:cNvSpPr/>
          <p:nvPr/>
        </p:nvSpPr>
        <p:spPr bwMode="gray">
          <a:xfrm>
            <a:off x="2065264" y="4715066"/>
            <a:ext cx="2549798" cy="302963"/>
          </a:xfrm>
          <a:prstGeom prst="rect">
            <a:avLst/>
          </a:prstGeom>
          <a:solidFill>
            <a:srgbClr val="004F59"/>
          </a:solidFill>
          <a:ln w="19050" algn="ctr">
            <a:noFill/>
            <a:miter lim="800000"/>
            <a:headEnd/>
            <a:tailEnd/>
          </a:ln>
        </p:spPr>
        <p:txBody>
          <a:bodyPr wrap="square" lIns="66675" tIns="66675" rIns="66675" bIns="66675" rtlCol="0" anchor="ctr"/>
          <a:lstStyle/>
          <a:p>
            <a:pPr defTabSz="685800">
              <a:defRPr/>
            </a:pPr>
            <a:r>
              <a:rPr lang="en-US" sz="1000" b="1" dirty="0">
                <a:solidFill>
                  <a:prstClr val="white"/>
                </a:solidFill>
              </a:rPr>
              <a:t>User Management</a:t>
            </a:r>
          </a:p>
        </p:txBody>
      </p:sp>
      <p:sp>
        <p:nvSpPr>
          <p:cNvPr id="17" name="TextBox 16">
            <a:extLst>
              <a:ext uri="{FF2B5EF4-FFF2-40B4-BE49-F238E27FC236}">
                <a16:creationId xmlns:a16="http://schemas.microsoft.com/office/drawing/2014/main" id="{3F1C35F2-D995-D063-3448-189960B9B045}"/>
              </a:ext>
            </a:extLst>
          </p:cNvPr>
          <p:cNvSpPr txBox="1"/>
          <p:nvPr/>
        </p:nvSpPr>
        <p:spPr>
          <a:xfrm>
            <a:off x="1507176" y="4658798"/>
            <a:ext cx="604383" cy="4154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05</a:t>
            </a:r>
          </a:p>
        </p:txBody>
      </p:sp>
      <p:sp>
        <p:nvSpPr>
          <p:cNvPr id="19" name="Rectangle 18">
            <a:extLst>
              <a:ext uri="{FF2B5EF4-FFF2-40B4-BE49-F238E27FC236}">
                <a16:creationId xmlns:a16="http://schemas.microsoft.com/office/drawing/2014/main" id="{E7AC40A3-DE65-6F95-C9FC-A558A02C13A0}"/>
              </a:ext>
            </a:extLst>
          </p:cNvPr>
          <p:cNvSpPr/>
          <p:nvPr/>
        </p:nvSpPr>
        <p:spPr bwMode="gray">
          <a:xfrm>
            <a:off x="2778496" y="5491751"/>
            <a:ext cx="1990140" cy="302963"/>
          </a:xfrm>
          <a:prstGeom prst="rect">
            <a:avLst/>
          </a:prstGeom>
          <a:solidFill>
            <a:srgbClr val="005587"/>
          </a:solidFill>
          <a:ln w="19050" algn="ctr">
            <a:noFill/>
            <a:miter lim="800000"/>
            <a:headEnd/>
            <a:tailEnd/>
          </a:ln>
        </p:spPr>
        <p:txBody>
          <a:bodyPr wrap="square" lIns="66675" tIns="66675" rIns="66675" bIns="66675" rtlCol="0" anchor="ctr"/>
          <a:lstStyle/>
          <a:p>
            <a:pPr defTabSz="685800">
              <a:defRPr/>
            </a:pPr>
            <a:r>
              <a:rPr lang="en-US" sz="1000" b="1" dirty="0">
                <a:solidFill>
                  <a:prstClr val="white"/>
                </a:solidFill>
              </a:rPr>
              <a:t>Context-aware UI Card</a:t>
            </a:r>
          </a:p>
        </p:txBody>
      </p:sp>
      <p:sp>
        <p:nvSpPr>
          <p:cNvPr id="20" name="TextBox 19">
            <a:extLst>
              <a:ext uri="{FF2B5EF4-FFF2-40B4-BE49-F238E27FC236}">
                <a16:creationId xmlns:a16="http://schemas.microsoft.com/office/drawing/2014/main" id="{14481BBC-01A8-6DF5-D135-2DA1B796C715}"/>
              </a:ext>
            </a:extLst>
          </p:cNvPr>
          <p:cNvSpPr txBox="1"/>
          <p:nvPr/>
        </p:nvSpPr>
        <p:spPr>
          <a:xfrm>
            <a:off x="2220408" y="5435483"/>
            <a:ext cx="604383" cy="4154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06</a:t>
            </a:r>
          </a:p>
        </p:txBody>
      </p:sp>
      <p:grpSp>
        <p:nvGrpSpPr>
          <p:cNvPr id="25" name="Group 24">
            <a:extLst>
              <a:ext uri="{FF2B5EF4-FFF2-40B4-BE49-F238E27FC236}">
                <a16:creationId xmlns:a16="http://schemas.microsoft.com/office/drawing/2014/main" id="{E9F8E671-0884-C17F-7023-DB69DDBA7742}"/>
              </a:ext>
            </a:extLst>
          </p:cNvPr>
          <p:cNvGrpSpPr/>
          <p:nvPr/>
        </p:nvGrpSpPr>
        <p:grpSpPr>
          <a:xfrm>
            <a:off x="2218841" y="1552052"/>
            <a:ext cx="2549795" cy="415498"/>
            <a:chOff x="3198310" y="766692"/>
            <a:chExt cx="2908129" cy="553998"/>
          </a:xfrm>
        </p:grpSpPr>
        <p:sp>
          <p:nvSpPr>
            <p:cNvPr id="26" name="Rectangle 25">
              <a:extLst>
                <a:ext uri="{FF2B5EF4-FFF2-40B4-BE49-F238E27FC236}">
                  <a16:creationId xmlns:a16="http://schemas.microsoft.com/office/drawing/2014/main" id="{E8F80F76-2B9A-E053-1165-411C4BF3FD5C}"/>
                </a:ext>
              </a:extLst>
            </p:cNvPr>
            <p:cNvSpPr/>
            <p:nvPr/>
          </p:nvSpPr>
          <p:spPr bwMode="gray">
            <a:xfrm>
              <a:off x="3942427" y="841716"/>
              <a:ext cx="2164012" cy="403951"/>
            </a:xfrm>
            <a:prstGeom prst="rect">
              <a:avLst/>
            </a:prstGeom>
            <a:solidFill>
              <a:srgbClr val="43B02A"/>
            </a:solidFill>
            <a:ln w="19050" algn="ctr">
              <a:noFill/>
              <a:miter lim="800000"/>
              <a:headEnd/>
              <a:tailEnd/>
            </a:ln>
          </p:spPr>
          <p:txBody>
            <a:bodyPr wrap="square" lIns="66675" tIns="66675" rIns="66675" bIns="66675" rtlCol="0" anchor="ctr"/>
            <a:lstStyle/>
            <a:p>
              <a:pPr defTabSz="685800">
                <a:defRPr/>
              </a:pPr>
              <a:r>
                <a:rPr lang="en-US" sz="1000" b="1" dirty="0">
                  <a:solidFill>
                    <a:prstClr val="white"/>
                  </a:solidFill>
                </a:rPr>
                <a:t>Interactive Workspaces</a:t>
              </a:r>
            </a:p>
          </p:txBody>
        </p:sp>
        <p:sp>
          <p:nvSpPr>
            <p:cNvPr id="27" name="TextBox 26">
              <a:extLst>
                <a:ext uri="{FF2B5EF4-FFF2-40B4-BE49-F238E27FC236}">
                  <a16:creationId xmlns:a16="http://schemas.microsoft.com/office/drawing/2014/main" id="{1EFD01A5-05C7-3AAC-F5FB-BF70B037B133}"/>
                </a:ext>
              </a:extLst>
            </p:cNvPr>
            <p:cNvSpPr txBox="1"/>
            <p:nvPr/>
          </p:nvSpPr>
          <p:spPr>
            <a:xfrm>
              <a:off x="3198310" y="766692"/>
              <a:ext cx="805844" cy="553998"/>
            </a:xfrm>
            <a:prstGeom prst="rect">
              <a:avLst/>
            </a:prstGeom>
            <a:noFill/>
          </p:spPr>
          <p:txBody>
            <a:bodyPr wrap="square" lIns="0" tIns="0" rIns="0" bIns="0" rtlCol="0">
              <a:spAutoFit/>
            </a:bodyPr>
            <a:lstStyle/>
            <a:p>
              <a:pPr defTabSz="685800">
                <a:spcBef>
                  <a:spcPts val="450"/>
                </a:spcBef>
                <a:buSzPct val="100000"/>
                <a:defRPr/>
              </a:pPr>
              <a:r>
                <a:rPr lang="en-US" sz="2700" b="1" dirty="0">
                  <a:solidFill>
                    <a:schemeClr val="bg1"/>
                  </a:solidFill>
                  <a:latin typeface="Calibri Light"/>
                </a:rPr>
                <a:t>01</a:t>
              </a:r>
            </a:p>
          </p:txBody>
        </p:sp>
      </p:grpSp>
    </p:spTree>
    <p:extLst>
      <p:ext uri="{BB962C8B-B14F-4D97-AF65-F5344CB8AC3E}">
        <p14:creationId xmlns:p14="http://schemas.microsoft.com/office/powerpoint/2010/main" val="266820148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Work Zone</a:t>
            </a:r>
          </a:p>
        </p:txBody>
      </p:sp>
      <p:sp>
        <p:nvSpPr>
          <p:cNvPr id="2" name="TextBox 1">
            <a:extLst>
              <a:ext uri="{FF2B5EF4-FFF2-40B4-BE49-F238E27FC236}">
                <a16:creationId xmlns:a16="http://schemas.microsoft.com/office/drawing/2014/main" id="{530796C6-7FC0-C829-C263-A4CBF4184A1C}"/>
              </a:ext>
            </a:extLst>
          </p:cNvPr>
          <p:cNvSpPr txBox="1"/>
          <p:nvPr/>
        </p:nvSpPr>
        <p:spPr bwMode="gray">
          <a:xfrm>
            <a:off x="9785023" y="6419654"/>
            <a:ext cx="1875934" cy="301657"/>
          </a:xfrm>
          <a:prstGeom prst="rect">
            <a:avLst/>
          </a:prstGeom>
        </p:spPr>
        <p:txBody>
          <a:bodyPr wrap="square" lIns="0" rIns="0" rtlCol="0" anchor="b" anchorCtr="0">
            <a:normAutofit/>
          </a:bodyPr>
          <a:lstStyle/>
          <a:p>
            <a:pPr>
              <a:lnSpc>
                <a:spcPts val="900"/>
              </a:lnSpc>
            </a:pPr>
            <a:endParaRPr lang="en-US" sz="1300" b="1" dirty="0">
              <a:solidFill>
                <a:schemeClr val="bg1"/>
              </a:solidFill>
            </a:endParaRPr>
          </a:p>
        </p:txBody>
      </p:sp>
      <p:grpSp>
        <p:nvGrpSpPr>
          <p:cNvPr id="31" name="Group 30">
            <a:extLst>
              <a:ext uri="{FF2B5EF4-FFF2-40B4-BE49-F238E27FC236}">
                <a16:creationId xmlns:a16="http://schemas.microsoft.com/office/drawing/2014/main" id="{1126BBD0-83E5-BDAF-CE21-C0193F8E7967}"/>
              </a:ext>
            </a:extLst>
          </p:cNvPr>
          <p:cNvGrpSpPr/>
          <p:nvPr/>
        </p:nvGrpSpPr>
        <p:grpSpPr>
          <a:xfrm>
            <a:off x="359248" y="1141323"/>
            <a:ext cx="11473500" cy="4733907"/>
            <a:chOff x="1354879" y="1608028"/>
            <a:chExt cx="9482238" cy="3912320"/>
          </a:xfrm>
        </p:grpSpPr>
        <p:sp>
          <p:nvSpPr>
            <p:cNvPr id="32" name="Text Placeholder 5">
              <a:extLst>
                <a:ext uri="{FF2B5EF4-FFF2-40B4-BE49-F238E27FC236}">
                  <a16:creationId xmlns:a16="http://schemas.microsoft.com/office/drawing/2014/main" id="{6D28F1B0-6EBD-65AD-7DD8-B629B1152213}"/>
                </a:ext>
              </a:extLst>
            </p:cNvPr>
            <p:cNvSpPr txBox="1">
              <a:spLocks/>
            </p:cNvSpPr>
            <p:nvPr>
              <p:custDataLst>
                <p:tags r:id="rId1"/>
              </p:custDataLst>
            </p:nvPr>
          </p:nvSpPr>
          <p:spPr>
            <a:xfrm>
              <a:off x="1354879" y="1608896"/>
              <a:ext cx="3605213" cy="3911452"/>
            </a:xfrm>
            <a:prstGeom prst="homePlate">
              <a:avLst>
                <a:gd name="adj" fmla="val 8173"/>
              </a:avLst>
            </a:prstGeom>
            <a:solidFill>
              <a:sysClr val="window" lastClr="FFFFFF"/>
            </a:solidFill>
            <a:ln w="6350">
              <a:solidFill>
                <a:srgbClr val="BBBCBC"/>
              </a:solidFill>
            </a:ln>
          </p:spPr>
          <p:txBody>
            <a:bodyPr wrap="square" lIns="8890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Bef>
                  <a:spcPts val="600"/>
                </a:spcBef>
                <a:defRPr/>
              </a:pPr>
              <a:r>
                <a:rPr lang="en-US" sz="1300" b="1" dirty="0">
                  <a:solidFill>
                    <a:schemeClr val="tx1"/>
                  </a:solidFill>
                </a:rPr>
                <a:t>Standard Edition</a:t>
              </a:r>
            </a:p>
            <a:p>
              <a:pPr lvl="1">
                <a:spcBef>
                  <a:spcPts val="600"/>
                </a:spcBef>
                <a:buSzPct val="100000"/>
                <a:defRPr/>
              </a:pPr>
              <a:r>
                <a:rPr lang="en-US" sz="1600" dirty="0">
                  <a:solidFill>
                    <a:srgbClr val="3C3C3C"/>
                  </a:solidFill>
                  <a:latin typeface="SAPBook"/>
                </a:rPr>
                <a:t>C</a:t>
              </a:r>
              <a:r>
                <a:rPr lang="en-US" sz="1600" b="0" i="0" dirty="0">
                  <a:solidFill>
                    <a:srgbClr val="3C3C3C"/>
                  </a:solidFill>
                  <a:effectLst/>
                  <a:latin typeface="SAPBook"/>
                </a:rPr>
                <a:t>entral access point to multiple SAP cloud &amp; on-premise systems, for example SAP S/4HANA cloud and on-premise</a:t>
              </a:r>
            </a:p>
            <a:p>
              <a:pPr lvl="1">
                <a:spcBef>
                  <a:spcPts val="600"/>
                </a:spcBef>
                <a:buSzPct val="100000"/>
                <a:defRPr/>
              </a:pPr>
              <a:r>
                <a:rPr lang="en-US" sz="1600" dirty="0">
                  <a:solidFill>
                    <a:srgbClr val="3C3C3C"/>
                  </a:solidFill>
                  <a:latin typeface="SAPBook"/>
                </a:rPr>
                <a:t>E</a:t>
              </a:r>
              <a:r>
                <a:rPr lang="en-US" sz="1600" b="0" i="0" dirty="0">
                  <a:solidFill>
                    <a:srgbClr val="3C3C3C"/>
                  </a:solidFill>
                  <a:effectLst/>
                  <a:latin typeface="SAPBook"/>
                </a:rPr>
                <a:t>xtend &amp; customize the product (e.g. branding, translation, shell plug-ins, domains URL)</a:t>
              </a:r>
            </a:p>
            <a:p>
              <a:pPr lvl="1">
                <a:spcBef>
                  <a:spcPts val="600"/>
                </a:spcBef>
                <a:buSzPct val="100000"/>
                <a:defRPr/>
              </a:pPr>
              <a:r>
                <a:rPr lang="en-US" sz="1600" dirty="0">
                  <a:solidFill>
                    <a:srgbClr val="3C3C3C"/>
                  </a:solidFill>
                  <a:latin typeface="SAPBook"/>
                </a:rPr>
                <a:t>Available in Trial Account</a:t>
              </a:r>
              <a:endParaRPr lang="en-US" sz="1300" dirty="0">
                <a:solidFill>
                  <a:schemeClr val="tx1"/>
                </a:solidFill>
              </a:endParaRPr>
            </a:p>
          </p:txBody>
        </p:sp>
        <p:sp>
          <p:nvSpPr>
            <p:cNvPr id="33" name="Text Placeholder 5">
              <a:extLst>
                <a:ext uri="{FF2B5EF4-FFF2-40B4-BE49-F238E27FC236}">
                  <a16:creationId xmlns:a16="http://schemas.microsoft.com/office/drawing/2014/main" id="{0EF8017E-00D8-6A98-1C4A-07D873B3D34E}"/>
                </a:ext>
              </a:extLst>
            </p:cNvPr>
            <p:cNvSpPr txBox="1">
              <a:spLocks/>
            </p:cNvSpPr>
            <p:nvPr/>
          </p:nvSpPr>
          <p:spPr>
            <a:xfrm flipH="1">
              <a:off x="7231904" y="1608028"/>
              <a:ext cx="3605213" cy="3911452"/>
            </a:xfrm>
            <a:prstGeom prst="homePlate">
              <a:avLst>
                <a:gd name="adj" fmla="val 8173"/>
              </a:avLst>
            </a:prstGeom>
            <a:solidFill>
              <a:sysClr val="window" lastClr="FFFFFF"/>
            </a:solidFill>
            <a:ln w="6350">
              <a:solidFill>
                <a:srgbClr val="BBBCBC"/>
              </a:solidFill>
            </a:ln>
          </p:spPr>
          <p:txBody>
            <a:bodyPr wrap="square" lIns="274320" tIns="88900" rIns="88900" bIns="88900"/>
            <a:lstStyle>
              <a:lvl1pPr marL="0" indent="0" algn="l" defTabSz="957263" rtl="0" eaLnBrk="1" fontAlgn="base" hangingPunct="1">
                <a:lnSpc>
                  <a:spcPct val="100000"/>
                </a:lnSpc>
                <a:spcBef>
                  <a:spcPts val="400"/>
                </a:spcBef>
                <a:spcAft>
                  <a:spcPts val="0"/>
                </a:spcAft>
                <a:buFont typeface="Arial" charset="0"/>
                <a:defRPr lang="en-US" sz="1400" kern="1200">
                  <a:solidFill>
                    <a:schemeClr val="tx2"/>
                  </a:solidFill>
                  <a:latin typeface="+mn-lt"/>
                  <a:ea typeface="+mn-ea"/>
                  <a:cs typeface="+mn-cs"/>
                </a:defRPr>
              </a:lvl1pPr>
              <a:lvl2pPr marL="180000" indent="-180000" algn="l" defTabSz="957263" rtl="0" eaLnBrk="1" fontAlgn="base" hangingPunct="1">
                <a:lnSpc>
                  <a:spcPct val="100000"/>
                </a:lnSpc>
                <a:spcBef>
                  <a:spcPts val="400"/>
                </a:spcBef>
                <a:spcAft>
                  <a:spcPts val="0"/>
                </a:spcAft>
                <a:buFont typeface="Arial" charset="0"/>
                <a:buChar char="•"/>
                <a:defRPr lang="en-US" sz="1400" kern="1200">
                  <a:solidFill>
                    <a:schemeClr val="tx2"/>
                  </a:solidFill>
                  <a:latin typeface="+mn-lt"/>
                  <a:ea typeface="+mj-ea"/>
                  <a:cs typeface="+mj-cs"/>
                </a:defRPr>
              </a:lvl2pPr>
              <a:lvl3pPr marL="36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3pPr>
              <a:lvl4pPr marL="540000" indent="-180000" algn="l" defTabSz="957263" rtl="0" eaLnBrk="1" fontAlgn="base" hangingPunct="1">
                <a:lnSpc>
                  <a:spcPct val="100000"/>
                </a:lnSpc>
                <a:spcBef>
                  <a:spcPts val="400"/>
                </a:spcBef>
                <a:spcAft>
                  <a:spcPts val="0"/>
                </a:spcAft>
                <a:buFont typeface="Arial" charset="0"/>
                <a:buChar char="•"/>
                <a:defRPr lang="en-US" sz="1200" kern="1200">
                  <a:solidFill>
                    <a:schemeClr val="tx2"/>
                  </a:solidFill>
                  <a:latin typeface="+mn-lt"/>
                  <a:ea typeface="+mj-ea"/>
                  <a:cs typeface="+mj-cs"/>
                </a:defRPr>
              </a:lvl4pPr>
              <a:lvl5pPr marL="720000" indent="-179388" algn="l" defTabSz="957263" rtl="0" eaLnBrk="1" fontAlgn="base" hangingPunct="1">
                <a:lnSpc>
                  <a:spcPct val="100000"/>
                </a:lnSpc>
                <a:spcBef>
                  <a:spcPts val="400"/>
                </a:spcBef>
                <a:spcAft>
                  <a:spcPts val="0"/>
                </a:spcAft>
                <a:buFont typeface="Arial" charset="0"/>
                <a:buChar char="‒"/>
                <a:defRPr lang="en-GB" sz="1200" kern="1200">
                  <a:solidFill>
                    <a:schemeClr val="tx2"/>
                  </a:solidFill>
                  <a:latin typeface="+mn-lt"/>
                  <a:ea typeface="+mj-ea"/>
                  <a:cs typeface="+mj-cs"/>
                </a:defRPr>
              </a:lvl5pPr>
              <a:lvl6pPr marL="900000" indent="-180000" algn="l" defTabSz="859512" rtl="0" eaLnBrk="1" latinLnBrk="0" hangingPunct="1">
                <a:lnSpc>
                  <a:spcPct val="100000"/>
                </a:lnSpc>
                <a:spcBef>
                  <a:spcPts val="400"/>
                </a:spcBef>
                <a:spcAft>
                  <a:spcPts val="0"/>
                </a:spcAft>
                <a:buFont typeface="Arial" pitchFamily="34" charset="0"/>
                <a:buChar char="•"/>
                <a:defRPr sz="1200" kern="1200" baseline="0">
                  <a:solidFill>
                    <a:schemeClr val="accent1"/>
                  </a:solidFill>
                  <a:latin typeface="+mn-lt"/>
                  <a:ea typeface="+mn-ea"/>
                  <a:cs typeface="+mn-cs"/>
                </a:defRPr>
              </a:lvl6pPr>
              <a:lvl7pPr marL="108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7pPr>
              <a:lvl8pPr marL="126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8pPr>
              <a:lvl9pPr marL="1440000" indent="-180000" algn="l" defTabSz="859512" rtl="0" eaLnBrk="1" latinLnBrk="0" hangingPunct="1">
                <a:lnSpc>
                  <a:spcPct val="100000"/>
                </a:lnSpc>
                <a:spcBef>
                  <a:spcPts val="400"/>
                </a:spcBef>
                <a:spcAft>
                  <a:spcPts val="0"/>
                </a:spcAft>
                <a:buFont typeface="Arial" pitchFamily="34" charset="0"/>
                <a:buChar char="‒"/>
                <a:defRPr sz="1200" kern="1200">
                  <a:solidFill>
                    <a:schemeClr val="accent1"/>
                  </a:solidFill>
                  <a:latin typeface="+mn-lt"/>
                  <a:ea typeface="+mn-ea"/>
                  <a:cs typeface="+mn-cs"/>
                </a:defRPr>
              </a:lvl9pPr>
            </a:lstStyle>
            <a:p>
              <a:pPr>
                <a:spcBef>
                  <a:spcPts val="600"/>
                </a:spcBef>
                <a:defRPr/>
              </a:pPr>
              <a:r>
                <a:rPr lang="en-US" sz="1300" b="1" dirty="0">
                  <a:solidFill>
                    <a:schemeClr val="tx1"/>
                  </a:solidFill>
                </a:rPr>
                <a:t>Advanced Edition</a:t>
              </a:r>
            </a:p>
            <a:p>
              <a:pPr marL="285750" indent="-285750" algn="l">
                <a:buFont typeface="Wingdings" panose="05000000000000000000" pitchFamily="2" charset="2"/>
                <a:buChar char="§"/>
              </a:pPr>
              <a:r>
                <a:rPr lang="en-US" sz="1600" b="0" i="0" dirty="0">
                  <a:solidFill>
                    <a:srgbClr val="3C3C3C"/>
                  </a:solidFill>
                  <a:effectLst/>
                  <a:latin typeface="SAPBook"/>
                </a:rPr>
                <a:t>Bringing together business processes together with unstructured content (documents, videos, knowledge bases, etc.).</a:t>
              </a:r>
            </a:p>
            <a:p>
              <a:pPr marL="285750" indent="-285750" algn="l">
                <a:buFont typeface="Wingdings" panose="05000000000000000000" pitchFamily="2" charset="2"/>
                <a:buChar char="§"/>
              </a:pPr>
              <a:r>
                <a:rPr lang="en-US" sz="1600" b="0" i="0" dirty="0">
                  <a:solidFill>
                    <a:srgbClr val="3C3C3C"/>
                  </a:solidFill>
                  <a:effectLst/>
                  <a:latin typeface="SAPBook"/>
                </a:rPr>
                <a:t>Extend the standard edition with unstructured content and allow business users to create &amp; publish content (delegate content creation to business users).</a:t>
              </a:r>
            </a:p>
            <a:p>
              <a:pPr marL="285750" indent="-285750" algn="l">
                <a:buFont typeface="Wingdings" panose="05000000000000000000" pitchFamily="2" charset="2"/>
                <a:buChar char="§"/>
              </a:pPr>
              <a:r>
                <a:rPr lang="en-US" sz="1600" b="0" i="0" dirty="0">
                  <a:solidFill>
                    <a:srgbClr val="3C3C3C"/>
                  </a:solidFill>
                  <a:effectLst/>
                  <a:latin typeface="SAPBook"/>
                </a:rPr>
                <a:t>Enhanced capabilities for content management, web content, team workspaces and integration with 3rd party solutions (e.g. MS Teams)</a:t>
              </a:r>
            </a:p>
            <a:p>
              <a:pPr marL="285750" indent="-285750" algn="l">
                <a:buFont typeface="Wingdings" panose="05000000000000000000" pitchFamily="2" charset="2"/>
                <a:buChar char="§"/>
              </a:pPr>
              <a:r>
                <a:rPr lang="en-US" sz="1600" dirty="0">
                  <a:solidFill>
                    <a:srgbClr val="3C3C3C"/>
                  </a:solidFill>
                  <a:latin typeface="SAPBook"/>
                </a:rPr>
                <a:t>Not available in Trial account</a:t>
              </a:r>
              <a:endParaRPr lang="en-US" sz="1600" b="0" i="0" dirty="0">
                <a:solidFill>
                  <a:srgbClr val="3C3C3C"/>
                </a:solidFill>
                <a:effectLst/>
                <a:latin typeface="SAPBook"/>
              </a:endParaRPr>
            </a:p>
          </p:txBody>
        </p:sp>
        <p:sp>
          <p:nvSpPr>
            <p:cNvPr id="34" name="Oval 33">
              <a:extLst>
                <a:ext uri="{FF2B5EF4-FFF2-40B4-BE49-F238E27FC236}">
                  <a16:creationId xmlns:a16="http://schemas.microsoft.com/office/drawing/2014/main" id="{6CF99857-81A6-95CA-F5DC-1A8B788A9B96}"/>
                </a:ext>
              </a:extLst>
            </p:cNvPr>
            <p:cNvSpPr>
              <a:spLocks noChangeArrowheads="1"/>
            </p:cNvSpPr>
            <p:nvPr>
              <p:custDataLst>
                <p:tags r:id="rId2"/>
              </p:custDataLst>
            </p:nvPr>
          </p:nvSpPr>
          <p:spPr bwMode="auto">
            <a:xfrm>
              <a:off x="4964087" y="2430541"/>
              <a:ext cx="2263829" cy="2266427"/>
            </a:xfrm>
            <a:prstGeom prst="ellipse">
              <a:avLst/>
            </a:prstGeom>
            <a:solidFill>
              <a:srgbClr val="86BC25"/>
            </a:solidFill>
            <a:ln w="6350" algn="ctr">
              <a:noFill/>
              <a:round/>
              <a:headEnd/>
              <a:tailEnd/>
            </a:ln>
          </p:spPr>
          <p:txBody>
            <a:bodyPr lIns="88900" tIns="88900" rIns="88900" bIns="88900" anchor="ctr"/>
            <a:lstStyle/>
            <a:p>
              <a:pPr algn="ctr">
                <a:defRPr/>
              </a:pPr>
              <a:r>
                <a:rPr lang="en-US" sz="1600" kern="0" dirty="0">
                  <a:solidFill>
                    <a:prstClr val="white"/>
                  </a:solidFill>
                  <a:latin typeface="+mj-lt"/>
                  <a:ea typeface="ＭＳ Ｐゴシック" pitchFamily="50" charset="-128"/>
                </a:rPr>
                <a:t>SAP Build Work Zone</a:t>
              </a:r>
            </a:p>
          </p:txBody>
        </p:sp>
      </p:grpSp>
    </p:spTree>
    <p:extLst>
      <p:ext uri="{BB962C8B-B14F-4D97-AF65-F5344CB8AC3E}">
        <p14:creationId xmlns:p14="http://schemas.microsoft.com/office/powerpoint/2010/main" val="382352939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Work Zone use cases </a:t>
            </a:r>
          </a:p>
        </p:txBody>
      </p:sp>
      <p:sp>
        <p:nvSpPr>
          <p:cNvPr id="41" name="Title 2">
            <a:extLst>
              <a:ext uri="{FF2B5EF4-FFF2-40B4-BE49-F238E27FC236}">
                <a16:creationId xmlns:a16="http://schemas.microsoft.com/office/drawing/2014/main" id="{78BC8CAF-98E2-068F-B871-0D948976D50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ysClr val="windowText" lastClr="000000"/>
                </a:solidFill>
                <a:effectLst/>
                <a:uLnTx/>
                <a:uFillTx/>
                <a:latin typeface="Calibri Light" panose="020F0302020204030204"/>
                <a:ea typeface="+mj-ea"/>
                <a:cs typeface="+mj-cs"/>
              </a:rPr>
              <a:t>Outline</a:t>
            </a:r>
            <a:endParaRPr kumimoji="0" lang="en-US" sz="4400" b="0" i="0" u="none" strike="noStrike" kern="1200" cap="none" spc="0" normalizeH="0" baseline="0" noProof="0" dirty="0">
              <a:ln>
                <a:noFill/>
              </a:ln>
              <a:solidFill>
                <a:sysClr val="windowText" lastClr="000000"/>
              </a:solidFill>
              <a:effectLst/>
              <a:uLnTx/>
              <a:uFillTx/>
              <a:latin typeface="Calibri Light" panose="020F0302020204030204"/>
              <a:ea typeface="+mj-ea"/>
              <a:cs typeface="+mj-cs"/>
            </a:endParaRPr>
          </a:p>
        </p:txBody>
      </p:sp>
      <p:sp>
        <p:nvSpPr>
          <p:cNvPr id="44" name="Rectangle 43">
            <a:extLst>
              <a:ext uri="{FF2B5EF4-FFF2-40B4-BE49-F238E27FC236}">
                <a16:creationId xmlns:a16="http://schemas.microsoft.com/office/drawing/2014/main" id="{01309523-43C6-03A7-E644-C2ABBAD462F7}"/>
              </a:ext>
            </a:extLst>
          </p:cNvPr>
          <p:cNvSpPr/>
          <p:nvPr/>
        </p:nvSpPr>
        <p:spPr>
          <a:xfrm>
            <a:off x="2073098" y="3586798"/>
            <a:ext cx="9590901" cy="3187103"/>
          </a:xfrm>
          <a:prstGeom prst="rect">
            <a:avLst/>
          </a:prstGeom>
          <a:ln w="12700">
            <a:solidFill>
              <a:srgbClr val="A5A5A5"/>
            </a:solidFill>
          </a:ln>
        </p:spPr>
        <p:txBody>
          <a:bodyPr wrap="square" lIns="162000" tIns="54000" rIns="72000" bIns="54000" anchor="ctr">
            <a:no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IE" sz="1100" b="1" i="0" u="none" strike="noStrike" kern="0" cap="none" spc="0" normalizeH="0" baseline="0" noProof="0" dirty="0">
                <a:ln>
                  <a:noFill/>
                </a:ln>
                <a:solidFill>
                  <a:prstClr val="black"/>
                </a:solidFill>
                <a:effectLst/>
                <a:uLnTx/>
                <a:uFillTx/>
                <a:latin typeface="Calibri" panose="020F0502020204030204" pitchFamily="34" charset="0"/>
                <a:ea typeface="Open Sans Semibold" panose="020B0706030804020204" pitchFamily="34" charset="0"/>
                <a:cs typeface="Calibri" panose="020F0502020204030204" pitchFamily="34" charset="0"/>
              </a:rPr>
              <a:t>Lorem ipsum </a:t>
            </a:r>
          </a:p>
          <a:p>
            <a:pPr marL="0" marR="0" lvl="0" indent="0" defTabSz="914400" eaLnBrk="1" fontAlgn="auto" latinLnBrk="0" hangingPunct="1">
              <a:lnSpc>
                <a:spcPct val="110000"/>
              </a:lnSpc>
              <a:spcBef>
                <a:spcPts val="0"/>
              </a:spcBef>
              <a:spcAft>
                <a:spcPts val="0"/>
              </a:spcAft>
              <a:buClrTx/>
              <a:buSzTx/>
              <a:buFontTx/>
              <a:buNone/>
              <a:tabLst/>
              <a:defRPr/>
            </a:pPr>
            <a:r>
              <a:rPr kumimoji="0" lang="en-IE" sz="1100" b="0" i="0" u="none" strike="noStrike" kern="0" cap="none" spc="0" normalizeH="0" baseline="0" noProof="0" dirty="0">
                <a:ln>
                  <a:noFill/>
                </a:ln>
                <a:solidFill>
                  <a:prstClr val="black"/>
                </a:solidFill>
                <a:effectLst/>
                <a:uLnTx/>
                <a:uFillTx/>
                <a:latin typeface="Calibri" panose="020F0502020204030204"/>
                <a:ea typeface="Open Sans Light" panose="020B0306030504020204" pitchFamily="34" charset="0"/>
                <a:cs typeface="Open Sans Light" panose="020B0306030504020204" pitchFamily="34" charset="0"/>
              </a:rPr>
              <a:t>This is dummy text it is not here to be read. The is just text to show where you could insert text. This is dummy text it is not here to be read. This is dummy text it is not here to be read. The is just text to show where you could insert text. This is dummy text it is not here to be read. This is dummy text it is not here to be read. The is just text to show where you could insert text. This is dummy text it is not here to be read. This is dummy text it is not here to be read. The is just text to show where you could insert text. The is just text to show where you could insert text. This is dummy text it is not here to be read. </a:t>
            </a:r>
          </a:p>
        </p:txBody>
      </p:sp>
      <p:sp>
        <p:nvSpPr>
          <p:cNvPr id="45" name="Oval 44">
            <a:extLst>
              <a:ext uri="{FF2B5EF4-FFF2-40B4-BE49-F238E27FC236}">
                <a16:creationId xmlns:a16="http://schemas.microsoft.com/office/drawing/2014/main" id="{5B2E5F38-4174-8D70-88D6-D30FB1FC79D7}"/>
              </a:ext>
            </a:extLst>
          </p:cNvPr>
          <p:cNvSpPr/>
          <p:nvPr/>
        </p:nvSpPr>
        <p:spPr bwMode="gray">
          <a:xfrm>
            <a:off x="1562778" y="3865580"/>
            <a:ext cx="548640" cy="548640"/>
          </a:xfrm>
          <a:prstGeom prst="ellipse">
            <a:avLst/>
          </a:prstGeom>
          <a:solidFill>
            <a:srgbClr val="A5A5A5"/>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endParaRPr>
          </a:p>
        </p:txBody>
      </p:sp>
      <p:sp>
        <p:nvSpPr>
          <p:cNvPr id="46" name="Rectangle 45">
            <a:extLst>
              <a:ext uri="{FF2B5EF4-FFF2-40B4-BE49-F238E27FC236}">
                <a16:creationId xmlns:a16="http://schemas.microsoft.com/office/drawing/2014/main" id="{343ADE19-E123-F44F-395A-F8ADA3D53EC7}"/>
              </a:ext>
            </a:extLst>
          </p:cNvPr>
          <p:cNvSpPr/>
          <p:nvPr/>
        </p:nvSpPr>
        <p:spPr>
          <a:xfrm>
            <a:off x="2073097" y="1937200"/>
            <a:ext cx="9590901" cy="1395936"/>
          </a:xfrm>
          <a:prstGeom prst="rect">
            <a:avLst/>
          </a:prstGeom>
          <a:ln w="12700">
            <a:solidFill>
              <a:srgbClr val="ED7D31"/>
            </a:solidFill>
          </a:ln>
        </p:spPr>
        <p:txBody>
          <a:bodyPr wrap="square" lIns="162000" tIns="54000" rIns="72000" bIns="54000" anchor="ctr">
            <a:no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IE" sz="1100" b="1" i="0" u="none" strike="noStrike" kern="0" cap="none" spc="0" normalizeH="0" baseline="0" noProof="0" dirty="0">
                <a:ln>
                  <a:noFill/>
                </a:ln>
                <a:solidFill>
                  <a:prstClr val="black"/>
                </a:solidFill>
                <a:effectLst/>
                <a:uLnTx/>
                <a:uFillTx/>
                <a:latin typeface="Calibri" panose="020F0502020204030204" pitchFamily="34" charset="0"/>
                <a:ea typeface="Open Sans Semibold" panose="020B0706030804020204" pitchFamily="34" charset="0"/>
                <a:cs typeface="Calibri" panose="020F0502020204030204" pitchFamily="34" charset="0"/>
              </a:rPr>
              <a:t>Lorem ipsum </a:t>
            </a:r>
          </a:p>
          <a:p>
            <a:r>
              <a:rPr lang="en-US" sz="1200" b="0" i="0" dirty="0">
                <a:solidFill>
                  <a:schemeClr val="bg1"/>
                </a:solidFill>
                <a:effectLst/>
                <a:latin typeface="+mj-lt"/>
              </a:rPr>
              <a:t>Challenge</a:t>
            </a:r>
            <a:r>
              <a:rPr lang="en-US" sz="1200" dirty="0">
                <a:solidFill>
                  <a:schemeClr val="bg1"/>
                </a:solidFill>
                <a:latin typeface="+mj-lt"/>
              </a:rPr>
              <a:t> - </a:t>
            </a:r>
            <a:endParaRPr lang="en-US" sz="1200" b="0" i="0" dirty="0">
              <a:solidFill>
                <a:schemeClr val="bg1"/>
              </a:solidFill>
              <a:effectLst/>
              <a:latin typeface="+mj-lt"/>
            </a:endParaRPr>
          </a:p>
          <a:p>
            <a:endParaRPr lang="en-US" sz="1200" b="0" i="0" dirty="0">
              <a:solidFill>
                <a:schemeClr val="bg1"/>
              </a:solidFill>
              <a:effectLst/>
              <a:latin typeface="+mj-lt"/>
            </a:endParaRPr>
          </a:p>
          <a:p>
            <a:pPr fontAlgn="t"/>
            <a:r>
              <a:rPr lang="en-US" sz="1200" b="0" i="0" dirty="0">
                <a:solidFill>
                  <a:schemeClr val="bg1"/>
                </a:solidFill>
                <a:effectLst/>
                <a:latin typeface="+mj-lt"/>
              </a:rPr>
              <a:t>Approval tasks are scattered across multiple inboxes because every application comes with its own approval inbox.</a:t>
            </a:r>
            <a:r>
              <a:rPr kumimoji="0" lang="en-IE" sz="1100" b="0" i="0" u="none" strike="noStrike" kern="0" cap="none" spc="0" normalizeH="0" baseline="0" noProof="0" dirty="0">
                <a:ln>
                  <a:noFill/>
                </a:ln>
                <a:solidFill>
                  <a:prstClr val="black"/>
                </a:solidFill>
                <a:effectLst/>
                <a:uLnTx/>
                <a:uFillTx/>
                <a:latin typeface="Calibri" panose="020F0502020204030204"/>
                <a:ea typeface="Open Sans Light" panose="020B0306030504020204" pitchFamily="34" charset="0"/>
                <a:cs typeface="Open Sans Light" panose="020B0306030504020204" pitchFamily="34" charset="0"/>
              </a:rPr>
              <a:t>o show where you could insert text. This is dummy text it is not here to be read. This is dummy text it is not here to be read. The is just text to show where you could insert text. This is dummy text it is not here to be read. This is dummy text it is not here to be read. The is just text to show where you could insert text. This is dummy text it is not here to be read. This is dummy text it is not here to be</a:t>
            </a:r>
          </a:p>
        </p:txBody>
      </p:sp>
      <p:sp>
        <p:nvSpPr>
          <p:cNvPr id="47" name="Oval 46">
            <a:extLst>
              <a:ext uri="{FF2B5EF4-FFF2-40B4-BE49-F238E27FC236}">
                <a16:creationId xmlns:a16="http://schemas.microsoft.com/office/drawing/2014/main" id="{2A353B3B-3071-F120-BDB8-1576B41AD3D1}"/>
              </a:ext>
            </a:extLst>
          </p:cNvPr>
          <p:cNvSpPr/>
          <p:nvPr/>
        </p:nvSpPr>
        <p:spPr bwMode="gray">
          <a:xfrm>
            <a:off x="1562778" y="2240177"/>
            <a:ext cx="548640" cy="548640"/>
          </a:xfrm>
          <a:prstGeom prst="ellipse">
            <a:avLst/>
          </a:prstGeom>
          <a:solidFill>
            <a:srgbClr val="ED7D31"/>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endParaRPr>
          </a:p>
        </p:txBody>
      </p:sp>
      <p:grpSp>
        <p:nvGrpSpPr>
          <p:cNvPr id="48" name="Group 360">
            <a:extLst>
              <a:ext uri="{FF2B5EF4-FFF2-40B4-BE49-F238E27FC236}">
                <a16:creationId xmlns:a16="http://schemas.microsoft.com/office/drawing/2014/main" id="{5066310C-F436-2EE5-E6D5-8BADD96EB0BB}"/>
              </a:ext>
            </a:extLst>
          </p:cNvPr>
          <p:cNvGrpSpPr>
            <a:grpSpLocks/>
          </p:cNvGrpSpPr>
          <p:nvPr/>
        </p:nvGrpSpPr>
        <p:grpSpPr bwMode="auto">
          <a:xfrm>
            <a:off x="642900" y="1105758"/>
            <a:ext cx="640080" cy="640080"/>
            <a:chOff x="1935" y="1199"/>
            <a:chExt cx="341" cy="340"/>
          </a:xfrm>
          <a:solidFill>
            <a:srgbClr val="4472C4"/>
          </a:solidFill>
        </p:grpSpPr>
        <p:sp>
          <p:nvSpPr>
            <p:cNvPr id="49" name="Freeform 361">
              <a:extLst>
                <a:ext uri="{FF2B5EF4-FFF2-40B4-BE49-F238E27FC236}">
                  <a16:creationId xmlns:a16="http://schemas.microsoft.com/office/drawing/2014/main" id="{27807138-DA80-491F-75B1-D7B6E781D22B}"/>
                </a:ext>
              </a:extLst>
            </p:cNvPr>
            <p:cNvSpPr>
              <a:spLocks noEditPoints="1"/>
            </p:cNvSpPr>
            <p:nvPr/>
          </p:nvSpPr>
          <p:spPr bwMode="auto">
            <a:xfrm>
              <a:off x="1998" y="1263"/>
              <a:ext cx="214" cy="206"/>
            </a:xfrm>
            <a:custGeom>
              <a:avLst/>
              <a:gdLst>
                <a:gd name="T0" fmla="*/ 257 w 321"/>
                <a:gd name="T1" fmla="*/ 309 h 310"/>
                <a:gd name="T2" fmla="*/ 251 w 321"/>
                <a:gd name="T3" fmla="*/ 308 h 310"/>
                <a:gd name="T4" fmla="*/ 161 w 321"/>
                <a:gd name="T5" fmla="*/ 257 h 310"/>
                <a:gd name="T6" fmla="*/ 70 w 321"/>
                <a:gd name="T7" fmla="*/ 308 h 310"/>
                <a:gd name="T8" fmla="*/ 58 w 321"/>
                <a:gd name="T9" fmla="*/ 307 h 310"/>
                <a:gd name="T10" fmla="*/ 54 w 321"/>
                <a:gd name="T11" fmla="*/ 296 h 310"/>
                <a:gd name="T12" fmla="*/ 74 w 321"/>
                <a:gd name="T13" fmla="*/ 195 h 310"/>
                <a:gd name="T14" fmla="*/ 4 w 321"/>
                <a:gd name="T15" fmla="*/ 125 h 310"/>
                <a:gd name="T16" fmla="*/ 1 w 321"/>
                <a:gd name="T17" fmla="*/ 113 h 310"/>
                <a:gd name="T18" fmla="*/ 10 w 321"/>
                <a:gd name="T19" fmla="*/ 106 h 310"/>
                <a:gd name="T20" fmla="*/ 111 w 321"/>
                <a:gd name="T21" fmla="*/ 96 h 310"/>
                <a:gd name="T22" fmla="*/ 151 w 321"/>
                <a:gd name="T23" fmla="*/ 6 h 310"/>
                <a:gd name="T24" fmla="*/ 161 w 321"/>
                <a:gd name="T25" fmla="*/ 0 h 310"/>
                <a:gd name="T26" fmla="*/ 170 w 321"/>
                <a:gd name="T27" fmla="*/ 6 h 310"/>
                <a:gd name="T28" fmla="*/ 211 w 321"/>
                <a:gd name="T29" fmla="*/ 96 h 310"/>
                <a:gd name="T30" fmla="*/ 311 w 321"/>
                <a:gd name="T31" fmla="*/ 106 h 310"/>
                <a:gd name="T32" fmla="*/ 320 w 321"/>
                <a:gd name="T33" fmla="*/ 113 h 310"/>
                <a:gd name="T34" fmla="*/ 318 w 321"/>
                <a:gd name="T35" fmla="*/ 125 h 310"/>
                <a:gd name="T36" fmla="*/ 247 w 321"/>
                <a:gd name="T37" fmla="*/ 195 h 310"/>
                <a:gd name="T38" fmla="*/ 267 w 321"/>
                <a:gd name="T39" fmla="*/ 296 h 310"/>
                <a:gd name="T40" fmla="*/ 263 w 321"/>
                <a:gd name="T41" fmla="*/ 307 h 310"/>
                <a:gd name="T42" fmla="*/ 257 w 321"/>
                <a:gd name="T43" fmla="*/ 309 h 310"/>
                <a:gd name="T44" fmla="*/ 161 w 321"/>
                <a:gd name="T45" fmla="*/ 234 h 310"/>
                <a:gd name="T46" fmla="*/ 166 w 321"/>
                <a:gd name="T47" fmla="*/ 236 h 310"/>
                <a:gd name="T48" fmla="*/ 242 w 321"/>
                <a:gd name="T49" fmla="*/ 278 h 310"/>
                <a:gd name="T50" fmla="*/ 225 w 321"/>
                <a:gd name="T51" fmla="*/ 194 h 310"/>
                <a:gd name="T52" fmla="*/ 228 w 321"/>
                <a:gd name="T53" fmla="*/ 184 h 310"/>
                <a:gd name="T54" fmla="*/ 287 w 321"/>
                <a:gd name="T55" fmla="*/ 125 h 310"/>
                <a:gd name="T56" fmla="*/ 202 w 321"/>
                <a:gd name="T57" fmla="*/ 117 h 310"/>
                <a:gd name="T58" fmla="*/ 194 w 321"/>
                <a:gd name="T59" fmla="*/ 111 h 310"/>
                <a:gd name="T60" fmla="*/ 161 w 321"/>
                <a:gd name="T61" fmla="*/ 37 h 310"/>
                <a:gd name="T62" fmla="*/ 128 w 321"/>
                <a:gd name="T63" fmla="*/ 111 h 310"/>
                <a:gd name="T64" fmla="*/ 119 w 321"/>
                <a:gd name="T65" fmla="*/ 117 h 310"/>
                <a:gd name="T66" fmla="*/ 35 w 321"/>
                <a:gd name="T67" fmla="*/ 125 h 310"/>
                <a:gd name="T68" fmla="*/ 94 w 321"/>
                <a:gd name="T69" fmla="*/ 184 h 310"/>
                <a:gd name="T70" fmla="*/ 96 w 321"/>
                <a:gd name="T71" fmla="*/ 194 h 310"/>
                <a:gd name="T72" fmla="*/ 80 w 321"/>
                <a:gd name="T73" fmla="*/ 278 h 310"/>
                <a:gd name="T74" fmla="*/ 155 w 321"/>
                <a:gd name="T75" fmla="*/ 236 h 310"/>
                <a:gd name="T76" fmla="*/ 161 w 321"/>
                <a:gd name="T77" fmla="*/ 23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1" h="310">
                  <a:moveTo>
                    <a:pt x="257" y="309"/>
                  </a:moveTo>
                  <a:cubicBezTo>
                    <a:pt x="255" y="309"/>
                    <a:pt x="253" y="309"/>
                    <a:pt x="251" y="308"/>
                  </a:cubicBezTo>
                  <a:cubicBezTo>
                    <a:pt x="161" y="257"/>
                    <a:pt x="161" y="257"/>
                    <a:pt x="161" y="257"/>
                  </a:cubicBezTo>
                  <a:cubicBezTo>
                    <a:pt x="70" y="308"/>
                    <a:pt x="70" y="308"/>
                    <a:pt x="70" y="308"/>
                  </a:cubicBezTo>
                  <a:cubicBezTo>
                    <a:pt x="66" y="310"/>
                    <a:pt x="62" y="309"/>
                    <a:pt x="58" y="307"/>
                  </a:cubicBezTo>
                  <a:cubicBezTo>
                    <a:pt x="55" y="305"/>
                    <a:pt x="53" y="300"/>
                    <a:pt x="54" y="296"/>
                  </a:cubicBezTo>
                  <a:cubicBezTo>
                    <a:pt x="74" y="195"/>
                    <a:pt x="74" y="195"/>
                    <a:pt x="74" y="195"/>
                  </a:cubicBezTo>
                  <a:cubicBezTo>
                    <a:pt x="4" y="125"/>
                    <a:pt x="4" y="125"/>
                    <a:pt x="4" y="125"/>
                  </a:cubicBezTo>
                  <a:cubicBezTo>
                    <a:pt x="1" y="122"/>
                    <a:pt x="0" y="117"/>
                    <a:pt x="1" y="113"/>
                  </a:cubicBezTo>
                  <a:cubicBezTo>
                    <a:pt x="3" y="110"/>
                    <a:pt x="6" y="107"/>
                    <a:pt x="10" y="106"/>
                  </a:cubicBezTo>
                  <a:cubicBezTo>
                    <a:pt x="111" y="96"/>
                    <a:pt x="111" y="96"/>
                    <a:pt x="111" y="96"/>
                  </a:cubicBezTo>
                  <a:cubicBezTo>
                    <a:pt x="151" y="6"/>
                    <a:pt x="151" y="6"/>
                    <a:pt x="151" y="6"/>
                  </a:cubicBezTo>
                  <a:cubicBezTo>
                    <a:pt x="153" y="2"/>
                    <a:pt x="156" y="0"/>
                    <a:pt x="161" y="0"/>
                  </a:cubicBezTo>
                  <a:cubicBezTo>
                    <a:pt x="165" y="0"/>
                    <a:pt x="169" y="2"/>
                    <a:pt x="170" y="6"/>
                  </a:cubicBezTo>
                  <a:cubicBezTo>
                    <a:pt x="211" y="96"/>
                    <a:pt x="211" y="96"/>
                    <a:pt x="211" y="96"/>
                  </a:cubicBezTo>
                  <a:cubicBezTo>
                    <a:pt x="311" y="106"/>
                    <a:pt x="311" y="106"/>
                    <a:pt x="311" y="106"/>
                  </a:cubicBezTo>
                  <a:cubicBezTo>
                    <a:pt x="315" y="107"/>
                    <a:pt x="319" y="110"/>
                    <a:pt x="320" y="113"/>
                  </a:cubicBezTo>
                  <a:cubicBezTo>
                    <a:pt x="321" y="117"/>
                    <a:pt x="320" y="122"/>
                    <a:pt x="318" y="125"/>
                  </a:cubicBezTo>
                  <a:cubicBezTo>
                    <a:pt x="247" y="195"/>
                    <a:pt x="247" y="195"/>
                    <a:pt x="247" y="195"/>
                  </a:cubicBezTo>
                  <a:cubicBezTo>
                    <a:pt x="267" y="296"/>
                    <a:pt x="267" y="296"/>
                    <a:pt x="267" y="296"/>
                  </a:cubicBezTo>
                  <a:cubicBezTo>
                    <a:pt x="268" y="300"/>
                    <a:pt x="266" y="305"/>
                    <a:pt x="263" y="307"/>
                  </a:cubicBezTo>
                  <a:cubicBezTo>
                    <a:pt x="261" y="308"/>
                    <a:pt x="259" y="309"/>
                    <a:pt x="257" y="309"/>
                  </a:cubicBezTo>
                  <a:close/>
                  <a:moveTo>
                    <a:pt x="161" y="234"/>
                  </a:moveTo>
                  <a:cubicBezTo>
                    <a:pt x="162" y="234"/>
                    <a:pt x="164" y="235"/>
                    <a:pt x="166" y="236"/>
                  </a:cubicBezTo>
                  <a:cubicBezTo>
                    <a:pt x="242" y="278"/>
                    <a:pt x="242" y="278"/>
                    <a:pt x="242" y="278"/>
                  </a:cubicBezTo>
                  <a:cubicBezTo>
                    <a:pt x="225" y="194"/>
                    <a:pt x="225" y="194"/>
                    <a:pt x="225" y="194"/>
                  </a:cubicBezTo>
                  <a:cubicBezTo>
                    <a:pt x="224" y="190"/>
                    <a:pt x="225" y="187"/>
                    <a:pt x="228" y="184"/>
                  </a:cubicBezTo>
                  <a:cubicBezTo>
                    <a:pt x="287" y="125"/>
                    <a:pt x="287" y="125"/>
                    <a:pt x="287" y="125"/>
                  </a:cubicBezTo>
                  <a:cubicBezTo>
                    <a:pt x="202" y="117"/>
                    <a:pt x="202" y="117"/>
                    <a:pt x="202" y="117"/>
                  </a:cubicBezTo>
                  <a:cubicBezTo>
                    <a:pt x="198" y="117"/>
                    <a:pt x="195" y="114"/>
                    <a:pt x="194" y="111"/>
                  </a:cubicBezTo>
                  <a:cubicBezTo>
                    <a:pt x="161" y="37"/>
                    <a:pt x="161" y="37"/>
                    <a:pt x="161" y="37"/>
                  </a:cubicBezTo>
                  <a:cubicBezTo>
                    <a:pt x="128" y="111"/>
                    <a:pt x="128" y="111"/>
                    <a:pt x="128" y="111"/>
                  </a:cubicBezTo>
                  <a:cubicBezTo>
                    <a:pt x="126" y="114"/>
                    <a:pt x="123" y="117"/>
                    <a:pt x="119" y="117"/>
                  </a:cubicBezTo>
                  <a:cubicBezTo>
                    <a:pt x="35" y="125"/>
                    <a:pt x="35" y="125"/>
                    <a:pt x="35" y="125"/>
                  </a:cubicBezTo>
                  <a:cubicBezTo>
                    <a:pt x="94" y="184"/>
                    <a:pt x="94" y="184"/>
                    <a:pt x="94" y="184"/>
                  </a:cubicBezTo>
                  <a:cubicBezTo>
                    <a:pt x="96" y="187"/>
                    <a:pt x="97" y="190"/>
                    <a:pt x="96" y="194"/>
                  </a:cubicBezTo>
                  <a:cubicBezTo>
                    <a:pt x="80" y="278"/>
                    <a:pt x="80" y="278"/>
                    <a:pt x="80" y="278"/>
                  </a:cubicBezTo>
                  <a:cubicBezTo>
                    <a:pt x="155" y="236"/>
                    <a:pt x="155" y="236"/>
                    <a:pt x="155" y="236"/>
                  </a:cubicBezTo>
                  <a:cubicBezTo>
                    <a:pt x="157" y="235"/>
                    <a:pt x="159" y="234"/>
                    <a:pt x="161" y="23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prstClr val="black"/>
                </a:solidFill>
                <a:effectLst/>
                <a:uLnTx/>
                <a:uFillTx/>
                <a:latin typeface="Calibri Light"/>
              </a:endParaRPr>
            </a:p>
          </p:txBody>
        </p:sp>
        <p:sp>
          <p:nvSpPr>
            <p:cNvPr id="50" name="Freeform 362">
              <a:extLst>
                <a:ext uri="{FF2B5EF4-FFF2-40B4-BE49-F238E27FC236}">
                  <a16:creationId xmlns:a16="http://schemas.microsoft.com/office/drawing/2014/main" id="{26B77983-E674-B295-C140-0153B69D34FA}"/>
                </a:ext>
              </a:extLst>
            </p:cNvPr>
            <p:cNvSpPr>
              <a:spLocks noEditPoints="1"/>
            </p:cNvSpPr>
            <p:nvPr/>
          </p:nvSpPr>
          <p:spPr bwMode="auto">
            <a:xfrm>
              <a:off x="1935" y="1199"/>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prstClr val="black"/>
                </a:solidFill>
                <a:effectLst/>
                <a:uLnTx/>
                <a:uFillTx/>
                <a:latin typeface="Calibri Light"/>
              </a:endParaRPr>
            </a:p>
          </p:txBody>
        </p:sp>
      </p:grpSp>
      <p:sp>
        <p:nvSpPr>
          <p:cNvPr id="51" name="Rectangle 50">
            <a:extLst>
              <a:ext uri="{FF2B5EF4-FFF2-40B4-BE49-F238E27FC236}">
                <a16:creationId xmlns:a16="http://schemas.microsoft.com/office/drawing/2014/main" id="{F2724B4A-B8AE-3B25-B2E4-6945F12043DF}"/>
              </a:ext>
            </a:extLst>
          </p:cNvPr>
          <p:cNvSpPr/>
          <p:nvPr/>
        </p:nvSpPr>
        <p:spPr>
          <a:xfrm>
            <a:off x="1562778" y="1383772"/>
            <a:ext cx="5748535" cy="215444"/>
          </a:xfrm>
          <a:prstGeom prst="rect">
            <a:avLst/>
          </a:prstGeom>
        </p:spPr>
        <p:txBody>
          <a:bodyPr wrap="square" lIns="0" tIns="0" rIns="0" bIns="0">
            <a:spAutoFit/>
          </a:bodyPr>
          <a:lstStyle/>
          <a:p>
            <a:pPr algn="l"/>
            <a:r>
              <a:rPr lang="en-US" sz="1400" b="1" i="0" dirty="0">
                <a:solidFill>
                  <a:schemeClr val="bg1"/>
                </a:solidFill>
                <a:effectLst/>
                <a:latin typeface="+mj-lt"/>
              </a:rPr>
              <a:t>Establish a Central Inbox with SAP Task Center</a:t>
            </a:r>
          </a:p>
        </p:txBody>
      </p:sp>
      <p:cxnSp>
        <p:nvCxnSpPr>
          <p:cNvPr id="52" name="Straight Connector 51">
            <a:extLst>
              <a:ext uri="{FF2B5EF4-FFF2-40B4-BE49-F238E27FC236}">
                <a16:creationId xmlns:a16="http://schemas.microsoft.com/office/drawing/2014/main" id="{B36BFDF8-5809-7316-5827-7472C3894BE5}"/>
              </a:ext>
            </a:extLst>
          </p:cNvPr>
          <p:cNvCxnSpPr>
            <a:cxnSpLocks/>
          </p:cNvCxnSpPr>
          <p:nvPr/>
        </p:nvCxnSpPr>
        <p:spPr>
          <a:xfrm>
            <a:off x="940867" y="1742955"/>
            <a:ext cx="0" cy="2458870"/>
          </a:xfrm>
          <a:prstGeom prst="line">
            <a:avLst/>
          </a:prstGeom>
          <a:noFill/>
          <a:ln w="12700" cap="flat" cmpd="sng" algn="ctr">
            <a:solidFill>
              <a:srgbClr val="4472C4"/>
            </a:solidFill>
            <a:prstDash val="solid"/>
            <a:miter lim="800000"/>
          </a:ln>
          <a:effectLst/>
        </p:spPr>
      </p:cxnSp>
      <p:cxnSp>
        <p:nvCxnSpPr>
          <p:cNvPr id="53" name="Straight Connector 52">
            <a:extLst>
              <a:ext uri="{FF2B5EF4-FFF2-40B4-BE49-F238E27FC236}">
                <a16:creationId xmlns:a16="http://schemas.microsoft.com/office/drawing/2014/main" id="{F39D42F5-8CE5-4B65-CA9C-4FBE765B385D}"/>
              </a:ext>
            </a:extLst>
          </p:cNvPr>
          <p:cNvCxnSpPr/>
          <p:nvPr/>
        </p:nvCxnSpPr>
        <p:spPr>
          <a:xfrm>
            <a:off x="940867" y="2585357"/>
            <a:ext cx="621911" cy="0"/>
          </a:xfrm>
          <a:prstGeom prst="line">
            <a:avLst/>
          </a:prstGeom>
          <a:noFill/>
          <a:ln w="12700" cap="flat" cmpd="sng" algn="ctr">
            <a:solidFill>
              <a:srgbClr val="4472C4"/>
            </a:solidFill>
            <a:prstDash val="solid"/>
            <a:miter lim="800000"/>
          </a:ln>
          <a:effectLst/>
        </p:spPr>
      </p:cxnSp>
      <p:cxnSp>
        <p:nvCxnSpPr>
          <p:cNvPr id="54" name="Straight Connector 53">
            <a:extLst>
              <a:ext uri="{FF2B5EF4-FFF2-40B4-BE49-F238E27FC236}">
                <a16:creationId xmlns:a16="http://schemas.microsoft.com/office/drawing/2014/main" id="{9862409B-28F1-75B1-1EAA-164F42BF5759}"/>
              </a:ext>
            </a:extLst>
          </p:cNvPr>
          <p:cNvCxnSpPr/>
          <p:nvPr/>
        </p:nvCxnSpPr>
        <p:spPr>
          <a:xfrm>
            <a:off x="940867" y="4201825"/>
            <a:ext cx="621911" cy="0"/>
          </a:xfrm>
          <a:prstGeom prst="line">
            <a:avLst/>
          </a:prstGeom>
          <a:noFill/>
          <a:ln w="12700" cap="flat" cmpd="sng" algn="ctr">
            <a:solidFill>
              <a:srgbClr val="4472C4"/>
            </a:solidFill>
            <a:prstDash val="solid"/>
            <a:miter lim="800000"/>
          </a:ln>
          <a:effectLst/>
        </p:spPr>
      </p:cxnSp>
      <p:pic>
        <p:nvPicPr>
          <p:cNvPr id="3074" name="Picture 2">
            <a:extLst>
              <a:ext uri="{FF2B5EF4-FFF2-40B4-BE49-F238E27FC236}">
                <a16:creationId xmlns:a16="http://schemas.microsoft.com/office/drawing/2014/main" id="{F9719805-CEF8-91C4-8CAA-8F8B62C421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7315" y="3732602"/>
            <a:ext cx="6636863" cy="2895494"/>
          </a:xfrm>
          <a:prstGeom prst="rect">
            <a:avLst/>
          </a:prstGeom>
          <a:noFill/>
          <a:extLst>
            <a:ext uri="{909E8E84-426E-40DD-AFC4-6F175D3DCCD1}">
              <a14:hiddenFill xmlns:a14="http://schemas.microsoft.com/office/drawing/2010/main">
                <a:solidFill>
                  <a:srgbClr val="FFFFFF"/>
                </a:solidFill>
              </a14:hiddenFill>
            </a:ext>
          </a:extLst>
        </p:spPr>
      </p:pic>
      <p:sp>
        <p:nvSpPr>
          <p:cNvPr id="59" name="TextBox 58">
            <a:extLst>
              <a:ext uri="{FF2B5EF4-FFF2-40B4-BE49-F238E27FC236}">
                <a16:creationId xmlns:a16="http://schemas.microsoft.com/office/drawing/2014/main" id="{75FE48B0-8F2B-E10C-A419-9A7B4EA2EE70}"/>
              </a:ext>
            </a:extLst>
          </p:cNvPr>
          <p:cNvSpPr txBox="1"/>
          <p:nvPr/>
        </p:nvSpPr>
        <p:spPr bwMode="gray">
          <a:xfrm>
            <a:off x="2073098" y="3583223"/>
            <a:ext cx="2696857" cy="1569660"/>
          </a:xfrm>
          <a:prstGeom prst="rect">
            <a:avLst/>
          </a:prstGeom>
          <a:noFill/>
        </p:spPr>
        <p:txBody>
          <a:bodyPr wrap="square">
            <a:spAutoFit/>
          </a:bodyPr>
          <a:lstStyle/>
          <a:p>
            <a:r>
              <a:rPr lang="en-US" sz="1200" b="0" i="0" dirty="0">
                <a:solidFill>
                  <a:schemeClr val="bg1"/>
                </a:solidFill>
                <a:effectLst/>
                <a:latin typeface="+mj-lt"/>
              </a:rPr>
              <a:t>Outcome – </a:t>
            </a:r>
          </a:p>
          <a:p>
            <a:endParaRPr lang="en-US" sz="1200" b="0" i="0" dirty="0">
              <a:solidFill>
                <a:schemeClr val="bg1"/>
              </a:solidFill>
              <a:effectLst/>
              <a:latin typeface="+mj-lt"/>
            </a:endParaRPr>
          </a:p>
          <a:p>
            <a:r>
              <a:rPr lang="en-US" sz="1200" b="0" i="0" dirty="0">
                <a:solidFill>
                  <a:schemeClr val="bg1"/>
                </a:solidFill>
                <a:effectLst/>
                <a:latin typeface="+mj-lt"/>
              </a:rPr>
              <a:t>Task Center:</a:t>
            </a:r>
          </a:p>
          <a:p>
            <a:r>
              <a:rPr lang="en-US" sz="1200" b="0" i="0" dirty="0">
                <a:solidFill>
                  <a:schemeClr val="bg1"/>
                </a:solidFill>
                <a:effectLst/>
                <a:latin typeface="+mj-lt"/>
              </a:rPr>
              <a:t>Reduce the time spent by users navigating through various systems and finding items that require their approval or attention.</a:t>
            </a:r>
          </a:p>
        </p:txBody>
      </p:sp>
      <p:sp>
        <p:nvSpPr>
          <p:cNvPr id="60" name="Oval 59">
            <a:extLst>
              <a:ext uri="{FF2B5EF4-FFF2-40B4-BE49-F238E27FC236}">
                <a16:creationId xmlns:a16="http://schemas.microsoft.com/office/drawing/2014/main" id="{BE715F3A-0AAC-CAF0-8A7E-CFA47805CB49}"/>
              </a:ext>
            </a:extLst>
          </p:cNvPr>
          <p:cNvSpPr/>
          <p:nvPr/>
        </p:nvSpPr>
        <p:spPr bwMode="gray">
          <a:xfrm>
            <a:off x="10699133" y="433211"/>
            <a:ext cx="1088511" cy="1021481"/>
          </a:xfrm>
          <a:prstGeom prst="ellipse">
            <a:avLst/>
          </a:prstGeom>
          <a:solidFill>
            <a:srgbClr val="86BC25"/>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r>
              <a:rPr kumimoji="0" lang="en-IE" sz="50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rPr>
              <a:t>1</a:t>
            </a:r>
          </a:p>
        </p:txBody>
      </p:sp>
    </p:spTree>
    <p:extLst>
      <p:ext uri="{BB962C8B-B14F-4D97-AF65-F5344CB8AC3E}">
        <p14:creationId xmlns:p14="http://schemas.microsoft.com/office/powerpoint/2010/main" val="360755949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D16E7EB-41DB-4253-8964-51F2C1952B76}"/>
              </a:ext>
            </a:extLst>
          </p:cNvPr>
          <p:cNvSpPr txBox="1"/>
          <p:nvPr/>
        </p:nvSpPr>
        <p:spPr bwMode="gray">
          <a:xfrm>
            <a:off x="0" y="0"/>
            <a:ext cx="12192000" cy="596900"/>
          </a:xfrm>
          <a:prstGeom prst="rect">
            <a:avLst/>
          </a:prstGeom>
        </p:spPr>
        <p:txBody>
          <a:bodyPr wrap="square" lIns="0" rIns="0" rtlCol="0" anchor="b" anchorCtr="0">
            <a:noAutofit/>
          </a:bodyPr>
          <a:lstStyle/>
          <a:p>
            <a:pPr algn="ctr">
              <a:lnSpc>
                <a:spcPts val="900"/>
              </a:lnSpc>
              <a:spcAft>
                <a:spcPts val="600"/>
              </a:spcAft>
            </a:pPr>
            <a:r>
              <a:rPr lang="en-US" sz="2800" b="1" dirty="0">
                <a:solidFill>
                  <a:schemeClr val="bg1"/>
                </a:solidFill>
                <a:latin typeface="Calibri" panose="020F0502020204030204" pitchFamily="34" charset="0"/>
                <a:cs typeface="Calibri" panose="020F0502020204030204" pitchFamily="34" charset="0"/>
              </a:rPr>
              <a:t>SAP Build Work Zone use cases </a:t>
            </a:r>
          </a:p>
        </p:txBody>
      </p:sp>
      <p:sp>
        <p:nvSpPr>
          <p:cNvPr id="41" name="Title 2">
            <a:extLst>
              <a:ext uri="{FF2B5EF4-FFF2-40B4-BE49-F238E27FC236}">
                <a16:creationId xmlns:a16="http://schemas.microsoft.com/office/drawing/2014/main" id="{78BC8CAF-98E2-068F-B871-0D948976D507}"/>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ysClr val="windowText" lastClr="000000"/>
                </a:solidFill>
                <a:effectLst/>
                <a:uLnTx/>
                <a:uFillTx/>
                <a:latin typeface="Calibri Light" panose="020F0302020204030204"/>
                <a:ea typeface="+mj-ea"/>
                <a:cs typeface="+mj-cs"/>
              </a:rPr>
              <a:t>Outline</a:t>
            </a:r>
            <a:endParaRPr kumimoji="0" lang="en-US" sz="4400" b="0" i="0" u="none" strike="noStrike" kern="1200" cap="none" spc="0" normalizeH="0" baseline="0" noProof="0" dirty="0">
              <a:ln>
                <a:noFill/>
              </a:ln>
              <a:solidFill>
                <a:sysClr val="windowText" lastClr="000000"/>
              </a:solidFill>
              <a:effectLst/>
              <a:uLnTx/>
              <a:uFillTx/>
              <a:latin typeface="Calibri Light" panose="020F0302020204030204"/>
              <a:ea typeface="+mj-ea"/>
              <a:cs typeface="+mj-cs"/>
            </a:endParaRPr>
          </a:p>
        </p:txBody>
      </p:sp>
      <p:sp>
        <p:nvSpPr>
          <p:cNvPr id="44" name="Rectangle 43">
            <a:extLst>
              <a:ext uri="{FF2B5EF4-FFF2-40B4-BE49-F238E27FC236}">
                <a16:creationId xmlns:a16="http://schemas.microsoft.com/office/drawing/2014/main" id="{01309523-43C6-03A7-E644-C2ABBAD462F7}"/>
              </a:ext>
            </a:extLst>
          </p:cNvPr>
          <p:cNvSpPr/>
          <p:nvPr/>
        </p:nvSpPr>
        <p:spPr>
          <a:xfrm>
            <a:off x="2073098" y="3586798"/>
            <a:ext cx="9590901" cy="3187103"/>
          </a:xfrm>
          <a:prstGeom prst="rect">
            <a:avLst/>
          </a:prstGeom>
          <a:ln w="12700">
            <a:solidFill>
              <a:srgbClr val="A5A5A5"/>
            </a:solidFill>
          </a:ln>
        </p:spPr>
        <p:txBody>
          <a:bodyPr wrap="square" lIns="162000" tIns="54000" rIns="72000" bIns="54000" anchor="ctr">
            <a:no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IE" sz="1100" b="1" i="0" u="none" strike="noStrike" kern="0" cap="none" spc="0" normalizeH="0" baseline="0" noProof="0" dirty="0">
                <a:ln>
                  <a:noFill/>
                </a:ln>
                <a:solidFill>
                  <a:prstClr val="black"/>
                </a:solidFill>
                <a:effectLst/>
                <a:uLnTx/>
                <a:uFillTx/>
                <a:latin typeface="Calibri" panose="020F0502020204030204" pitchFamily="34" charset="0"/>
                <a:ea typeface="Open Sans Semibold" panose="020B0706030804020204" pitchFamily="34" charset="0"/>
                <a:cs typeface="Calibri" panose="020F0502020204030204" pitchFamily="34" charset="0"/>
              </a:rPr>
              <a:t>Lorem ipsum </a:t>
            </a:r>
          </a:p>
          <a:p>
            <a:pPr marL="0" marR="0" lvl="0" indent="0" defTabSz="914400" eaLnBrk="1" fontAlgn="auto" latinLnBrk="0" hangingPunct="1">
              <a:lnSpc>
                <a:spcPct val="110000"/>
              </a:lnSpc>
              <a:spcBef>
                <a:spcPts val="0"/>
              </a:spcBef>
              <a:spcAft>
                <a:spcPts val="0"/>
              </a:spcAft>
              <a:buClrTx/>
              <a:buSzTx/>
              <a:buFontTx/>
              <a:buNone/>
              <a:tabLst/>
              <a:defRPr/>
            </a:pPr>
            <a:r>
              <a:rPr kumimoji="0" lang="en-IE" sz="1100" b="0" i="0" u="none" strike="noStrike" kern="0" cap="none" spc="0" normalizeH="0" baseline="0" noProof="0" dirty="0">
                <a:ln>
                  <a:noFill/>
                </a:ln>
                <a:solidFill>
                  <a:prstClr val="black"/>
                </a:solidFill>
                <a:effectLst/>
                <a:uLnTx/>
                <a:uFillTx/>
                <a:latin typeface="Calibri" panose="020F0502020204030204"/>
                <a:ea typeface="Open Sans Light" panose="020B0306030504020204" pitchFamily="34" charset="0"/>
                <a:cs typeface="Open Sans Light" panose="020B0306030504020204" pitchFamily="34" charset="0"/>
              </a:rPr>
              <a:t>This is dummy text it is not here to be read. The is just text to show where you could insert text. This is dummy text it is not here to be read. This is dummy text it is not here to be read. The is just text to show where you could insert text. This is dummy text it is not here to be read. This is dummy text it is not here to be read. The is just text to show where you could insert text. This is dummy text it is not here to be read. This is dummy text it is not here to be read. The is just text to show where you could insert text. The is just text to show where you could insert text. This is dummy text it is not here to be read. </a:t>
            </a:r>
          </a:p>
        </p:txBody>
      </p:sp>
      <p:sp>
        <p:nvSpPr>
          <p:cNvPr id="45" name="Oval 44">
            <a:extLst>
              <a:ext uri="{FF2B5EF4-FFF2-40B4-BE49-F238E27FC236}">
                <a16:creationId xmlns:a16="http://schemas.microsoft.com/office/drawing/2014/main" id="{5B2E5F38-4174-8D70-88D6-D30FB1FC79D7}"/>
              </a:ext>
            </a:extLst>
          </p:cNvPr>
          <p:cNvSpPr/>
          <p:nvPr/>
        </p:nvSpPr>
        <p:spPr bwMode="gray">
          <a:xfrm>
            <a:off x="1562778" y="3865580"/>
            <a:ext cx="548640" cy="548640"/>
          </a:xfrm>
          <a:prstGeom prst="ellipse">
            <a:avLst/>
          </a:prstGeom>
          <a:solidFill>
            <a:srgbClr val="A5A5A5"/>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endParaRPr>
          </a:p>
        </p:txBody>
      </p:sp>
      <p:sp>
        <p:nvSpPr>
          <p:cNvPr id="46" name="Rectangle 45">
            <a:extLst>
              <a:ext uri="{FF2B5EF4-FFF2-40B4-BE49-F238E27FC236}">
                <a16:creationId xmlns:a16="http://schemas.microsoft.com/office/drawing/2014/main" id="{343ADE19-E123-F44F-395A-F8ADA3D53EC7}"/>
              </a:ext>
            </a:extLst>
          </p:cNvPr>
          <p:cNvSpPr/>
          <p:nvPr/>
        </p:nvSpPr>
        <p:spPr>
          <a:xfrm>
            <a:off x="2073097" y="1937200"/>
            <a:ext cx="9590901" cy="1395936"/>
          </a:xfrm>
          <a:prstGeom prst="rect">
            <a:avLst/>
          </a:prstGeom>
          <a:ln w="12700">
            <a:solidFill>
              <a:srgbClr val="ED7D31"/>
            </a:solidFill>
          </a:ln>
        </p:spPr>
        <p:txBody>
          <a:bodyPr wrap="square" lIns="162000" tIns="54000" rIns="72000" bIns="54000" anchor="ctr">
            <a:noAutofit/>
          </a:bodyPr>
          <a:lstStyle/>
          <a:p>
            <a:pPr marL="0" marR="0" lvl="0" indent="0" defTabSz="914400" eaLnBrk="1" fontAlgn="auto" latinLnBrk="0" hangingPunct="1">
              <a:lnSpc>
                <a:spcPct val="110000"/>
              </a:lnSpc>
              <a:spcBef>
                <a:spcPts val="0"/>
              </a:spcBef>
              <a:spcAft>
                <a:spcPts val="0"/>
              </a:spcAft>
              <a:buClrTx/>
              <a:buSzTx/>
              <a:buFontTx/>
              <a:buNone/>
              <a:tabLst/>
              <a:defRPr/>
            </a:pPr>
            <a:r>
              <a:rPr kumimoji="0" lang="en-IE" sz="1100" b="1" i="0" u="none" strike="noStrike" kern="0" cap="none" spc="0" normalizeH="0" baseline="0" noProof="0" dirty="0">
                <a:ln>
                  <a:noFill/>
                </a:ln>
                <a:solidFill>
                  <a:prstClr val="black"/>
                </a:solidFill>
                <a:effectLst/>
                <a:uLnTx/>
                <a:uFillTx/>
                <a:latin typeface="Calibri" panose="020F0502020204030204" pitchFamily="34" charset="0"/>
                <a:ea typeface="Open Sans Semibold" panose="020B0706030804020204" pitchFamily="34" charset="0"/>
                <a:cs typeface="Calibri" panose="020F0502020204030204" pitchFamily="34" charset="0"/>
              </a:rPr>
              <a:t>Lorem ipsum </a:t>
            </a:r>
          </a:p>
          <a:p>
            <a:r>
              <a:rPr lang="en-US" sz="1200" b="0" i="0" dirty="0">
                <a:solidFill>
                  <a:schemeClr val="bg1"/>
                </a:solidFill>
                <a:effectLst/>
                <a:latin typeface="+mj-lt"/>
              </a:rPr>
              <a:t>Challenge</a:t>
            </a:r>
            <a:r>
              <a:rPr lang="en-US" sz="1200" dirty="0">
                <a:solidFill>
                  <a:schemeClr val="bg1"/>
                </a:solidFill>
                <a:latin typeface="+mj-lt"/>
              </a:rPr>
              <a:t> - </a:t>
            </a:r>
            <a:endParaRPr lang="en-US" sz="1200" b="0" i="0" dirty="0">
              <a:solidFill>
                <a:schemeClr val="bg1"/>
              </a:solidFill>
              <a:effectLst/>
              <a:latin typeface="+mj-lt"/>
            </a:endParaRPr>
          </a:p>
          <a:p>
            <a:endParaRPr lang="en-US" sz="1200" b="0" i="0" dirty="0">
              <a:solidFill>
                <a:schemeClr val="bg1"/>
              </a:solidFill>
              <a:effectLst/>
              <a:latin typeface="+mj-lt"/>
            </a:endParaRPr>
          </a:p>
          <a:p>
            <a:pPr fontAlgn="t"/>
            <a:r>
              <a:rPr lang="en-US" sz="1200" b="0" i="0" dirty="0">
                <a:solidFill>
                  <a:schemeClr val="bg1"/>
                </a:solidFill>
                <a:effectLst/>
                <a:latin typeface="+mj-lt"/>
              </a:rPr>
              <a:t>Business users have to navigate between multiple systems to find the necessary information. They need to mentally merge and combine the different information artifacts to make decisions. This is a time consuming and error-prone exercise</a:t>
            </a:r>
            <a:endParaRPr kumimoji="0" lang="en-IE" sz="1100" b="0" i="0" u="none" strike="noStrike" kern="0" cap="none" spc="0" normalizeH="0" baseline="0" noProof="0" dirty="0">
              <a:ln>
                <a:noFill/>
              </a:ln>
              <a:solidFill>
                <a:prstClr val="black"/>
              </a:solidFill>
              <a:effectLst/>
              <a:uLnTx/>
              <a:uFillTx/>
              <a:latin typeface="Calibri" panose="020F0502020204030204"/>
              <a:ea typeface="Open Sans Light" panose="020B0306030504020204" pitchFamily="34" charset="0"/>
              <a:cs typeface="Open Sans Light" panose="020B0306030504020204" pitchFamily="34" charset="0"/>
            </a:endParaRPr>
          </a:p>
        </p:txBody>
      </p:sp>
      <p:sp>
        <p:nvSpPr>
          <p:cNvPr id="47" name="Oval 46">
            <a:extLst>
              <a:ext uri="{FF2B5EF4-FFF2-40B4-BE49-F238E27FC236}">
                <a16:creationId xmlns:a16="http://schemas.microsoft.com/office/drawing/2014/main" id="{2A353B3B-3071-F120-BDB8-1576B41AD3D1}"/>
              </a:ext>
            </a:extLst>
          </p:cNvPr>
          <p:cNvSpPr/>
          <p:nvPr/>
        </p:nvSpPr>
        <p:spPr bwMode="gray">
          <a:xfrm>
            <a:off x="1562778" y="2240177"/>
            <a:ext cx="548640" cy="548640"/>
          </a:xfrm>
          <a:prstGeom prst="ellipse">
            <a:avLst/>
          </a:prstGeom>
          <a:solidFill>
            <a:srgbClr val="ED7D31"/>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endParaRPr kumimoji="0" lang="en-IE" sz="11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endParaRPr>
          </a:p>
        </p:txBody>
      </p:sp>
      <p:grpSp>
        <p:nvGrpSpPr>
          <p:cNvPr id="48" name="Group 360">
            <a:extLst>
              <a:ext uri="{FF2B5EF4-FFF2-40B4-BE49-F238E27FC236}">
                <a16:creationId xmlns:a16="http://schemas.microsoft.com/office/drawing/2014/main" id="{5066310C-F436-2EE5-E6D5-8BADD96EB0BB}"/>
              </a:ext>
            </a:extLst>
          </p:cNvPr>
          <p:cNvGrpSpPr>
            <a:grpSpLocks/>
          </p:cNvGrpSpPr>
          <p:nvPr/>
        </p:nvGrpSpPr>
        <p:grpSpPr bwMode="auto">
          <a:xfrm>
            <a:off x="642900" y="1105758"/>
            <a:ext cx="640080" cy="640080"/>
            <a:chOff x="1935" y="1199"/>
            <a:chExt cx="341" cy="340"/>
          </a:xfrm>
          <a:solidFill>
            <a:srgbClr val="4472C4"/>
          </a:solidFill>
        </p:grpSpPr>
        <p:sp>
          <p:nvSpPr>
            <p:cNvPr id="49" name="Freeform 361">
              <a:extLst>
                <a:ext uri="{FF2B5EF4-FFF2-40B4-BE49-F238E27FC236}">
                  <a16:creationId xmlns:a16="http://schemas.microsoft.com/office/drawing/2014/main" id="{27807138-DA80-491F-75B1-D7B6E781D22B}"/>
                </a:ext>
              </a:extLst>
            </p:cNvPr>
            <p:cNvSpPr>
              <a:spLocks noEditPoints="1"/>
            </p:cNvSpPr>
            <p:nvPr/>
          </p:nvSpPr>
          <p:spPr bwMode="auto">
            <a:xfrm>
              <a:off x="1998" y="1263"/>
              <a:ext cx="214" cy="206"/>
            </a:xfrm>
            <a:custGeom>
              <a:avLst/>
              <a:gdLst>
                <a:gd name="T0" fmla="*/ 257 w 321"/>
                <a:gd name="T1" fmla="*/ 309 h 310"/>
                <a:gd name="T2" fmla="*/ 251 w 321"/>
                <a:gd name="T3" fmla="*/ 308 h 310"/>
                <a:gd name="T4" fmla="*/ 161 w 321"/>
                <a:gd name="T5" fmla="*/ 257 h 310"/>
                <a:gd name="T6" fmla="*/ 70 w 321"/>
                <a:gd name="T7" fmla="*/ 308 h 310"/>
                <a:gd name="T8" fmla="*/ 58 w 321"/>
                <a:gd name="T9" fmla="*/ 307 h 310"/>
                <a:gd name="T10" fmla="*/ 54 w 321"/>
                <a:gd name="T11" fmla="*/ 296 h 310"/>
                <a:gd name="T12" fmla="*/ 74 w 321"/>
                <a:gd name="T13" fmla="*/ 195 h 310"/>
                <a:gd name="T14" fmla="*/ 4 w 321"/>
                <a:gd name="T15" fmla="*/ 125 h 310"/>
                <a:gd name="T16" fmla="*/ 1 w 321"/>
                <a:gd name="T17" fmla="*/ 113 h 310"/>
                <a:gd name="T18" fmla="*/ 10 w 321"/>
                <a:gd name="T19" fmla="*/ 106 h 310"/>
                <a:gd name="T20" fmla="*/ 111 w 321"/>
                <a:gd name="T21" fmla="*/ 96 h 310"/>
                <a:gd name="T22" fmla="*/ 151 w 321"/>
                <a:gd name="T23" fmla="*/ 6 h 310"/>
                <a:gd name="T24" fmla="*/ 161 w 321"/>
                <a:gd name="T25" fmla="*/ 0 h 310"/>
                <a:gd name="T26" fmla="*/ 170 w 321"/>
                <a:gd name="T27" fmla="*/ 6 h 310"/>
                <a:gd name="T28" fmla="*/ 211 w 321"/>
                <a:gd name="T29" fmla="*/ 96 h 310"/>
                <a:gd name="T30" fmla="*/ 311 w 321"/>
                <a:gd name="T31" fmla="*/ 106 h 310"/>
                <a:gd name="T32" fmla="*/ 320 w 321"/>
                <a:gd name="T33" fmla="*/ 113 h 310"/>
                <a:gd name="T34" fmla="*/ 318 w 321"/>
                <a:gd name="T35" fmla="*/ 125 h 310"/>
                <a:gd name="T36" fmla="*/ 247 w 321"/>
                <a:gd name="T37" fmla="*/ 195 h 310"/>
                <a:gd name="T38" fmla="*/ 267 w 321"/>
                <a:gd name="T39" fmla="*/ 296 h 310"/>
                <a:gd name="T40" fmla="*/ 263 w 321"/>
                <a:gd name="T41" fmla="*/ 307 h 310"/>
                <a:gd name="T42" fmla="*/ 257 w 321"/>
                <a:gd name="T43" fmla="*/ 309 h 310"/>
                <a:gd name="T44" fmla="*/ 161 w 321"/>
                <a:gd name="T45" fmla="*/ 234 h 310"/>
                <a:gd name="T46" fmla="*/ 166 w 321"/>
                <a:gd name="T47" fmla="*/ 236 h 310"/>
                <a:gd name="T48" fmla="*/ 242 w 321"/>
                <a:gd name="T49" fmla="*/ 278 h 310"/>
                <a:gd name="T50" fmla="*/ 225 w 321"/>
                <a:gd name="T51" fmla="*/ 194 h 310"/>
                <a:gd name="T52" fmla="*/ 228 w 321"/>
                <a:gd name="T53" fmla="*/ 184 h 310"/>
                <a:gd name="T54" fmla="*/ 287 w 321"/>
                <a:gd name="T55" fmla="*/ 125 h 310"/>
                <a:gd name="T56" fmla="*/ 202 w 321"/>
                <a:gd name="T57" fmla="*/ 117 h 310"/>
                <a:gd name="T58" fmla="*/ 194 w 321"/>
                <a:gd name="T59" fmla="*/ 111 h 310"/>
                <a:gd name="T60" fmla="*/ 161 w 321"/>
                <a:gd name="T61" fmla="*/ 37 h 310"/>
                <a:gd name="T62" fmla="*/ 128 w 321"/>
                <a:gd name="T63" fmla="*/ 111 h 310"/>
                <a:gd name="T64" fmla="*/ 119 w 321"/>
                <a:gd name="T65" fmla="*/ 117 h 310"/>
                <a:gd name="T66" fmla="*/ 35 w 321"/>
                <a:gd name="T67" fmla="*/ 125 h 310"/>
                <a:gd name="T68" fmla="*/ 94 w 321"/>
                <a:gd name="T69" fmla="*/ 184 h 310"/>
                <a:gd name="T70" fmla="*/ 96 w 321"/>
                <a:gd name="T71" fmla="*/ 194 h 310"/>
                <a:gd name="T72" fmla="*/ 80 w 321"/>
                <a:gd name="T73" fmla="*/ 278 h 310"/>
                <a:gd name="T74" fmla="*/ 155 w 321"/>
                <a:gd name="T75" fmla="*/ 236 h 310"/>
                <a:gd name="T76" fmla="*/ 161 w 321"/>
                <a:gd name="T77" fmla="*/ 234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21" h="310">
                  <a:moveTo>
                    <a:pt x="257" y="309"/>
                  </a:moveTo>
                  <a:cubicBezTo>
                    <a:pt x="255" y="309"/>
                    <a:pt x="253" y="309"/>
                    <a:pt x="251" y="308"/>
                  </a:cubicBezTo>
                  <a:cubicBezTo>
                    <a:pt x="161" y="257"/>
                    <a:pt x="161" y="257"/>
                    <a:pt x="161" y="257"/>
                  </a:cubicBezTo>
                  <a:cubicBezTo>
                    <a:pt x="70" y="308"/>
                    <a:pt x="70" y="308"/>
                    <a:pt x="70" y="308"/>
                  </a:cubicBezTo>
                  <a:cubicBezTo>
                    <a:pt x="66" y="310"/>
                    <a:pt x="62" y="309"/>
                    <a:pt x="58" y="307"/>
                  </a:cubicBezTo>
                  <a:cubicBezTo>
                    <a:pt x="55" y="305"/>
                    <a:pt x="53" y="300"/>
                    <a:pt x="54" y="296"/>
                  </a:cubicBezTo>
                  <a:cubicBezTo>
                    <a:pt x="74" y="195"/>
                    <a:pt x="74" y="195"/>
                    <a:pt x="74" y="195"/>
                  </a:cubicBezTo>
                  <a:cubicBezTo>
                    <a:pt x="4" y="125"/>
                    <a:pt x="4" y="125"/>
                    <a:pt x="4" y="125"/>
                  </a:cubicBezTo>
                  <a:cubicBezTo>
                    <a:pt x="1" y="122"/>
                    <a:pt x="0" y="117"/>
                    <a:pt x="1" y="113"/>
                  </a:cubicBezTo>
                  <a:cubicBezTo>
                    <a:pt x="3" y="110"/>
                    <a:pt x="6" y="107"/>
                    <a:pt x="10" y="106"/>
                  </a:cubicBezTo>
                  <a:cubicBezTo>
                    <a:pt x="111" y="96"/>
                    <a:pt x="111" y="96"/>
                    <a:pt x="111" y="96"/>
                  </a:cubicBezTo>
                  <a:cubicBezTo>
                    <a:pt x="151" y="6"/>
                    <a:pt x="151" y="6"/>
                    <a:pt x="151" y="6"/>
                  </a:cubicBezTo>
                  <a:cubicBezTo>
                    <a:pt x="153" y="2"/>
                    <a:pt x="156" y="0"/>
                    <a:pt x="161" y="0"/>
                  </a:cubicBezTo>
                  <a:cubicBezTo>
                    <a:pt x="165" y="0"/>
                    <a:pt x="169" y="2"/>
                    <a:pt x="170" y="6"/>
                  </a:cubicBezTo>
                  <a:cubicBezTo>
                    <a:pt x="211" y="96"/>
                    <a:pt x="211" y="96"/>
                    <a:pt x="211" y="96"/>
                  </a:cubicBezTo>
                  <a:cubicBezTo>
                    <a:pt x="311" y="106"/>
                    <a:pt x="311" y="106"/>
                    <a:pt x="311" y="106"/>
                  </a:cubicBezTo>
                  <a:cubicBezTo>
                    <a:pt x="315" y="107"/>
                    <a:pt x="319" y="110"/>
                    <a:pt x="320" y="113"/>
                  </a:cubicBezTo>
                  <a:cubicBezTo>
                    <a:pt x="321" y="117"/>
                    <a:pt x="320" y="122"/>
                    <a:pt x="318" y="125"/>
                  </a:cubicBezTo>
                  <a:cubicBezTo>
                    <a:pt x="247" y="195"/>
                    <a:pt x="247" y="195"/>
                    <a:pt x="247" y="195"/>
                  </a:cubicBezTo>
                  <a:cubicBezTo>
                    <a:pt x="267" y="296"/>
                    <a:pt x="267" y="296"/>
                    <a:pt x="267" y="296"/>
                  </a:cubicBezTo>
                  <a:cubicBezTo>
                    <a:pt x="268" y="300"/>
                    <a:pt x="266" y="305"/>
                    <a:pt x="263" y="307"/>
                  </a:cubicBezTo>
                  <a:cubicBezTo>
                    <a:pt x="261" y="308"/>
                    <a:pt x="259" y="309"/>
                    <a:pt x="257" y="309"/>
                  </a:cubicBezTo>
                  <a:close/>
                  <a:moveTo>
                    <a:pt x="161" y="234"/>
                  </a:moveTo>
                  <a:cubicBezTo>
                    <a:pt x="162" y="234"/>
                    <a:pt x="164" y="235"/>
                    <a:pt x="166" y="236"/>
                  </a:cubicBezTo>
                  <a:cubicBezTo>
                    <a:pt x="242" y="278"/>
                    <a:pt x="242" y="278"/>
                    <a:pt x="242" y="278"/>
                  </a:cubicBezTo>
                  <a:cubicBezTo>
                    <a:pt x="225" y="194"/>
                    <a:pt x="225" y="194"/>
                    <a:pt x="225" y="194"/>
                  </a:cubicBezTo>
                  <a:cubicBezTo>
                    <a:pt x="224" y="190"/>
                    <a:pt x="225" y="187"/>
                    <a:pt x="228" y="184"/>
                  </a:cubicBezTo>
                  <a:cubicBezTo>
                    <a:pt x="287" y="125"/>
                    <a:pt x="287" y="125"/>
                    <a:pt x="287" y="125"/>
                  </a:cubicBezTo>
                  <a:cubicBezTo>
                    <a:pt x="202" y="117"/>
                    <a:pt x="202" y="117"/>
                    <a:pt x="202" y="117"/>
                  </a:cubicBezTo>
                  <a:cubicBezTo>
                    <a:pt x="198" y="117"/>
                    <a:pt x="195" y="114"/>
                    <a:pt x="194" y="111"/>
                  </a:cubicBezTo>
                  <a:cubicBezTo>
                    <a:pt x="161" y="37"/>
                    <a:pt x="161" y="37"/>
                    <a:pt x="161" y="37"/>
                  </a:cubicBezTo>
                  <a:cubicBezTo>
                    <a:pt x="128" y="111"/>
                    <a:pt x="128" y="111"/>
                    <a:pt x="128" y="111"/>
                  </a:cubicBezTo>
                  <a:cubicBezTo>
                    <a:pt x="126" y="114"/>
                    <a:pt x="123" y="117"/>
                    <a:pt x="119" y="117"/>
                  </a:cubicBezTo>
                  <a:cubicBezTo>
                    <a:pt x="35" y="125"/>
                    <a:pt x="35" y="125"/>
                    <a:pt x="35" y="125"/>
                  </a:cubicBezTo>
                  <a:cubicBezTo>
                    <a:pt x="94" y="184"/>
                    <a:pt x="94" y="184"/>
                    <a:pt x="94" y="184"/>
                  </a:cubicBezTo>
                  <a:cubicBezTo>
                    <a:pt x="96" y="187"/>
                    <a:pt x="97" y="190"/>
                    <a:pt x="96" y="194"/>
                  </a:cubicBezTo>
                  <a:cubicBezTo>
                    <a:pt x="80" y="278"/>
                    <a:pt x="80" y="278"/>
                    <a:pt x="80" y="278"/>
                  </a:cubicBezTo>
                  <a:cubicBezTo>
                    <a:pt x="155" y="236"/>
                    <a:pt x="155" y="236"/>
                    <a:pt x="155" y="236"/>
                  </a:cubicBezTo>
                  <a:cubicBezTo>
                    <a:pt x="157" y="235"/>
                    <a:pt x="159" y="234"/>
                    <a:pt x="161" y="23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prstClr val="black"/>
                </a:solidFill>
                <a:effectLst/>
                <a:uLnTx/>
                <a:uFillTx/>
                <a:latin typeface="Calibri Light"/>
              </a:endParaRPr>
            </a:p>
          </p:txBody>
        </p:sp>
        <p:sp>
          <p:nvSpPr>
            <p:cNvPr id="50" name="Freeform 362">
              <a:extLst>
                <a:ext uri="{FF2B5EF4-FFF2-40B4-BE49-F238E27FC236}">
                  <a16:creationId xmlns:a16="http://schemas.microsoft.com/office/drawing/2014/main" id="{26B77983-E674-B295-C140-0153B69D34FA}"/>
                </a:ext>
              </a:extLst>
            </p:cNvPr>
            <p:cNvSpPr>
              <a:spLocks noEditPoints="1"/>
            </p:cNvSpPr>
            <p:nvPr/>
          </p:nvSpPr>
          <p:spPr bwMode="auto">
            <a:xfrm>
              <a:off x="1935" y="1199"/>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dirty="0">
                <a:ln>
                  <a:noFill/>
                </a:ln>
                <a:solidFill>
                  <a:prstClr val="black"/>
                </a:solidFill>
                <a:effectLst/>
                <a:uLnTx/>
                <a:uFillTx/>
                <a:latin typeface="Calibri Light"/>
              </a:endParaRPr>
            </a:p>
          </p:txBody>
        </p:sp>
      </p:grpSp>
      <p:sp>
        <p:nvSpPr>
          <p:cNvPr id="51" name="Rectangle 50">
            <a:extLst>
              <a:ext uri="{FF2B5EF4-FFF2-40B4-BE49-F238E27FC236}">
                <a16:creationId xmlns:a16="http://schemas.microsoft.com/office/drawing/2014/main" id="{F2724B4A-B8AE-3B25-B2E4-6945F12043DF}"/>
              </a:ext>
            </a:extLst>
          </p:cNvPr>
          <p:cNvSpPr/>
          <p:nvPr/>
        </p:nvSpPr>
        <p:spPr>
          <a:xfrm>
            <a:off x="1562778" y="1383772"/>
            <a:ext cx="5748535" cy="215444"/>
          </a:xfrm>
          <a:prstGeom prst="rect">
            <a:avLst/>
          </a:prstGeom>
        </p:spPr>
        <p:txBody>
          <a:bodyPr wrap="square" lIns="0" tIns="0" rIns="0" bIns="0">
            <a:spAutoFit/>
          </a:bodyPr>
          <a:lstStyle/>
          <a:p>
            <a:pPr algn="l"/>
            <a:r>
              <a:rPr lang="en-US" sz="1400" b="1" i="0" dirty="0">
                <a:solidFill>
                  <a:schemeClr val="bg1"/>
                </a:solidFill>
                <a:effectLst/>
                <a:latin typeface="+mj-lt"/>
              </a:rPr>
              <a:t>Define Your Dashboard for Procurement</a:t>
            </a:r>
          </a:p>
        </p:txBody>
      </p:sp>
      <p:cxnSp>
        <p:nvCxnSpPr>
          <p:cNvPr id="52" name="Straight Connector 51">
            <a:extLst>
              <a:ext uri="{FF2B5EF4-FFF2-40B4-BE49-F238E27FC236}">
                <a16:creationId xmlns:a16="http://schemas.microsoft.com/office/drawing/2014/main" id="{B36BFDF8-5809-7316-5827-7472C3894BE5}"/>
              </a:ext>
            </a:extLst>
          </p:cNvPr>
          <p:cNvCxnSpPr>
            <a:cxnSpLocks/>
          </p:cNvCxnSpPr>
          <p:nvPr/>
        </p:nvCxnSpPr>
        <p:spPr>
          <a:xfrm>
            <a:off x="940867" y="1742955"/>
            <a:ext cx="0" cy="2458870"/>
          </a:xfrm>
          <a:prstGeom prst="line">
            <a:avLst/>
          </a:prstGeom>
          <a:noFill/>
          <a:ln w="12700" cap="flat" cmpd="sng" algn="ctr">
            <a:solidFill>
              <a:srgbClr val="4472C4"/>
            </a:solidFill>
            <a:prstDash val="solid"/>
            <a:miter lim="800000"/>
          </a:ln>
          <a:effectLst/>
        </p:spPr>
      </p:cxnSp>
      <p:cxnSp>
        <p:nvCxnSpPr>
          <p:cNvPr id="53" name="Straight Connector 52">
            <a:extLst>
              <a:ext uri="{FF2B5EF4-FFF2-40B4-BE49-F238E27FC236}">
                <a16:creationId xmlns:a16="http://schemas.microsoft.com/office/drawing/2014/main" id="{F39D42F5-8CE5-4B65-CA9C-4FBE765B385D}"/>
              </a:ext>
            </a:extLst>
          </p:cNvPr>
          <p:cNvCxnSpPr/>
          <p:nvPr/>
        </p:nvCxnSpPr>
        <p:spPr>
          <a:xfrm>
            <a:off x="940867" y="2585357"/>
            <a:ext cx="621911" cy="0"/>
          </a:xfrm>
          <a:prstGeom prst="line">
            <a:avLst/>
          </a:prstGeom>
          <a:noFill/>
          <a:ln w="12700" cap="flat" cmpd="sng" algn="ctr">
            <a:solidFill>
              <a:srgbClr val="4472C4"/>
            </a:solidFill>
            <a:prstDash val="solid"/>
            <a:miter lim="800000"/>
          </a:ln>
          <a:effectLst/>
        </p:spPr>
      </p:cxnSp>
      <p:cxnSp>
        <p:nvCxnSpPr>
          <p:cNvPr id="54" name="Straight Connector 53">
            <a:extLst>
              <a:ext uri="{FF2B5EF4-FFF2-40B4-BE49-F238E27FC236}">
                <a16:creationId xmlns:a16="http://schemas.microsoft.com/office/drawing/2014/main" id="{9862409B-28F1-75B1-1EAA-164F42BF5759}"/>
              </a:ext>
            </a:extLst>
          </p:cNvPr>
          <p:cNvCxnSpPr/>
          <p:nvPr/>
        </p:nvCxnSpPr>
        <p:spPr>
          <a:xfrm>
            <a:off x="940867" y="4201825"/>
            <a:ext cx="621911" cy="0"/>
          </a:xfrm>
          <a:prstGeom prst="line">
            <a:avLst/>
          </a:prstGeom>
          <a:noFill/>
          <a:ln w="12700" cap="flat" cmpd="sng" algn="ctr">
            <a:solidFill>
              <a:srgbClr val="4472C4"/>
            </a:solidFill>
            <a:prstDash val="solid"/>
            <a:miter lim="800000"/>
          </a:ln>
          <a:effectLst/>
        </p:spPr>
      </p:cxnSp>
      <p:sp>
        <p:nvSpPr>
          <p:cNvPr id="59" name="TextBox 58">
            <a:extLst>
              <a:ext uri="{FF2B5EF4-FFF2-40B4-BE49-F238E27FC236}">
                <a16:creationId xmlns:a16="http://schemas.microsoft.com/office/drawing/2014/main" id="{75FE48B0-8F2B-E10C-A419-9A7B4EA2EE70}"/>
              </a:ext>
            </a:extLst>
          </p:cNvPr>
          <p:cNvSpPr txBox="1"/>
          <p:nvPr/>
        </p:nvSpPr>
        <p:spPr bwMode="gray">
          <a:xfrm>
            <a:off x="2073098" y="3583223"/>
            <a:ext cx="2696857" cy="1754326"/>
          </a:xfrm>
          <a:prstGeom prst="rect">
            <a:avLst/>
          </a:prstGeom>
          <a:noFill/>
        </p:spPr>
        <p:txBody>
          <a:bodyPr wrap="square">
            <a:spAutoFit/>
          </a:bodyPr>
          <a:lstStyle/>
          <a:p>
            <a:pPr algn="just"/>
            <a:r>
              <a:rPr lang="en-US" sz="1200" b="0" i="0" dirty="0">
                <a:solidFill>
                  <a:schemeClr val="bg1"/>
                </a:solidFill>
                <a:effectLst/>
                <a:latin typeface="+mj-lt"/>
              </a:rPr>
              <a:t>Outcome – </a:t>
            </a:r>
          </a:p>
          <a:p>
            <a:pPr algn="just"/>
            <a:endParaRPr lang="en-US" sz="1200" b="0" i="0" dirty="0">
              <a:solidFill>
                <a:schemeClr val="bg1"/>
              </a:solidFill>
              <a:effectLst/>
              <a:latin typeface="+mj-lt"/>
            </a:endParaRPr>
          </a:p>
          <a:p>
            <a:r>
              <a:rPr lang="en-US" sz="1200" dirty="0">
                <a:solidFill>
                  <a:schemeClr val="bg1"/>
                </a:solidFill>
                <a:latin typeface="+mj-lt"/>
              </a:rPr>
              <a:t>B</a:t>
            </a:r>
            <a:r>
              <a:rPr lang="en-US" sz="1200" b="0" i="0" dirty="0">
                <a:solidFill>
                  <a:schemeClr val="bg1"/>
                </a:solidFill>
                <a:effectLst/>
                <a:latin typeface="+mj-lt"/>
              </a:rPr>
              <a:t>uild digital workplace solutions to increase user productivity and engagement. It centralizes access to business applications, data, information, and communication in a unified entry point.</a:t>
            </a:r>
          </a:p>
        </p:txBody>
      </p:sp>
      <p:pic>
        <p:nvPicPr>
          <p:cNvPr id="3" name="Picture 2">
            <a:extLst>
              <a:ext uri="{FF2B5EF4-FFF2-40B4-BE49-F238E27FC236}">
                <a16:creationId xmlns:a16="http://schemas.microsoft.com/office/drawing/2014/main" id="{94845F9B-21E5-05DA-A950-048890D6A6FB}"/>
              </a:ext>
            </a:extLst>
          </p:cNvPr>
          <p:cNvPicPr>
            <a:picLocks noChangeAspect="1"/>
          </p:cNvPicPr>
          <p:nvPr/>
        </p:nvPicPr>
        <p:blipFill>
          <a:blip r:embed="rId3"/>
          <a:stretch>
            <a:fillRect/>
          </a:stretch>
        </p:blipFill>
        <p:spPr>
          <a:xfrm>
            <a:off x="5116399" y="3653235"/>
            <a:ext cx="6454218" cy="3054228"/>
          </a:xfrm>
          <a:prstGeom prst="rect">
            <a:avLst/>
          </a:prstGeom>
        </p:spPr>
      </p:pic>
      <p:sp>
        <p:nvSpPr>
          <p:cNvPr id="4" name="Oval 3">
            <a:extLst>
              <a:ext uri="{FF2B5EF4-FFF2-40B4-BE49-F238E27FC236}">
                <a16:creationId xmlns:a16="http://schemas.microsoft.com/office/drawing/2014/main" id="{08E204E2-28A6-23DE-C2E3-2A600E0EA1EB}"/>
              </a:ext>
            </a:extLst>
          </p:cNvPr>
          <p:cNvSpPr/>
          <p:nvPr/>
        </p:nvSpPr>
        <p:spPr bwMode="gray">
          <a:xfrm>
            <a:off x="10699133" y="433211"/>
            <a:ext cx="1088511" cy="1021481"/>
          </a:xfrm>
          <a:prstGeom prst="ellipse">
            <a:avLst/>
          </a:prstGeom>
          <a:solidFill>
            <a:srgbClr val="86BC25"/>
          </a:solidFill>
          <a:ln w="19050" algn="ctr">
            <a:noFill/>
            <a:miter lim="800000"/>
            <a:headEnd/>
            <a:tailEnd/>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 typeface="Wingdings 2" pitchFamily="18" charset="2"/>
              <a:buNone/>
              <a:tabLst/>
              <a:defRPr/>
            </a:pPr>
            <a:r>
              <a:rPr lang="en-IE" sz="5000" b="1" kern="0" dirty="0">
                <a:solidFill>
                  <a:prstClr val="white"/>
                </a:solidFill>
                <a:latin typeface="Calibri"/>
                <a:ea typeface="Open Sans Semibold" panose="020B0706030804020204" pitchFamily="34" charset="0"/>
                <a:cs typeface="Open Sans Semibold" panose="020B0706030804020204" pitchFamily="34" charset="0"/>
              </a:rPr>
              <a:t>2</a:t>
            </a:r>
            <a:endParaRPr kumimoji="0" lang="en-IE" sz="5000" b="1" i="0" u="none" strike="noStrike" kern="0" cap="none" spc="0" normalizeH="0" baseline="0" noProof="0" dirty="0">
              <a:ln>
                <a:noFill/>
              </a:ln>
              <a:solidFill>
                <a:prstClr val="white"/>
              </a:solidFill>
              <a:effectLst/>
              <a:uLnTx/>
              <a:uFillTx/>
              <a:latin typeface="Calibri"/>
              <a:ea typeface="Open Sans Semibold" panose="020B0706030804020204" pitchFamily="34" charset="0"/>
              <a:cs typeface="Open Sans Semibold" panose="020B0706030804020204" pitchFamily="34" charset="0"/>
            </a:endParaRPr>
          </a:p>
        </p:txBody>
      </p:sp>
    </p:spTree>
    <p:extLst>
      <p:ext uri="{BB962C8B-B14F-4D97-AF65-F5344CB8AC3E}">
        <p14:creationId xmlns:p14="http://schemas.microsoft.com/office/powerpoint/2010/main" val="103053179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0552E9-F2F0-4944-9EDE-45F57AC7300D}"/>
              </a:ext>
            </a:extLst>
          </p:cNvPr>
          <p:cNvSpPr txBox="1"/>
          <p:nvPr/>
        </p:nvSpPr>
        <p:spPr bwMode="gray">
          <a:xfrm>
            <a:off x="-143220" y="2905780"/>
            <a:ext cx="12192000" cy="523220"/>
          </a:xfrm>
          <a:prstGeom prst="rect">
            <a:avLst/>
          </a:prstGeom>
          <a:noFill/>
        </p:spPr>
        <p:txBody>
          <a:bodyPr wrap="square">
            <a:spAutoFit/>
          </a:bodyPr>
          <a:lstStyle/>
          <a:p>
            <a:pPr marR="0" lvl="0" algn="ctr" defTabSz="1219170" rtl="0" eaLnBrk="1" fontAlgn="auto" latinLnBrk="0" hangingPunct="1">
              <a:lnSpc>
                <a:spcPct val="100000"/>
              </a:lnSpc>
              <a:spcBef>
                <a:spcPts val="0"/>
              </a:spcBef>
              <a:spcAft>
                <a:spcPts val="0"/>
              </a:spcAft>
              <a:buClrTx/>
              <a:buSzTx/>
              <a:tabLst/>
              <a:defRPr/>
            </a:pPr>
            <a:r>
              <a:rPr lang="en-US" sz="2800" b="1" kern="1200" dirty="0">
                <a:solidFill>
                  <a:schemeClr val="bg1"/>
                </a:solidFill>
                <a:latin typeface="Calibri" panose="020F0502020204030204" pitchFamily="34" charset="0"/>
                <a:ea typeface="+mn-ea"/>
                <a:cs typeface="Calibri" panose="020F0502020204030204" pitchFamily="34" charset="0"/>
              </a:rPr>
              <a:t>Thank You!!</a:t>
            </a:r>
          </a:p>
        </p:txBody>
      </p:sp>
    </p:spTree>
    <p:extLst>
      <p:ext uri="{BB962C8B-B14F-4D97-AF65-F5344CB8AC3E}">
        <p14:creationId xmlns:p14="http://schemas.microsoft.com/office/powerpoint/2010/main" val="1528416779"/>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8KEztrqPu0.ccF8qdOw.L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GK8.aFC3p0ils54GIHuZgw"/>
</p:tagLst>
</file>

<file path=ppt/theme/theme1.xml><?xml version="1.0" encoding="utf-8"?>
<a:theme xmlns:a="http://schemas.openxmlformats.org/drawingml/2006/main" name="Deloitte_US_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bodyPr lIns="0" rIns="0" anchor="b" anchorCtr="0">
        <a:normAutofit fontScale="92500"/>
      </a:bodyPr>
      <a:lstStyle>
        <a:defPPr>
          <a:lnSpc>
            <a:spcPts val="900"/>
          </a:lnSpc>
          <a:defRPr sz="1300" b="1" dirty="0">
            <a:solidFill>
              <a:schemeClr val="tx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B250B804-2FDB-4928-98F0-F76F4A35E307}" vid="{34B986A3-8F99-4F88-AF27-8B60A5DA0FD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BD685BAC3E09C4AA021D8E42E0DC2FC" ma:contentTypeVersion="14" ma:contentTypeDescription="Create a new document." ma:contentTypeScope="" ma:versionID="b9b83c56ce1ae3eaf881c9d673fc721e">
  <xsd:schema xmlns:xsd="http://www.w3.org/2001/XMLSchema" xmlns:xs="http://www.w3.org/2001/XMLSchema" xmlns:p="http://schemas.microsoft.com/office/2006/metadata/properties" xmlns:ns2="ed1847f7-4432-48e0-964f-25724acf5ead" xmlns:ns3="f384d200-71ad-4bc9-9d00-4e792d9d34a8" targetNamespace="http://schemas.microsoft.com/office/2006/metadata/properties" ma:root="true" ma:fieldsID="ab4e358f85e29d65b0c06168b676b381" ns2:_="" ns3:_="">
    <xsd:import namespace="ed1847f7-4432-48e0-964f-25724acf5ead"/>
    <xsd:import namespace="f384d200-71ad-4bc9-9d00-4e792d9d34a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1847f7-4432-48e0-964f-25724acf5e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84d200-71ad-4bc9-9d00-4e792d9d34a8"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f384d200-71ad-4bc9-9d00-4e792d9d34a8">
      <UserInfo>
        <DisplayName>Pandey, Divya</DisplayName>
        <AccountId>73</AccountId>
        <AccountType/>
      </UserInfo>
      <UserInfo>
        <DisplayName>Verma, Sandeep</DisplayName>
        <AccountId>74</AccountId>
        <AccountType/>
      </UserInfo>
    </SharedWithUsers>
    <MediaLengthInSeconds xmlns="ed1847f7-4432-48e0-964f-25724acf5ead" xsi:nil="true"/>
  </documentManagement>
</p:properties>
</file>

<file path=customXml/itemProps1.xml><?xml version="1.0" encoding="utf-8"?>
<ds:datastoreItem xmlns:ds="http://schemas.openxmlformats.org/officeDocument/2006/customXml" ds:itemID="{9EE16009-4C9A-4D77-8D1E-1AFCC642A190}">
  <ds:schemaRefs>
    <ds:schemaRef ds:uri="http://schemas.microsoft.com/sharepoint/v3/contenttype/forms"/>
  </ds:schemaRefs>
</ds:datastoreItem>
</file>

<file path=customXml/itemProps2.xml><?xml version="1.0" encoding="utf-8"?>
<ds:datastoreItem xmlns:ds="http://schemas.openxmlformats.org/officeDocument/2006/customXml" ds:itemID="{D3F1FB3E-6A16-4735-AD0F-4DEA245F33CE}"/>
</file>

<file path=customXml/itemProps3.xml><?xml version="1.0" encoding="utf-8"?>
<ds:datastoreItem xmlns:ds="http://schemas.openxmlformats.org/officeDocument/2006/customXml" ds:itemID="{1870824B-0447-4F67-A3CE-65C88E7C5133}">
  <ds:schemaRefs>
    <ds:schemaRef ds:uri="e3f18b36-2a69-4a57-b787-c406cfa6560a"/>
    <ds:schemaRef ds:uri="http://schemas.microsoft.com/office/infopath/2007/PartnerControls"/>
    <ds:schemaRef ds:uri="http://purl.org/dc/terms/"/>
    <ds:schemaRef ds:uri="http://www.w3.org/XML/1998/namespace"/>
    <ds:schemaRef ds:uri="http://schemas.microsoft.com/office/2006/documentManagement/types"/>
    <ds:schemaRef ds:uri="3deb29b2-9f08-4609-a7dd-f913f64aeebc"/>
    <ds:schemaRef ds:uri="http://schemas.openxmlformats.org/package/2006/metadata/core-properties"/>
    <ds:schemaRef ds:uri="http://schemas.microsoft.com/office/2006/metadata/properties"/>
    <ds:schemaRef ds:uri="http://purl.org/dc/dcmitype/"/>
    <ds:schemaRef ds:uri="http://purl.org/dc/elements/1.1/"/>
    <ds:schemaRef ds:uri="f384d200-71ad-4bc9-9d00-4e792d9d34a8"/>
    <ds:schemaRef ds:uri="ed1847f7-4432-48e0-964f-25724acf5ead"/>
  </ds:schemaRefs>
</ds:datastoreItem>
</file>

<file path=docProps/app.xml><?xml version="1.0" encoding="utf-8"?>
<Properties xmlns="http://schemas.openxmlformats.org/officeDocument/2006/extended-properties" xmlns:vt="http://schemas.openxmlformats.org/officeDocument/2006/docPropsVTypes">
  <Template>Deloitte_16_9_Onscreen_US</Template>
  <TotalTime>983</TotalTime>
  <Words>851</Words>
  <Application>Microsoft Office PowerPoint</Application>
  <PresentationFormat>Widescreen</PresentationFormat>
  <Paragraphs>87</Paragraphs>
  <Slides>8</Slides>
  <Notes>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vt:i4>
      </vt:variant>
    </vt:vector>
  </HeadingPairs>
  <TitlesOfParts>
    <vt:vector size="18" baseType="lpstr">
      <vt:lpstr>Arial</vt:lpstr>
      <vt:lpstr>Calibri</vt:lpstr>
      <vt:lpstr>Calibri Light</vt:lpstr>
      <vt:lpstr>Open Sans</vt:lpstr>
      <vt:lpstr>SAPBook</vt:lpstr>
      <vt:lpstr>Verdana</vt:lpstr>
      <vt:lpstr>Wingdings</vt:lpstr>
      <vt:lpstr>Wingdings 2</vt:lpstr>
      <vt:lpstr>Deloitte_US_Onscreen</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Deloitte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Asnani, Naman</cp:lastModifiedBy>
  <cp:revision>107</cp:revision>
  <cp:lastPrinted>2014-06-25T02:16:22Z</cp:lastPrinted>
  <dcterms:created xsi:type="dcterms:W3CDTF">2019-03-27T08:41:54Z</dcterms:created>
  <dcterms:modified xsi:type="dcterms:W3CDTF">2024-01-18T12:16:26Z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0x010100DBD685BAC3E09C4AA021D8E42E0DC2FC</vt:lpwstr>
  </property>
  <property fmtid="{D5CDD505-2E9C-101B-9397-08002B2CF9AE}" pid="3" name="MSIP_Label_ea60d57e-af5b-4752-ac57-3e4f28ca11dc_Enabled">
    <vt:lpwstr>true</vt:lpwstr>
  </property>
  <property fmtid="{D5CDD505-2E9C-101B-9397-08002B2CF9AE}" pid="4" name="MSIP_Label_ea60d57e-af5b-4752-ac57-3e4f28ca11dc_SetDate">
    <vt:lpwstr>2021-07-05T05:59:52Z</vt:lpwstr>
  </property>
  <property fmtid="{D5CDD505-2E9C-101B-9397-08002B2CF9AE}" pid="5" name="MSIP_Label_ea60d57e-af5b-4752-ac57-3e4f28ca11dc_Method">
    <vt:lpwstr>Standard</vt:lpwstr>
  </property>
  <property fmtid="{D5CDD505-2E9C-101B-9397-08002B2CF9AE}" pid="6" name="MSIP_Label_ea60d57e-af5b-4752-ac57-3e4f28ca11dc_Name">
    <vt:lpwstr>ea60d57e-af5b-4752-ac57-3e4f28ca11dc</vt:lpwstr>
  </property>
  <property fmtid="{D5CDD505-2E9C-101B-9397-08002B2CF9AE}" pid="7" name="MSIP_Label_ea60d57e-af5b-4752-ac57-3e4f28ca11dc_SiteId">
    <vt:lpwstr>36da45f1-dd2c-4d1f-af13-5abe46b99921</vt:lpwstr>
  </property>
  <property fmtid="{D5CDD505-2E9C-101B-9397-08002B2CF9AE}" pid="8" name="MSIP_Label_ea60d57e-af5b-4752-ac57-3e4f28ca11dc_ActionId">
    <vt:lpwstr>5de571cc-0432-4621-9a3b-99e902956dfa</vt:lpwstr>
  </property>
  <property fmtid="{D5CDD505-2E9C-101B-9397-08002B2CF9AE}" pid="9" name="MSIP_Label_ea60d57e-af5b-4752-ac57-3e4f28ca11dc_ContentBits">
    <vt:lpwstr>0</vt:lpwstr>
  </property>
  <property fmtid="{D5CDD505-2E9C-101B-9397-08002B2CF9AE}" pid="10" name="Order">
    <vt:r8>22200</vt:r8>
  </property>
  <property fmtid="{D5CDD505-2E9C-101B-9397-08002B2CF9AE}" pid="11" name="xd_Signature">
    <vt:bool>false</vt:bool>
  </property>
  <property fmtid="{D5CDD505-2E9C-101B-9397-08002B2CF9AE}" pid="12" name="xd_ProgID">
    <vt:lpwstr/>
  </property>
  <property fmtid="{D5CDD505-2E9C-101B-9397-08002B2CF9AE}" pid="13" name="_SourceUrl">
    <vt:lpwstr/>
  </property>
  <property fmtid="{D5CDD505-2E9C-101B-9397-08002B2CF9AE}" pid="14" name="_SharedFileIndex">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TriggerFlowInfo">
    <vt:lpwstr/>
  </property>
</Properties>
</file>